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3" r:id="rId1"/>
  </p:sldMasterIdLst>
  <p:notesMasterIdLst>
    <p:notesMasterId r:id="rId41"/>
  </p:notesMasterIdLst>
  <p:sldIdLst>
    <p:sldId id="363" r:id="rId2"/>
    <p:sldId id="299" r:id="rId3"/>
    <p:sldId id="257" r:id="rId4"/>
    <p:sldId id="356" r:id="rId5"/>
    <p:sldId id="364" r:id="rId6"/>
    <p:sldId id="258" r:id="rId7"/>
    <p:sldId id="266" r:id="rId8"/>
    <p:sldId id="365" r:id="rId9"/>
    <p:sldId id="350" r:id="rId10"/>
    <p:sldId id="351" r:id="rId11"/>
    <p:sldId id="355" r:id="rId12"/>
    <p:sldId id="366" r:id="rId13"/>
    <p:sldId id="367" r:id="rId14"/>
    <p:sldId id="368" r:id="rId15"/>
    <p:sldId id="369" r:id="rId16"/>
    <p:sldId id="370" r:id="rId17"/>
    <p:sldId id="311" r:id="rId18"/>
    <p:sldId id="339" r:id="rId19"/>
    <p:sldId id="337" r:id="rId20"/>
    <p:sldId id="372" r:id="rId21"/>
    <p:sldId id="373" r:id="rId22"/>
    <p:sldId id="374" r:id="rId23"/>
    <p:sldId id="376" r:id="rId24"/>
    <p:sldId id="377" r:id="rId25"/>
    <p:sldId id="379" r:id="rId26"/>
    <p:sldId id="380" r:id="rId27"/>
    <p:sldId id="381" r:id="rId28"/>
    <p:sldId id="382" r:id="rId29"/>
    <p:sldId id="383" r:id="rId30"/>
    <p:sldId id="384" r:id="rId31"/>
    <p:sldId id="385" r:id="rId32"/>
    <p:sldId id="386" r:id="rId33"/>
    <p:sldId id="387" r:id="rId34"/>
    <p:sldId id="388" r:id="rId35"/>
    <p:sldId id="389" r:id="rId36"/>
    <p:sldId id="390" r:id="rId37"/>
    <p:sldId id="391" r:id="rId38"/>
    <p:sldId id="392" r:id="rId39"/>
    <p:sldId id="393" r:id="rId4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8EE"/>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613" autoAdjust="0"/>
  </p:normalViewPr>
  <p:slideViewPr>
    <p:cSldViewPr snapToObjects="1">
      <p:cViewPr varScale="1">
        <p:scale>
          <a:sx n="66" d="100"/>
          <a:sy n="66" d="100"/>
        </p:scale>
        <p:origin x="1930" y="5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13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10137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0138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138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0138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D79C5A0D-8E40-4135-8D86-9DE3655EA394}" type="slidenum">
              <a:rPr lang="en-US"/>
              <a:pPr>
                <a:defRPr/>
              </a:pPr>
              <a:t>‹#›</a:t>
            </a:fld>
            <a:endParaRPr lang="en-US"/>
          </a:p>
        </p:txBody>
      </p:sp>
    </p:spTree>
    <p:extLst>
      <p:ext uri="{BB962C8B-B14F-4D97-AF65-F5344CB8AC3E}">
        <p14:creationId xmlns:p14="http://schemas.microsoft.com/office/powerpoint/2010/main" val="313349285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D79C5A0D-8E40-4135-8D86-9DE3655EA394}" type="slidenum">
              <a:rPr lang="en-US" smtClean="0"/>
              <a:pPr>
                <a:defRPr/>
              </a:pPr>
              <a:t>1</a:t>
            </a:fld>
            <a:endParaRPr lang="en-US" dirty="0"/>
          </a:p>
        </p:txBody>
      </p:sp>
    </p:spTree>
    <p:extLst>
      <p:ext uri="{BB962C8B-B14F-4D97-AF65-F5344CB8AC3E}">
        <p14:creationId xmlns:p14="http://schemas.microsoft.com/office/powerpoint/2010/main" val="2680491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slide is about why </a:t>
            </a:r>
            <a:r>
              <a:rPr lang="en-CA" b="1" dirty="0"/>
              <a:t>project management is essential</a:t>
            </a:r>
            <a:r>
              <a:rPr lang="en-CA" dirty="0"/>
              <a:t> for modern companies. Each point highlights a challenge businesses face and how projects provide a structured way to overcome them:</a:t>
            </a:r>
          </a:p>
          <a:p>
            <a:r>
              <a:rPr lang="en-CA" b="1" dirty="0"/>
              <a:t>1. Shortened product life cycles</a:t>
            </a:r>
          </a:p>
          <a:p>
            <a:r>
              <a:rPr lang="en-CA" dirty="0"/>
              <a:t>Products today become outdated quickly due to rapid innovation and consumer demand for the "next new thing."</a:t>
            </a:r>
          </a:p>
          <a:p>
            <a:r>
              <a:rPr lang="en-CA" dirty="0"/>
              <a:t>Projects help companies </a:t>
            </a:r>
            <a:r>
              <a:rPr lang="en-CA" b="1" dirty="0"/>
              <a:t>plan, design, and launch</a:t>
            </a:r>
            <a:r>
              <a:rPr lang="en-CA" dirty="0"/>
              <a:t> new products faster, ensuring they stay relevant before the product becomes obsolete.</a:t>
            </a:r>
          </a:p>
          <a:p>
            <a:r>
              <a:rPr lang="en-CA" b="1" dirty="0"/>
              <a:t>2. Narrow product launch windows</a:t>
            </a:r>
          </a:p>
          <a:p>
            <a:r>
              <a:rPr lang="en-CA" dirty="0"/>
              <a:t>Timing is everything: missing the market window can mean losing competitiveness.</a:t>
            </a:r>
          </a:p>
          <a:p>
            <a:r>
              <a:rPr lang="en-CA" dirty="0"/>
              <a:t>Projects provide </a:t>
            </a:r>
            <a:r>
              <a:rPr lang="en-CA" b="1" dirty="0"/>
              <a:t>detailed scheduling, resource allocation, and risk management</a:t>
            </a:r>
            <a:r>
              <a:rPr lang="en-CA" dirty="0"/>
              <a:t> to ensure launches happen at the right moment.</a:t>
            </a:r>
          </a:p>
          <a:p>
            <a:r>
              <a:rPr lang="en-CA" b="1" dirty="0"/>
              <a:t>3. Increasingly complex and technical products</a:t>
            </a:r>
          </a:p>
          <a:p>
            <a:r>
              <a:rPr lang="en-CA" dirty="0"/>
              <a:t>Modern products (e.g., smartphones, cars, medical devices) require expertise across many fields.</a:t>
            </a:r>
          </a:p>
          <a:p>
            <a:r>
              <a:rPr lang="en-CA" dirty="0"/>
              <a:t>Projects bring together </a:t>
            </a:r>
            <a:r>
              <a:rPr lang="en-CA" b="1" dirty="0"/>
              <a:t>cross-functional teams</a:t>
            </a:r>
            <a:r>
              <a:rPr lang="en-CA" dirty="0"/>
              <a:t> (engineers, marketers, designers, suppliers) to coordinate complex tasks into one integrated effort.</a:t>
            </a:r>
          </a:p>
          <a:p>
            <a:r>
              <a:rPr lang="en-CA" b="1" dirty="0"/>
              <a:t>4. Emergence of global markets</a:t>
            </a:r>
          </a:p>
          <a:p>
            <a:r>
              <a:rPr lang="en-CA" dirty="0"/>
              <a:t>Companies must now deal with multiple countries, regulations, supply chains, and cultural expectations.</a:t>
            </a:r>
          </a:p>
          <a:p>
            <a:r>
              <a:rPr lang="en-CA" dirty="0"/>
              <a:t>Projects help manage this by setting </a:t>
            </a:r>
            <a:r>
              <a:rPr lang="en-CA" b="1" dirty="0"/>
              <a:t>clear goals, standardizing processes, and coordinating global collaboration</a:t>
            </a:r>
            <a:r>
              <a:rPr lang="en-CA" dirty="0"/>
              <a:t>.</a:t>
            </a:r>
          </a:p>
          <a:p>
            <a:r>
              <a:rPr lang="en-CA" b="1" dirty="0"/>
              <a:t>5. An economic period marked by low inflation</a:t>
            </a:r>
          </a:p>
          <a:p>
            <a:r>
              <a:rPr lang="en-CA" dirty="0"/>
              <a:t>With stable but competitive pricing, companies must focus on </a:t>
            </a:r>
            <a:r>
              <a:rPr lang="en-CA" b="1" dirty="0"/>
              <a:t>efficiency and cost control</a:t>
            </a:r>
            <a:r>
              <a:rPr lang="en-CA" dirty="0"/>
              <a:t>.</a:t>
            </a:r>
          </a:p>
          <a:p>
            <a:r>
              <a:rPr lang="en-CA" dirty="0"/>
              <a:t>Projects enable businesses to streamline operations, reduce waste, and deliver value without eroding profits.</a:t>
            </a:r>
          </a:p>
          <a:p>
            <a:br>
              <a:rPr lang="en-CA" dirty="0"/>
            </a:br>
            <a:endParaRPr lang="en-CA" dirty="0"/>
          </a:p>
          <a:p>
            <a:r>
              <a:rPr lang="en-CA" dirty="0"/>
              <a:t>✅ </a:t>
            </a:r>
            <a:r>
              <a:rPr lang="en-CA" b="1" dirty="0"/>
              <a:t>In short:</a:t>
            </a:r>
            <a:r>
              <a:rPr lang="en-CA" dirty="0"/>
              <a:t> Projects give structure, discipline, and coordination. They allow companies to respond quickly, manage complexity, and stay competitive in a global, fast-moving, and efficiency-driven economy.</a:t>
            </a:r>
          </a:p>
          <a:p>
            <a:endParaRPr lang="en-CA" dirty="0"/>
          </a:p>
        </p:txBody>
      </p:sp>
      <p:sp>
        <p:nvSpPr>
          <p:cNvPr id="4" name="Slide Number Placeholder 3"/>
          <p:cNvSpPr>
            <a:spLocks noGrp="1"/>
          </p:cNvSpPr>
          <p:nvPr>
            <p:ph type="sldNum" sz="quarter" idx="5"/>
          </p:nvPr>
        </p:nvSpPr>
        <p:spPr/>
        <p:txBody>
          <a:bodyPr/>
          <a:lstStyle/>
          <a:p>
            <a:pPr>
              <a:defRPr/>
            </a:pPr>
            <a:fld id="{D79C5A0D-8E40-4135-8D86-9DE3655EA394}" type="slidenum">
              <a:rPr lang="en-US" smtClean="0"/>
              <a:pPr>
                <a:defRPr/>
              </a:pPr>
              <a:t>5</a:t>
            </a:fld>
            <a:endParaRPr lang="en-US"/>
          </a:p>
        </p:txBody>
      </p:sp>
    </p:spTree>
    <p:extLst>
      <p:ext uri="{BB962C8B-B14F-4D97-AF65-F5344CB8AC3E}">
        <p14:creationId xmlns:p14="http://schemas.microsoft.com/office/powerpoint/2010/main" val="3929568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p:spPr>
        <p:txBody>
          <a:bodyPr/>
          <a:lstStyle/>
          <a:p>
            <a:fld id="{D7DFD166-A469-471F-87C6-800C6F8495FC}" type="slidenum">
              <a:rPr lang="en-US" smtClean="0"/>
              <a:pPr/>
              <a:t>6</a:t>
            </a:fld>
            <a:endParaRPr lang="en-US" dirty="0"/>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p:spPr>
        <p:txBody>
          <a:bodyPr/>
          <a:lstStyle/>
          <a:p>
            <a:r>
              <a:rPr lang="en-CA" dirty="0"/>
              <a:t>This slide explains the </a:t>
            </a:r>
            <a:r>
              <a:rPr lang="en-CA" b="1" dirty="0"/>
              <a:t>two central challenges of project management</a:t>
            </a:r>
            <a:r>
              <a:rPr lang="en-CA" dirty="0"/>
              <a:t>:</a:t>
            </a:r>
          </a:p>
          <a:p>
            <a:br>
              <a:rPr lang="en-CA" dirty="0"/>
            </a:br>
            <a:endParaRPr lang="en-CA" dirty="0"/>
          </a:p>
          <a:p>
            <a:r>
              <a:rPr lang="en-CA" b="1" dirty="0"/>
              <a:t>1. The Primary Challenge: Delivering Within Defined Constraints</a:t>
            </a:r>
          </a:p>
          <a:p>
            <a:r>
              <a:rPr lang="en-CA" dirty="0"/>
              <a:t>Every project has </a:t>
            </a:r>
            <a:r>
              <a:rPr lang="en-CA" b="1" dirty="0"/>
              <a:t>boundaries</a:t>
            </a:r>
            <a:r>
              <a:rPr lang="en-CA" dirty="0"/>
              <a:t>—commonly referred to as the </a:t>
            </a:r>
            <a:r>
              <a:rPr lang="en-CA" b="1" dirty="0"/>
              <a:t>triple constraints</a:t>
            </a:r>
            <a:r>
              <a:rPr lang="en-CA" dirty="0"/>
              <a:t>:</a:t>
            </a:r>
          </a:p>
          <a:p>
            <a:pPr lvl="1"/>
            <a:r>
              <a:rPr lang="en-CA" b="1" dirty="0"/>
              <a:t>Scope</a:t>
            </a:r>
            <a:r>
              <a:rPr lang="en-CA" dirty="0"/>
              <a:t>: What the project must deliver.</a:t>
            </a:r>
          </a:p>
          <a:p>
            <a:pPr lvl="1"/>
            <a:r>
              <a:rPr lang="en-CA" b="1" dirty="0"/>
              <a:t>Time</a:t>
            </a:r>
            <a:r>
              <a:rPr lang="en-CA" dirty="0"/>
              <a:t>: The schedule or deadline.</a:t>
            </a:r>
          </a:p>
          <a:p>
            <a:pPr lvl="1"/>
            <a:r>
              <a:rPr lang="en-CA" b="1" dirty="0"/>
              <a:t>Cost</a:t>
            </a:r>
            <a:r>
              <a:rPr lang="en-CA" dirty="0"/>
              <a:t>: The budget and financial limits.</a:t>
            </a:r>
          </a:p>
          <a:p>
            <a:r>
              <a:rPr lang="en-CA" dirty="0"/>
              <a:t>The primary responsibility of a project manager is to make sure the project is </a:t>
            </a:r>
            <a:r>
              <a:rPr lang="en-CA" b="1" dirty="0"/>
              <a:t>completed on time, within budget, and according to the agreed scope/quality</a:t>
            </a:r>
            <a:r>
              <a:rPr lang="en-CA" dirty="0"/>
              <a:t>.</a:t>
            </a:r>
          </a:p>
          <a:p>
            <a:r>
              <a:rPr lang="en-CA" dirty="0"/>
              <a:t>If any one constraint shifts (e.g., tighter budget), the others are affected (less scope or longer time).</a:t>
            </a:r>
          </a:p>
          <a:p>
            <a:r>
              <a:rPr lang="en-CA" dirty="0"/>
              <a:t>✅ In essence: The project manager ensures that the project goal is achieved </a:t>
            </a:r>
            <a:r>
              <a:rPr lang="en-CA" b="1" dirty="0"/>
              <a:t>without breaking the agreed boundaries.</a:t>
            </a:r>
            <a:endParaRPr lang="en-CA" dirty="0"/>
          </a:p>
          <a:p>
            <a:br>
              <a:rPr lang="en-CA" dirty="0"/>
            </a:br>
            <a:endParaRPr lang="en-CA" dirty="0"/>
          </a:p>
          <a:p>
            <a:r>
              <a:rPr lang="en-CA" b="1" dirty="0"/>
              <a:t>2. The Second Challenge: Optimized Allocation and Integration of Resources</a:t>
            </a:r>
          </a:p>
          <a:p>
            <a:r>
              <a:rPr lang="en-CA" dirty="0"/>
              <a:t>Beyond just staying within constraints, the higher-level goal is to </a:t>
            </a:r>
            <a:r>
              <a:rPr lang="en-CA" b="1" dirty="0"/>
              <a:t>make the best use of resources</a:t>
            </a:r>
            <a:r>
              <a:rPr lang="en-CA" dirty="0"/>
              <a:t>:</a:t>
            </a:r>
          </a:p>
          <a:p>
            <a:pPr lvl="1"/>
            <a:r>
              <a:rPr lang="en-CA" b="1" dirty="0"/>
              <a:t>Human resources</a:t>
            </a:r>
            <a:r>
              <a:rPr lang="en-CA" dirty="0"/>
              <a:t>: Assigning the right people with the right skills.</a:t>
            </a:r>
          </a:p>
          <a:p>
            <a:pPr lvl="1"/>
            <a:r>
              <a:rPr lang="en-CA" b="1" dirty="0"/>
              <a:t>Material resources</a:t>
            </a:r>
            <a:r>
              <a:rPr lang="en-CA" dirty="0"/>
              <a:t>: Using equipment, tools, and materials efficiently.</a:t>
            </a:r>
          </a:p>
          <a:p>
            <a:pPr lvl="1"/>
            <a:r>
              <a:rPr lang="en-CA" b="1" dirty="0"/>
              <a:t>Financial resources</a:t>
            </a:r>
            <a:r>
              <a:rPr lang="en-CA" dirty="0"/>
              <a:t>: Spending wisely to maximize return on investment.</a:t>
            </a:r>
          </a:p>
          <a:p>
            <a:pPr lvl="1"/>
            <a:r>
              <a:rPr lang="en-CA" b="1" dirty="0"/>
              <a:t>Time resources</a:t>
            </a:r>
            <a:r>
              <a:rPr lang="en-CA" dirty="0"/>
              <a:t>: Scheduling tasks to avoid waste and idle time.</a:t>
            </a:r>
          </a:p>
          <a:p>
            <a:r>
              <a:rPr lang="en-CA" dirty="0"/>
              <a:t>Integration means </a:t>
            </a:r>
            <a:r>
              <a:rPr lang="en-CA" b="1" dirty="0"/>
              <a:t>coordinating all these resources</a:t>
            </a:r>
            <a:r>
              <a:rPr lang="en-CA" dirty="0"/>
              <a:t> so they work together smoothly toward the project objectives.</a:t>
            </a:r>
          </a:p>
          <a:p>
            <a:r>
              <a:rPr lang="en-CA" dirty="0"/>
              <a:t>This requires foresight, planning, and adaptability to unexpected challenges.</a:t>
            </a:r>
          </a:p>
          <a:p>
            <a:r>
              <a:rPr lang="en-CA" dirty="0"/>
              <a:t>✅ In essence: It’s not just about finishing the project, but doing so in the </a:t>
            </a:r>
            <a:r>
              <a:rPr lang="en-CA" b="1" dirty="0"/>
              <a:t>most effective and efficient way possible.</a:t>
            </a:r>
            <a:endParaRPr lang="en-CA" dirty="0"/>
          </a:p>
          <a:p>
            <a:br>
              <a:rPr lang="en-CA" dirty="0"/>
            </a:br>
            <a:endParaRPr lang="en-CA" dirty="0"/>
          </a:p>
          <a:p>
            <a:r>
              <a:rPr lang="en-CA" dirty="0"/>
              <a:t>⚖️ </a:t>
            </a:r>
            <a:r>
              <a:rPr lang="en-CA" b="1" dirty="0"/>
              <a:t>Traditional, skeptical perspective:</a:t>
            </a:r>
            <a:br>
              <a:rPr lang="en-CA" dirty="0"/>
            </a:br>
            <a:r>
              <a:rPr lang="en-CA" dirty="0"/>
              <a:t>The first challenge (meeting constraints) is about </a:t>
            </a:r>
            <a:r>
              <a:rPr lang="en-CA" b="1" dirty="0"/>
              <a:t>discipline</a:t>
            </a:r>
            <a:r>
              <a:rPr lang="en-CA" dirty="0"/>
              <a:t>—delivering what was promised. The second challenge is about </a:t>
            </a:r>
            <a:r>
              <a:rPr lang="en-CA" b="1" dirty="0"/>
              <a:t>mastery</a:t>
            </a:r>
            <a:r>
              <a:rPr lang="en-CA" dirty="0"/>
              <a:t>—going beyond just "finishing" to achieving excellence by optimizing limited resources.</a:t>
            </a:r>
          </a:p>
          <a:p>
            <a:r>
              <a:rPr lang="en-CA" dirty="0"/>
              <a:t>Would you like me to also explain this in terms of the </a:t>
            </a:r>
            <a:r>
              <a:rPr lang="en-CA" b="1" dirty="0"/>
              <a:t>“iron triangle” (scope–time–cost)</a:t>
            </a:r>
            <a:r>
              <a:rPr lang="en-CA" dirty="0"/>
              <a:t> model, so it’s easier to connect to classical project management theory?</a:t>
            </a:r>
          </a:p>
        </p:txBody>
      </p:sp>
    </p:spTree>
    <p:extLst>
      <p:ext uri="{BB962C8B-B14F-4D97-AF65-F5344CB8AC3E}">
        <p14:creationId xmlns:p14="http://schemas.microsoft.com/office/powerpoint/2010/main" val="1057558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p:spPr>
        <p:txBody>
          <a:bodyPr/>
          <a:lstStyle/>
          <a:p>
            <a:fld id="{84A293DE-4E35-4796-872A-A4BB601E78A8}" type="slidenum">
              <a:rPr lang="en-US" smtClean="0"/>
              <a:pPr/>
              <a:t>9</a:t>
            </a:fld>
            <a:endParaRPr lang="en-US" dirty="0"/>
          </a:p>
        </p:txBody>
      </p:sp>
      <p:sp>
        <p:nvSpPr>
          <p:cNvPr id="26626" name="Rectangle 2"/>
          <p:cNvSpPr>
            <a:spLocks noGrp="1" noRot="1" noChangeAspect="1" noChangeArrowheads="1" noTextEdit="1"/>
          </p:cNvSpPr>
          <p:nvPr>
            <p:ph type="sldImg"/>
          </p:nvPr>
        </p:nvSpPr>
        <p:spPr>
          <a:ln/>
        </p:spPr>
      </p:sp>
      <p:sp>
        <p:nvSpPr>
          <p:cNvPr id="26627" name="Rectangle 3"/>
          <p:cNvSpPr>
            <a:spLocks noGrp="1" noChangeArrowheads="1"/>
          </p:cNvSpPr>
          <p:nvPr>
            <p:ph type="body" idx="1"/>
          </p:nvPr>
        </p:nvSpPr>
        <p:spPr>
          <a:noFill/>
          <a:ln/>
        </p:spPr>
        <p:txBody>
          <a:bodyPr/>
          <a:lstStyle/>
          <a:p>
            <a:pPr eaLnBrk="1" hangingPunct="1">
              <a:spcBef>
                <a:spcPct val="0"/>
              </a:spcBef>
            </a:pPr>
            <a:r>
              <a:rPr lang="en-US" dirty="0"/>
              <a:t>These three constraints are often competing constraints: increased scope typically means increased time and increased cost, a tight time constraint could mean increased costs and reduced scope, and a tight budget could mean increased time and reduced scope. </a:t>
            </a:r>
          </a:p>
          <a:p>
            <a:pPr eaLnBrk="1" hangingPunct="1"/>
            <a:endParaRPr lang="en-US" dirty="0"/>
          </a:p>
        </p:txBody>
      </p:sp>
    </p:spTree>
    <p:extLst>
      <p:ext uri="{BB962C8B-B14F-4D97-AF65-F5344CB8AC3E}">
        <p14:creationId xmlns:p14="http://schemas.microsoft.com/office/powerpoint/2010/main" val="1995785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Control Processes in Action</a:t>
            </a:r>
          </a:p>
          <a:p>
            <a:r>
              <a:rPr lang="en-CA" dirty="0"/>
              <a:t>During the </a:t>
            </a:r>
            <a:r>
              <a:rPr lang="en-CA" b="1" dirty="0"/>
              <a:t>planning phase</a:t>
            </a:r>
            <a:r>
              <a:rPr lang="en-CA" dirty="0"/>
              <a:t>, project managers establish </a:t>
            </a:r>
            <a:r>
              <a:rPr lang="en-CA" b="1" dirty="0"/>
              <a:t>control mechanisms</a:t>
            </a:r>
            <a:r>
              <a:rPr lang="en-CA" dirty="0"/>
              <a:t>—rules, monitoring systems, and procedures to keep the project on track.</a:t>
            </a:r>
          </a:p>
          <a:p>
            <a:r>
              <a:rPr lang="en-CA" dirty="0"/>
              <a:t>In the </a:t>
            </a:r>
            <a:r>
              <a:rPr lang="en-CA" b="1" dirty="0"/>
              <a:t>execution phase</a:t>
            </a:r>
            <a:r>
              <a:rPr lang="en-CA" dirty="0"/>
              <a:t>, these controls are no longer theoretical—they are </a:t>
            </a:r>
            <a:r>
              <a:rPr lang="en-CA" b="1" dirty="0"/>
              <a:t>actively applied and tested</a:t>
            </a:r>
            <a:r>
              <a:rPr lang="en-CA" dirty="0"/>
              <a:t> against real project activities.</a:t>
            </a:r>
          </a:p>
          <a:p>
            <a:br>
              <a:rPr lang="en-CA" dirty="0"/>
            </a:br>
            <a:endParaRPr lang="en-CA" dirty="0"/>
          </a:p>
          <a:p>
            <a:r>
              <a:rPr lang="en-CA" b="1" dirty="0"/>
              <a:t>Daily Focus Areas</a:t>
            </a:r>
          </a:p>
          <a:p>
            <a:r>
              <a:rPr lang="en-CA" b="1" dirty="0"/>
              <a:t>Scope Control</a:t>
            </a:r>
            <a:r>
              <a:rPr lang="en-CA" dirty="0"/>
              <a:t>: Ensuring the project doesn’t drift into doing extra, unapproved work (“scope creep”).</a:t>
            </a:r>
          </a:p>
          <a:p>
            <a:r>
              <a:rPr lang="en-CA" b="1" dirty="0"/>
              <a:t>Change Management</a:t>
            </a:r>
            <a:r>
              <a:rPr lang="en-CA" dirty="0"/>
              <a:t>: Evaluating and approving (or rejecting) changes so that they don’t derail cost, time, or quality.</a:t>
            </a:r>
          </a:p>
          <a:p>
            <a:r>
              <a:rPr lang="en-CA" b="1" dirty="0"/>
              <a:t>Schedule Control</a:t>
            </a:r>
            <a:r>
              <a:rPr lang="en-CA" dirty="0"/>
              <a:t>: Monitoring progress daily, identifying delays early, and adjusting resources or timelines to stay on track.</a:t>
            </a:r>
          </a:p>
          <a:p>
            <a:r>
              <a:rPr lang="en-CA" dirty="0"/>
              <a:t>These become </a:t>
            </a:r>
            <a:r>
              <a:rPr lang="en-CA" b="1" dirty="0"/>
              <a:t>routine, daily review items</a:t>
            </a:r>
            <a:r>
              <a:rPr lang="en-CA" dirty="0"/>
              <a:t>—not occasional tasks.</a:t>
            </a:r>
          </a:p>
          <a:p>
            <a:br>
              <a:rPr lang="en-CA" dirty="0"/>
            </a:br>
            <a:endParaRPr lang="en-CA" dirty="0"/>
          </a:p>
          <a:p>
            <a:r>
              <a:rPr lang="en-CA" b="1" dirty="0"/>
              <a:t>Overlap with Execution</a:t>
            </a:r>
          </a:p>
          <a:p>
            <a:r>
              <a:rPr lang="en-CA" dirty="0"/>
              <a:t>Control and execution happen </a:t>
            </a:r>
            <a:r>
              <a:rPr lang="en-CA" b="1" dirty="0"/>
              <a:t>at the same time</a:t>
            </a:r>
            <a:r>
              <a:rPr lang="en-CA" dirty="0"/>
              <a:t>:</a:t>
            </a:r>
          </a:p>
          <a:p>
            <a:pPr lvl="1"/>
            <a:r>
              <a:rPr lang="en-CA" b="1" dirty="0"/>
              <a:t>Execution</a:t>
            </a:r>
            <a:r>
              <a:rPr lang="en-CA" dirty="0"/>
              <a:t> = carrying out the actual project work.</a:t>
            </a:r>
          </a:p>
          <a:p>
            <a:pPr lvl="1"/>
            <a:r>
              <a:rPr lang="en-CA" b="1" dirty="0"/>
              <a:t>Control</a:t>
            </a:r>
            <a:r>
              <a:rPr lang="en-CA" dirty="0"/>
              <a:t> = continuously monitoring and adjusting to ensure execution stays within plan.</a:t>
            </a:r>
          </a:p>
          <a:p>
            <a:r>
              <a:rPr lang="en-CA" dirty="0"/>
              <a:t>Many textbooks treat them as separate phases (Execution vs. Monitoring &amp; Controlling), but in practice they are </a:t>
            </a:r>
            <a:r>
              <a:rPr lang="en-CA" b="1" dirty="0"/>
              <a:t>interdependent and simultaneous</a:t>
            </a:r>
            <a:r>
              <a:rPr lang="en-CA" dirty="0"/>
              <a:t>. Some models even group them together.</a:t>
            </a:r>
          </a:p>
          <a:p>
            <a:br>
              <a:rPr lang="en-CA" dirty="0"/>
            </a:br>
            <a:endParaRPr lang="en-CA" dirty="0"/>
          </a:p>
          <a:p>
            <a:r>
              <a:rPr lang="en-CA" dirty="0"/>
              <a:t>✅ </a:t>
            </a:r>
            <a:r>
              <a:rPr lang="en-CA" b="1" dirty="0"/>
              <a:t>In short</a:t>
            </a:r>
            <a:r>
              <a:rPr lang="en-CA" dirty="0"/>
              <a:t>:</a:t>
            </a:r>
            <a:br>
              <a:rPr lang="en-CA" dirty="0"/>
            </a:br>
            <a:r>
              <a:rPr lang="en-CA" dirty="0"/>
              <a:t>Execution builds the product or service.</a:t>
            </a:r>
            <a:br>
              <a:rPr lang="en-CA" dirty="0"/>
            </a:br>
            <a:r>
              <a:rPr lang="en-CA" dirty="0"/>
              <a:t>Control ensures the project stays within </a:t>
            </a:r>
            <a:r>
              <a:rPr lang="en-CA" b="1" dirty="0"/>
              <a:t>scope, time, and cost limits</a:t>
            </a:r>
            <a:r>
              <a:rPr lang="en-CA" dirty="0"/>
              <a:t> while adapting to necessary changes.</a:t>
            </a:r>
          </a:p>
          <a:p>
            <a:endParaRPr lang="en-CA" dirty="0"/>
          </a:p>
        </p:txBody>
      </p:sp>
      <p:sp>
        <p:nvSpPr>
          <p:cNvPr id="4" name="Slide Number Placeholder 3"/>
          <p:cNvSpPr>
            <a:spLocks noGrp="1"/>
          </p:cNvSpPr>
          <p:nvPr>
            <p:ph type="sldNum" sz="quarter" idx="5"/>
          </p:nvPr>
        </p:nvSpPr>
        <p:spPr/>
        <p:txBody>
          <a:bodyPr/>
          <a:lstStyle/>
          <a:p>
            <a:pPr>
              <a:defRPr/>
            </a:pPr>
            <a:fld id="{D79C5A0D-8E40-4135-8D86-9DE3655EA394}" type="slidenum">
              <a:rPr lang="en-US" smtClean="0"/>
              <a:pPr>
                <a:defRPr/>
              </a:pPr>
              <a:t>15</a:t>
            </a:fld>
            <a:endParaRPr lang="en-US"/>
          </a:p>
        </p:txBody>
      </p:sp>
    </p:spTree>
    <p:extLst>
      <p:ext uri="{BB962C8B-B14F-4D97-AF65-F5344CB8AC3E}">
        <p14:creationId xmlns:p14="http://schemas.microsoft.com/office/powerpoint/2010/main" val="7672178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The Three Core Processes</a:t>
            </a:r>
          </a:p>
          <a:p>
            <a:r>
              <a:rPr lang="en-CA" b="1" dirty="0"/>
              <a:t>1) Plan Communications Management</a:t>
            </a:r>
          </a:p>
          <a:p>
            <a:r>
              <a:rPr lang="en-CA" dirty="0"/>
              <a:t>This is the </a:t>
            </a:r>
            <a:r>
              <a:rPr lang="en-CA" b="1" dirty="0"/>
              <a:t>planning stage</a:t>
            </a:r>
            <a:r>
              <a:rPr lang="en-CA" dirty="0"/>
              <a:t>: deciding </a:t>
            </a:r>
            <a:r>
              <a:rPr lang="en-CA" b="1" dirty="0"/>
              <a:t>what information will be communicated, to whom, how often, and in what format</a:t>
            </a:r>
            <a:r>
              <a:rPr lang="en-CA" dirty="0"/>
              <a:t>.</a:t>
            </a:r>
          </a:p>
          <a:p>
            <a:r>
              <a:rPr lang="en-CA" dirty="0"/>
              <a:t>Example: Weekly status reports to sponsors, daily stand-up meetings for the team, monthly updates to clients.</a:t>
            </a:r>
          </a:p>
          <a:p>
            <a:r>
              <a:rPr lang="en-CA" dirty="0"/>
              <a:t>Deliverable: </a:t>
            </a:r>
            <a:r>
              <a:rPr lang="en-CA" b="1" dirty="0"/>
              <a:t>Communication Management Plan</a:t>
            </a:r>
            <a:r>
              <a:rPr lang="en-CA" dirty="0"/>
              <a:t>.</a:t>
            </a:r>
          </a:p>
          <a:p>
            <a:br>
              <a:rPr lang="en-CA" dirty="0"/>
            </a:br>
            <a:endParaRPr lang="en-CA" dirty="0"/>
          </a:p>
          <a:p>
            <a:r>
              <a:rPr lang="en-CA" b="1" dirty="0"/>
              <a:t>2) Manage Communications</a:t>
            </a:r>
          </a:p>
          <a:p>
            <a:r>
              <a:rPr lang="en-CA" dirty="0"/>
              <a:t>This is the </a:t>
            </a:r>
            <a:r>
              <a:rPr lang="en-CA" b="1" dirty="0"/>
              <a:t>execution stage</a:t>
            </a:r>
            <a:r>
              <a:rPr lang="en-CA" dirty="0"/>
              <a:t>: actually carrying out the plan—distributing updates, holding meetings, sending reports, maintaining project documentation.</a:t>
            </a:r>
          </a:p>
          <a:p>
            <a:r>
              <a:rPr lang="en-CA" dirty="0"/>
              <a:t>It ensures </a:t>
            </a:r>
            <a:r>
              <a:rPr lang="en-CA" b="1" dirty="0"/>
              <a:t>clarity, accuracy, and consistency</a:t>
            </a:r>
            <a:r>
              <a:rPr lang="en-CA" dirty="0"/>
              <a:t> in project messaging.</a:t>
            </a:r>
          </a:p>
          <a:p>
            <a:r>
              <a:rPr lang="en-CA" dirty="0"/>
              <a:t>Example: Sending progress emails, updating dashboards, sharing design changes.</a:t>
            </a:r>
          </a:p>
          <a:p>
            <a:br>
              <a:rPr lang="en-CA" dirty="0"/>
            </a:br>
            <a:endParaRPr lang="en-CA" dirty="0"/>
          </a:p>
          <a:p>
            <a:r>
              <a:rPr lang="en-CA" b="1" dirty="0"/>
              <a:t>3) Control Communications</a:t>
            </a:r>
          </a:p>
          <a:p>
            <a:r>
              <a:rPr lang="en-CA" dirty="0"/>
              <a:t>This is the </a:t>
            </a:r>
            <a:r>
              <a:rPr lang="en-CA" b="1" dirty="0"/>
              <a:t>monitoring and controlling stage</a:t>
            </a:r>
            <a:r>
              <a:rPr lang="en-CA" dirty="0"/>
              <a:t>: making sure communications are effective and making adjustments if needed.</a:t>
            </a:r>
          </a:p>
          <a:p>
            <a:r>
              <a:rPr lang="en-CA" dirty="0"/>
              <a:t>It involves checking if stakeholders are receiving and understanding information, and resolving any breakdowns or misunderstandings.</a:t>
            </a:r>
          </a:p>
          <a:p>
            <a:r>
              <a:rPr lang="en-CA" dirty="0"/>
              <a:t>Example: If reports aren’t being read, switch from email to quick summary calls; if confusion arises, add clarifying diagrams.</a:t>
            </a:r>
          </a:p>
          <a:p>
            <a:br>
              <a:rPr lang="en-CA" dirty="0"/>
            </a:br>
            <a:endParaRPr lang="en-CA" dirty="0"/>
          </a:p>
          <a:p>
            <a:r>
              <a:rPr lang="en-CA" b="1" dirty="0"/>
              <a:t>✅ In Summary</a:t>
            </a:r>
          </a:p>
          <a:p>
            <a:r>
              <a:rPr lang="en-CA" b="1" dirty="0"/>
              <a:t>Plan</a:t>
            </a:r>
            <a:r>
              <a:rPr lang="en-CA" dirty="0"/>
              <a:t> = Decide what/how/when to communicate.</a:t>
            </a:r>
          </a:p>
          <a:p>
            <a:r>
              <a:rPr lang="en-CA" b="1" dirty="0"/>
              <a:t>Manage</a:t>
            </a:r>
            <a:r>
              <a:rPr lang="en-CA" dirty="0"/>
              <a:t> = Actually communicate and keep information flowing.</a:t>
            </a:r>
          </a:p>
          <a:p>
            <a:r>
              <a:rPr lang="en-CA" b="1" dirty="0"/>
              <a:t>Control</a:t>
            </a:r>
            <a:r>
              <a:rPr lang="en-CA" dirty="0"/>
              <a:t> = Monitor effectiveness, adapt methods, and ensure alignment.</a:t>
            </a:r>
          </a:p>
          <a:p>
            <a:r>
              <a:rPr lang="en-CA" dirty="0"/>
              <a:t>Together, these processes </a:t>
            </a:r>
            <a:r>
              <a:rPr lang="en-CA" b="1" dirty="0"/>
              <a:t>reduce misunderstandings, prevent delays, and keep stakeholders engaged and informed</a:t>
            </a:r>
            <a:r>
              <a:rPr lang="en-CA" dirty="0"/>
              <a:t>.</a:t>
            </a:r>
          </a:p>
          <a:p>
            <a:endParaRPr lang="en-CA" dirty="0"/>
          </a:p>
        </p:txBody>
      </p:sp>
      <p:sp>
        <p:nvSpPr>
          <p:cNvPr id="4" name="Slide Number Placeholder 3"/>
          <p:cNvSpPr>
            <a:spLocks noGrp="1"/>
          </p:cNvSpPr>
          <p:nvPr>
            <p:ph type="sldNum" sz="quarter" idx="5"/>
          </p:nvPr>
        </p:nvSpPr>
        <p:spPr/>
        <p:txBody>
          <a:bodyPr/>
          <a:lstStyle/>
          <a:p>
            <a:pPr>
              <a:defRPr/>
            </a:pPr>
            <a:fld id="{D79C5A0D-8E40-4135-8D86-9DE3655EA394}" type="slidenum">
              <a:rPr lang="en-US" smtClean="0"/>
              <a:pPr>
                <a:defRPr/>
              </a:pPr>
              <a:t>20</a:t>
            </a:fld>
            <a:endParaRPr lang="en-US"/>
          </a:p>
        </p:txBody>
      </p:sp>
    </p:spTree>
    <p:extLst>
      <p:ext uri="{BB962C8B-B14F-4D97-AF65-F5344CB8AC3E}">
        <p14:creationId xmlns:p14="http://schemas.microsoft.com/office/powerpoint/2010/main" val="20564627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slide highlights the </a:t>
            </a:r>
            <a:r>
              <a:rPr lang="en-CA" b="1" dirty="0"/>
              <a:t>types of information that need to be communicated during a project</a:t>
            </a:r>
            <a:r>
              <a:rPr lang="en-CA" dirty="0"/>
              <a:t>. Communication isn’t just about sending emails—it’s about making sure all critical project content is shared clearly with the right people. Here’s what each point means:</a:t>
            </a:r>
          </a:p>
          <a:p>
            <a:br>
              <a:rPr lang="en-CA" dirty="0"/>
            </a:br>
            <a:endParaRPr lang="en-CA" dirty="0"/>
          </a:p>
          <a:p>
            <a:r>
              <a:rPr lang="en-CA" b="1" dirty="0"/>
              <a:t>1) Project Plans</a:t>
            </a:r>
          </a:p>
          <a:p>
            <a:r>
              <a:rPr lang="en-CA" dirty="0"/>
              <a:t>The roadmap of the project—objectives, timelines, tasks, resources.</a:t>
            </a:r>
          </a:p>
          <a:p>
            <a:r>
              <a:rPr lang="en-CA" dirty="0"/>
              <a:t>Communicated so everyone understands the overall direction.</a:t>
            </a:r>
          </a:p>
          <a:p>
            <a:br>
              <a:rPr lang="en-CA" dirty="0"/>
            </a:br>
            <a:endParaRPr lang="en-CA" dirty="0"/>
          </a:p>
          <a:p>
            <a:r>
              <a:rPr lang="en-CA" b="1" dirty="0"/>
              <a:t>2) Project Meetings</a:t>
            </a:r>
          </a:p>
          <a:p>
            <a:r>
              <a:rPr lang="en-CA" dirty="0"/>
              <a:t>Discussions where updates, problems, and decisions are shared.</a:t>
            </a:r>
          </a:p>
          <a:p>
            <a:r>
              <a:rPr lang="en-CA" dirty="0"/>
              <a:t>Ensures alignment, problem-solving, and accountability.</a:t>
            </a:r>
          </a:p>
          <a:p>
            <a:br>
              <a:rPr lang="en-CA" dirty="0"/>
            </a:br>
            <a:endParaRPr lang="en-CA" dirty="0"/>
          </a:p>
          <a:p>
            <a:r>
              <a:rPr lang="en-CA" b="1" dirty="0"/>
              <a:t>3) Status Updates</a:t>
            </a:r>
          </a:p>
          <a:p>
            <a:r>
              <a:rPr lang="en-CA" dirty="0"/>
              <a:t>Reports on progress, milestones reached, risks, or delays.</a:t>
            </a:r>
          </a:p>
          <a:p>
            <a:r>
              <a:rPr lang="en-CA" dirty="0"/>
              <a:t>Keeps stakeholders informed about whether the project is on track.</a:t>
            </a:r>
          </a:p>
          <a:p>
            <a:br>
              <a:rPr lang="en-CA" dirty="0"/>
            </a:br>
            <a:endParaRPr lang="en-CA" dirty="0"/>
          </a:p>
          <a:p>
            <a:r>
              <a:rPr lang="en-CA" b="1" dirty="0"/>
              <a:t>4) Organization Charts</a:t>
            </a:r>
          </a:p>
          <a:p>
            <a:r>
              <a:rPr lang="en-CA" dirty="0"/>
              <a:t>Visuals showing </a:t>
            </a:r>
            <a:r>
              <a:rPr lang="en-CA" b="1" dirty="0"/>
              <a:t>who reports to whom</a:t>
            </a:r>
            <a:r>
              <a:rPr lang="en-CA" dirty="0"/>
              <a:t> and </a:t>
            </a:r>
            <a:r>
              <a:rPr lang="en-CA" b="1" dirty="0"/>
              <a:t>who is responsible for what</a:t>
            </a:r>
            <a:r>
              <a:rPr lang="en-CA" dirty="0"/>
              <a:t>.</a:t>
            </a:r>
          </a:p>
          <a:p>
            <a:r>
              <a:rPr lang="en-CA" dirty="0"/>
              <a:t>Helps clarify roles, responsibilities, and decision-making authority.</a:t>
            </a:r>
          </a:p>
          <a:p>
            <a:br>
              <a:rPr lang="en-CA" dirty="0"/>
            </a:br>
            <a:endParaRPr lang="en-CA" dirty="0"/>
          </a:p>
          <a:p>
            <a:r>
              <a:rPr lang="en-CA" b="1" dirty="0"/>
              <a:t>5) Requirements – What are we doing?</a:t>
            </a:r>
          </a:p>
          <a:p>
            <a:r>
              <a:rPr lang="en-CA" dirty="0"/>
              <a:t>Clear statement of </a:t>
            </a:r>
            <a:r>
              <a:rPr lang="en-CA" b="1" dirty="0"/>
              <a:t>what needs to be built or delivered</a:t>
            </a:r>
            <a:r>
              <a:rPr lang="en-CA" dirty="0"/>
              <a:t>.</a:t>
            </a:r>
          </a:p>
          <a:p>
            <a:r>
              <a:rPr lang="en-CA" dirty="0"/>
              <a:t>Prevents confusion about scope and ensures all work matches stakeholder needs.</a:t>
            </a:r>
          </a:p>
          <a:p>
            <a:br>
              <a:rPr lang="en-CA" dirty="0"/>
            </a:br>
            <a:endParaRPr lang="en-CA" dirty="0"/>
          </a:p>
          <a:p>
            <a:r>
              <a:rPr lang="en-CA" b="1" dirty="0"/>
              <a:t>6) Contracts</a:t>
            </a:r>
          </a:p>
          <a:p>
            <a:r>
              <a:rPr lang="en-CA" dirty="0"/>
              <a:t>Agreements with vendors, partners, or clients.</a:t>
            </a:r>
          </a:p>
          <a:p>
            <a:r>
              <a:rPr lang="en-CA" dirty="0"/>
              <a:t>Communicating terms avoids legal or financial misunderstandings.</a:t>
            </a:r>
          </a:p>
          <a:p>
            <a:br>
              <a:rPr lang="en-CA" dirty="0"/>
            </a:br>
            <a:endParaRPr lang="en-CA" dirty="0"/>
          </a:p>
          <a:p>
            <a:r>
              <a:rPr lang="en-CA" b="1" dirty="0"/>
              <a:t>7) Presentations</a:t>
            </a:r>
          </a:p>
          <a:p>
            <a:r>
              <a:rPr lang="en-CA" dirty="0"/>
              <a:t>Used to communicate ideas, progress, or results to different audiences.</a:t>
            </a:r>
          </a:p>
          <a:p>
            <a:r>
              <a:rPr lang="en-CA" dirty="0"/>
              <a:t>Often tailored: detailed for the team, high-level for executives.</a:t>
            </a:r>
          </a:p>
          <a:p>
            <a:br>
              <a:rPr lang="en-CA" dirty="0"/>
            </a:br>
            <a:endParaRPr lang="en-CA" dirty="0"/>
          </a:p>
          <a:p>
            <a:r>
              <a:rPr lang="en-CA" b="1" dirty="0"/>
              <a:t>8) Policies and Procedures</a:t>
            </a:r>
          </a:p>
          <a:p>
            <a:r>
              <a:rPr lang="en-CA" dirty="0"/>
              <a:t>Rules and guidelines that govern how work is done.</a:t>
            </a:r>
          </a:p>
          <a:p>
            <a:r>
              <a:rPr lang="en-CA" dirty="0"/>
              <a:t>Ensures compliance, consistency, and standardization across the project.</a:t>
            </a:r>
          </a:p>
          <a:p>
            <a:br>
              <a:rPr lang="en-CA" dirty="0"/>
            </a:br>
            <a:endParaRPr lang="en-CA" dirty="0"/>
          </a:p>
          <a:p>
            <a:r>
              <a:rPr lang="en-CA" dirty="0"/>
              <a:t>✅ </a:t>
            </a:r>
            <a:r>
              <a:rPr lang="en-CA" b="1" dirty="0"/>
              <a:t>In summary:</a:t>
            </a:r>
            <a:br>
              <a:rPr lang="en-CA" dirty="0"/>
            </a:br>
            <a:r>
              <a:rPr lang="en-CA" dirty="0"/>
              <a:t>In a project, we communicate </a:t>
            </a:r>
            <a:r>
              <a:rPr lang="en-CA" b="1" dirty="0"/>
              <a:t>plans (where we’re going), progress (how we’re doing), structure (who does what), and rules (how we operate)</a:t>
            </a:r>
            <a:r>
              <a:rPr lang="en-CA" dirty="0"/>
              <a:t>. Together, these communications keep the project transparent, coordinated, and legally sound.</a:t>
            </a:r>
          </a:p>
          <a:p>
            <a:endParaRPr lang="en-CA" dirty="0"/>
          </a:p>
        </p:txBody>
      </p:sp>
      <p:sp>
        <p:nvSpPr>
          <p:cNvPr id="4" name="Slide Number Placeholder 3"/>
          <p:cNvSpPr>
            <a:spLocks noGrp="1"/>
          </p:cNvSpPr>
          <p:nvPr>
            <p:ph type="sldNum" sz="quarter" idx="5"/>
          </p:nvPr>
        </p:nvSpPr>
        <p:spPr/>
        <p:txBody>
          <a:bodyPr/>
          <a:lstStyle/>
          <a:p>
            <a:pPr>
              <a:defRPr/>
            </a:pPr>
            <a:fld id="{D79C5A0D-8E40-4135-8D86-9DE3655EA394}" type="slidenum">
              <a:rPr lang="en-US" smtClean="0"/>
              <a:pPr>
                <a:defRPr/>
              </a:pPr>
              <a:t>21</a:t>
            </a:fld>
            <a:endParaRPr lang="en-US"/>
          </a:p>
        </p:txBody>
      </p:sp>
    </p:spTree>
    <p:extLst>
      <p:ext uri="{BB962C8B-B14F-4D97-AF65-F5344CB8AC3E}">
        <p14:creationId xmlns:p14="http://schemas.microsoft.com/office/powerpoint/2010/main" val="1059974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slide explains the </a:t>
            </a:r>
            <a:r>
              <a:rPr lang="en-CA" b="1" dirty="0"/>
              <a:t>main types of performance reports</a:t>
            </a:r>
            <a:r>
              <a:rPr lang="en-CA" dirty="0"/>
              <a:t> in project management. These reports help project managers, teams, and stakeholders understand how the project is doing and whether corrective action is needed. Let’s go through each one:</a:t>
            </a:r>
          </a:p>
          <a:p>
            <a:br>
              <a:rPr lang="en-CA" dirty="0"/>
            </a:br>
            <a:endParaRPr lang="en-CA" dirty="0"/>
          </a:p>
          <a:p>
            <a:r>
              <a:rPr lang="en-CA" b="1" dirty="0"/>
              <a:t>1) Status Report – Where the project stands now</a:t>
            </a:r>
          </a:p>
          <a:p>
            <a:r>
              <a:rPr lang="en-CA" dirty="0"/>
              <a:t>A snapshot of the </a:t>
            </a:r>
            <a:r>
              <a:rPr lang="en-CA" b="1" dirty="0"/>
              <a:t>current state</a:t>
            </a:r>
            <a:r>
              <a:rPr lang="en-CA" dirty="0"/>
              <a:t> of the project.</a:t>
            </a:r>
          </a:p>
          <a:p>
            <a:r>
              <a:rPr lang="en-CA" dirty="0"/>
              <a:t>Answers: </a:t>
            </a:r>
            <a:r>
              <a:rPr lang="en-CA" i="1" dirty="0"/>
              <a:t>Are we on time? Within budget? Meeting quality standards?</a:t>
            </a:r>
            <a:endParaRPr lang="en-CA" dirty="0"/>
          </a:p>
          <a:p>
            <a:r>
              <a:rPr lang="en-CA" dirty="0"/>
              <a:t>Useful for stakeholders to know the immediate situation.</a:t>
            </a:r>
          </a:p>
          <a:p>
            <a:br>
              <a:rPr lang="en-CA" dirty="0"/>
            </a:br>
            <a:endParaRPr lang="en-CA" dirty="0"/>
          </a:p>
          <a:p>
            <a:r>
              <a:rPr lang="en-CA" b="1" dirty="0"/>
              <a:t>2) Progress Report – What has been accomplished</a:t>
            </a:r>
          </a:p>
          <a:p>
            <a:r>
              <a:rPr lang="en-CA" dirty="0"/>
              <a:t>Describes </a:t>
            </a:r>
            <a:r>
              <a:rPr lang="en-CA" b="1" dirty="0"/>
              <a:t>work completed</a:t>
            </a:r>
            <a:r>
              <a:rPr lang="en-CA" dirty="0"/>
              <a:t> over a certain time period (week, month, milestone).</a:t>
            </a:r>
          </a:p>
          <a:p>
            <a:r>
              <a:rPr lang="en-CA" dirty="0"/>
              <a:t>Focuses on </a:t>
            </a:r>
            <a:r>
              <a:rPr lang="en-CA" b="1" dirty="0"/>
              <a:t>deliverables achieved</a:t>
            </a:r>
            <a:r>
              <a:rPr lang="en-CA" dirty="0"/>
              <a:t> and tasks finished.</a:t>
            </a:r>
          </a:p>
          <a:p>
            <a:r>
              <a:rPr lang="en-CA" dirty="0"/>
              <a:t>Helps check if the project is moving forward as expected.</a:t>
            </a:r>
          </a:p>
          <a:p>
            <a:br>
              <a:rPr lang="en-CA" dirty="0"/>
            </a:br>
            <a:endParaRPr lang="en-CA" dirty="0"/>
          </a:p>
          <a:p>
            <a:r>
              <a:rPr lang="en-CA" b="1" dirty="0"/>
              <a:t>3) Trend Report – Performance over time</a:t>
            </a:r>
          </a:p>
          <a:p>
            <a:r>
              <a:rPr lang="en-CA" dirty="0"/>
              <a:t>Examines data across multiple reporting periods.</a:t>
            </a:r>
          </a:p>
          <a:p>
            <a:r>
              <a:rPr lang="en-CA" dirty="0"/>
              <a:t>Shows if performance is </a:t>
            </a:r>
            <a:r>
              <a:rPr lang="en-CA" b="1" dirty="0"/>
              <a:t>improving or deteriorating</a:t>
            </a:r>
            <a:r>
              <a:rPr lang="en-CA" dirty="0"/>
              <a:t>.</a:t>
            </a:r>
          </a:p>
          <a:p>
            <a:r>
              <a:rPr lang="en-CA" dirty="0"/>
              <a:t>Example: Productivity charts, defect counts, or cost performance trends.</a:t>
            </a:r>
          </a:p>
          <a:p>
            <a:r>
              <a:rPr lang="en-CA" dirty="0"/>
              <a:t>Useful for spotting early warning signs.</a:t>
            </a:r>
          </a:p>
          <a:p>
            <a:br>
              <a:rPr lang="en-CA" dirty="0"/>
            </a:br>
            <a:endParaRPr lang="en-CA" dirty="0"/>
          </a:p>
          <a:p>
            <a:r>
              <a:rPr lang="en-CA" b="1" dirty="0"/>
              <a:t>4) Forecasting Report – Predicting the future</a:t>
            </a:r>
          </a:p>
          <a:p>
            <a:r>
              <a:rPr lang="en-CA" dirty="0"/>
              <a:t>Projects the </a:t>
            </a:r>
            <a:r>
              <a:rPr lang="en-CA" b="1" dirty="0"/>
              <a:t>likely future status</a:t>
            </a:r>
            <a:r>
              <a:rPr lang="en-CA" dirty="0"/>
              <a:t> of schedule, cost, or quality.</a:t>
            </a:r>
          </a:p>
          <a:p>
            <a:r>
              <a:rPr lang="en-CA" dirty="0"/>
              <a:t>Answers: </a:t>
            </a:r>
            <a:r>
              <a:rPr lang="en-CA" i="1" dirty="0"/>
              <a:t>If current trends continue, where will we end up?</a:t>
            </a:r>
            <a:endParaRPr lang="en-CA" dirty="0"/>
          </a:p>
          <a:p>
            <a:r>
              <a:rPr lang="en-CA" dirty="0"/>
              <a:t>Helps management decide if interventions are needed now to avoid future problems.</a:t>
            </a:r>
          </a:p>
          <a:p>
            <a:br>
              <a:rPr lang="en-CA" dirty="0"/>
            </a:br>
            <a:endParaRPr lang="en-CA" dirty="0"/>
          </a:p>
          <a:p>
            <a:r>
              <a:rPr lang="en-CA" b="1" dirty="0"/>
              <a:t>5) Variance Report – Comparing actual to planned</a:t>
            </a:r>
          </a:p>
          <a:p>
            <a:r>
              <a:rPr lang="en-CA" dirty="0"/>
              <a:t>Identifies the </a:t>
            </a:r>
            <a:r>
              <a:rPr lang="en-CA" b="1" dirty="0"/>
              <a:t>gap between what was planned and what actually happened</a:t>
            </a:r>
            <a:r>
              <a:rPr lang="en-CA" dirty="0"/>
              <a:t>.</a:t>
            </a:r>
          </a:p>
          <a:p>
            <a:r>
              <a:rPr lang="en-CA" dirty="0"/>
              <a:t>Example: Planned budget $500K, actual $600K → variance = +$100K (overspend).</a:t>
            </a:r>
          </a:p>
          <a:p>
            <a:r>
              <a:rPr lang="en-CA" dirty="0"/>
              <a:t>Critical for understanding deviations and taking corrective measures.</a:t>
            </a:r>
          </a:p>
          <a:p>
            <a:br>
              <a:rPr lang="en-CA" dirty="0"/>
            </a:br>
            <a:endParaRPr lang="en-CA" dirty="0"/>
          </a:p>
          <a:p>
            <a:r>
              <a:rPr lang="en-CA" b="1" dirty="0"/>
              <a:t>6) Earned Value Report – Integrated performance view</a:t>
            </a:r>
          </a:p>
          <a:p>
            <a:r>
              <a:rPr lang="en-CA" dirty="0"/>
              <a:t>Combines </a:t>
            </a:r>
            <a:r>
              <a:rPr lang="en-CA" b="1" dirty="0"/>
              <a:t>scope, cost, and schedule</a:t>
            </a:r>
            <a:r>
              <a:rPr lang="en-CA" dirty="0"/>
              <a:t> into a single performance measure.</a:t>
            </a:r>
          </a:p>
          <a:p>
            <a:r>
              <a:rPr lang="en-CA" dirty="0"/>
              <a:t>Key metrics:</a:t>
            </a:r>
          </a:p>
          <a:p>
            <a:pPr lvl="1"/>
            <a:r>
              <a:rPr lang="en-CA" b="1" dirty="0"/>
              <a:t>Planned Value (PV)</a:t>
            </a:r>
            <a:r>
              <a:rPr lang="en-CA" dirty="0"/>
              <a:t> = what work </a:t>
            </a:r>
            <a:r>
              <a:rPr lang="en-CA" i="1" dirty="0"/>
              <a:t>should</a:t>
            </a:r>
            <a:r>
              <a:rPr lang="en-CA" dirty="0"/>
              <a:t> have been done.</a:t>
            </a:r>
          </a:p>
          <a:p>
            <a:pPr lvl="1"/>
            <a:r>
              <a:rPr lang="en-CA" b="1" dirty="0"/>
              <a:t>Earned Value (EV)</a:t>
            </a:r>
            <a:r>
              <a:rPr lang="en-CA" dirty="0"/>
              <a:t> = value of work </a:t>
            </a:r>
            <a:r>
              <a:rPr lang="en-CA" i="1" dirty="0"/>
              <a:t>actually done</a:t>
            </a:r>
            <a:r>
              <a:rPr lang="en-CA" dirty="0"/>
              <a:t>.</a:t>
            </a:r>
          </a:p>
          <a:p>
            <a:pPr lvl="1"/>
            <a:r>
              <a:rPr lang="en-CA" b="1" dirty="0"/>
              <a:t>Actual Cost (AC)</a:t>
            </a:r>
            <a:r>
              <a:rPr lang="en-CA" dirty="0"/>
              <a:t> = what was </a:t>
            </a:r>
            <a:r>
              <a:rPr lang="en-CA" i="1" dirty="0"/>
              <a:t>actually spent</a:t>
            </a:r>
            <a:r>
              <a:rPr lang="en-CA" dirty="0"/>
              <a:t>.</a:t>
            </a:r>
          </a:p>
          <a:p>
            <a:r>
              <a:rPr lang="en-CA" dirty="0"/>
              <a:t>Provides powerful indicators like </a:t>
            </a:r>
            <a:r>
              <a:rPr lang="en-CA" b="1" dirty="0"/>
              <a:t>CPI (Cost Performance Index)</a:t>
            </a:r>
            <a:r>
              <a:rPr lang="en-CA" dirty="0"/>
              <a:t> and </a:t>
            </a:r>
            <a:r>
              <a:rPr lang="en-CA" b="1" dirty="0"/>
              <a:t>SPI (Schedule Performance Index)</a:t>
            </a:r>
            <a:r>
              <a:rPr lang="en-CA" dirty="0"/>
              <a:t>.</a:t>
            </a:r>
          </a:p>
          <a:p>
            <a:r>
              <a:rPr lang="en-CA" dirty="0"/>
              <a:t>Considered the </a:t>
            </a:r>
            <a:r>
              <a:rPr lang="en-CA" b="1" dirty="0"/>
              <a:t>gold standard</a:t>
            </a:r>
            <a:r>
              <a:rPr lang="en-CA" dirty="0"/>
              <a:t> of performance reporting.</a:t>
            </a:r>
          </a:p>
          <a:p>
            <a:br>
              <a:rPr lang="en-CA" dirty="0"/>
            </a:br>
            <a:endParaRPr lang="en-CA" dirty="0"/>
          </a:p>
          <a:p>
            <a:r>
              <a:rPr lang="en-CA" dirty="0"/>
              <a:t>✅ </a:t>
            </a:r>
            <a:r>
              <a:rPr lang="en-CA" b="1" dirty="0"/>
              <a:t>In summary:</a:t>
            </a:r>
            <a:endParaRPr lang="en-CA" dirty="0"/>
          </a:p>
          <a:p>
            <a:r>
              <a:rPr lang="en-CA" b="1" dirty="0"/>
              <a:t>Status &amp; Progress</a:t>
            </a:r>
            <a:r>
              <a:rPr lang="en-CA" dirty="0"/>
              <a:t> = What’s happening now.</a:t>
            </a:r>
          </a:p>
          <a:p>
            <a:r>
              <a:rPr lang="en-CA" b="1" dirty="0"/>
              <a:t>Trend &amp; Forecasting</a:t>
            </a:r>
            <a:r>
              <a:rPr lang="en-CA" dirty="0"/>
              <a:t> = How it’s evolving, where it’s heading.</a:t>
            </a:r>
          </a:p>
          <a:p>
            <a:r>
              <a:rPr lang="en-CA" b="1" dirty="0"/>
              <a:t>Variance &amp; Earned Value</a:t>
            </a:r>
            <a:r>
              <a:rPr lang="en-CA" dirty="0"/>
              <a:t> = How actual performance compares to the plan.</a:t>
            </a:r>
          </a:p>
          <a:p>
            <a:endParaRPr lang="en-CA" dirty="0"/>
          </a:p>
        </p:txBody>
      </p:sp>
      <p:sp>
        <p:nvSpPr>
          <p:cNvPr id="4" name="Slide Number Placeholder 3"/>
          <p:cNvSpPr>
            <a:spLocks noGrp="1"/>
          </p:cNvSpPr>
          <p:nvPr>
            <p:ph type="sldNum" sz="quarter" idx="5"/>
          </p:nvPr>
        </p:nvSpPr>
        <p:spPr/>
        <p:txBody>
          <a:bodyPr/>
          <a:lstStyle/>
          <a:p>
            <a:pPr>
              <a:defRPr/>
            </a:pPr>
            <a:fld id="{D79C5A0D-8E40-4135-8D86-9DE3655EA394}" type="slidenum">
              <a:rPr lang="en-US" smtClean="0"/>
              <a:pPr>
                <a:defRPr/>
              </a:pPr>
              <a:t>23</a:t>
            </a:fld>
            <a:endParaRPr lang="en-US"/>
          </a:p>
        </p:txBody>
      </p:sp>
    </p:spTree>
    <p:extLst>
      <p:ext uri="{BB962C8B-B14F-4D97-AF65-F5344CB8AC3E}">
        <p14:creationId xmlns:p14="http://schemas.microsoft.com/office/powerpoint/2010/main" val="250406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What It Is</a:t>
            </a:r>
          </a:p>
          <a:p>
            <a:r>
              <a:rPr lang="en-CA" dirty="0"/>
              <a:t>It’s the </a:t>
            </a:r>
            <a:r>
              <a:rPr lang="en-CA" b="1" dirty="0"/>
              <a:t>process of planning and managing communication</a:t>
            </a:r>
            <a:r>
              <a:rPr lang="en-CA" dirty="0"/>
              <a:t> so that stakeholders receive the right information at the right time.</a:t>
            </a:r>
          </a:p>
          <a:p>
            <a:r>
              <a:rPr lang="en-CA" dirty="0"/>
              <a:t>The focus is on </a:t>
            </a:r>
            <a:r>
              <a:rPr lang="en-CA" b="1" dirty="0"/>
              <a:t>stakeholder needs</a:t>
            </a:r>
            <a:r>
              <a:rPr lang="en-CA" dirty="0"/>
              <a:t>—what they must know, when, and how.</a:t>
            </a:r>
          </a:p>
          <a:p>
            <a:br>
              <a:rPr lang="en-CA" dirty="0"/>
            </a:br>
            <a:endParaRPr lang="en-CA" dirty="0"/>
          </a:p>
          <a:p>
            <a:r>
              <a:rPr lang="en-CA" b="1" dirty="0"/>
              <a:t>Key Elements of the Written Communication Plan</a:t>
            </a:r>
          </a:p>
          <a:p>
            <a:r>
              <a:rPr lang="en-CA" b="1" dirty="0"/>
              <a:t>What information needs to be collected and when</a:t>
            </a:r>
            <a:br>
              <a:rPr lang="en-CA" dirty="0"/>
            </a:br>
            <a:r>
              <a:rPr lang="en-CA" dirty="0"/>
              <a:t>– Defines the content and timing (e.g., weekly status reports, monthly budget updates).</a:t>
            </a:r>
          </a:p>
          <a:p>
            <a:r>
              <a:rPr lang="en-CA" b="1" dirty="0"/>
              <a:t>Who will receive the information</a:t>
            </a:r>
            <a:br>
              <a:rPr lang="en-CA" dirty="0"/>
            </a:br>
            <a:r>
              <a:rPr lang="en-CA" dirty="0"/>
              <a:t>– Identifies all stakeholders and their communication needs (sponsor, team, client, vendors).</a:t>
            </a:r>
          </a:p>
          <a:p>
            <a:r>
              <a:rPr lang="en-CA" b="1" dirty="0"/>
              <a:t>Methods used to gather and store information</a:t>
            </a:r>
            <a:br>
              <a:rPr lang="en-CA" dirty="0"/>
            </a:br>
            <a:r>
              <a:rPr lang="en-CA" dirty="0"/>
              <a:t>– Could be emails, shared drives, project management software, dashboards.</a:t>
            </a:r>
          </a:p>
          <a:p>
            <a:r>
              <a:rPr lang="en-CA" b="1" dirty="0"/>
              <a:t>Limits on communication</a:t>
            </a:r>
            <a:br>
              <a:rPr lang="en-CA" dirty="0"/>
            </a:br>
            <a:r>
              <a:rPr lang="en-CA" dirty="0"/>
              <a:t>– Who is authorized to share information and to whom (avoiding miscommunication or breaches).</a:t>
            </a:r>
          </a:p>
          <a:p>
            <a:r>
              <a:rPr lang="en-CA" b="1" dirty="0"/>
              <a:t>Reporting relationships</a:t>
            </a:r>
            <a:br>
              <a:rPr lang="en-CA" dirty="0"/>
            </a:br>
            <a:r>
              <a:rPr lang="en-CA" dirty="0"/>
              <a:t>– Clarifies the hierarchy (e.g., project manager reports to sponsor, team reports to manager).</a:t>
            </a:r>
          </a:p>
          <a:p>
            <a:r>
              <a:rPr lang="en-CA" b="1" dirty="0"/>
              <a:t>Contact information for all stakeholders</a:t>
            </a:r>
            <a:br>
              <a:rPr lang="en-CA" dirty="0"/>
            </a:br>
            <a:r>
              <a:rPr lang="en-CA" dirty="0"/>
              <a:t>– A directory to quickly reach the right person when needed.</a:t>
            </a:r>
          </a:p>
          <a:p>
            <a:r>
              <a:rPr lang="en-CA" b="1" dirty="0"/>
              <a:t>Schedule for distribution of each communication type</a:t>
            </a:r>
            <a:br>
              <a:rPr lang="en-CA" dirty="0"/>
            </a:br>
            <a:r>
              <a:rPr lang="en-CA" dirty="0"/>
              <a:t>– Defines frequency (e.g., daily stand-ups, weekly updates, quarterly presentations).</a:t>
            </a:r>
          </a:p>
          <a:p>
            <a:br>
              <a:rPr lang="en-CA" dirty="0"/>
            </a:br>
            <a:endParaRPr lang="en-CA" dirty="0"/>
          </a:p>
          <a:p>
            <a:r>
              <a:rPr lang="en-CA" b="1" dirty="0"/>
              <a:t>Why It Matters</a:t>
            </a:r>
          </a:p>
          <a:p>
            <a:r>
              <a:rPr lang="en-CA" dirty="0"/>
              <a:t>Research shows </a:t>
            </a:r>
            <a:r>
              <a:rPr lang="en-CA" b="1" dirty="0"/>
              <a:t>90% of a Project Manager’s time is spent communicating</a:t>
            </a:r>
            <a:r>
              <a:rPr lang="en-CA" dirty="0"/>
              <a:t>—through meetings, reports, emails, calls, and stakeholder discussions.</a:t>
            </a:r>
          </a:p>
          <a:p>
            <a:r>
              <a:rPr lang="en-CA" dirty="0"/>
              <a:t>Poor communication is one of the </a:t>
            </a:r>
            <a:r>
              <a:rPr lang="en-CA" b="1" dirty="0"/>
              <a:t>top reasons projects fail</a:t>
            </a:r>
            <a:r>
              <a:rPr lang="en-CA" dirty="0"/>
              <a:t>.</a:t>
            </a:r>
          </a:p>
          <a:p>
            <a:r>
              <a:rPr lang="en-CA" dirty="0"/>
              <a:t>A solid communications plan ensures </a:t>
            </a:r>
            <a:r>
              <a:rPr lang="en-CA" b="1" dirty="0"/>
              <a:t>clarity, transparency, accountability, and trust</a:t>
            </a:r>
            <a:r>
              <a:rPr lang="en-CA" dirty="0"/>
              <a:t> throughout the project.</a:t>
            </a:r>
          </a:p>
          <a:p>
            <a:br>
              <a:rPr lang="en-CA" dirty="0"/>
            </a:br>
            <a:endParaRPr lang="en-CA" dirty="0"/>
          </a:p>
          <a:p>
            <a:r>
              <a:rPr lang="en-CA" dirty="0"/>
              <a:t>✅ </a:t>
            </a:r>
            <a:r>
              <a:rPr lang="en-CA" b="1" dirty="0"/>
              <a:t>In summary</a:t>
            </a:r>
            <a:r>
              <a:rPr lang="en-CA" dirty="0"/>
              <a:t>: Project Communications Management is about creating a structured plan that ensures everyone gets the right information, at the right time, through the right channels. It is the backbone of project success.</a:t>
            </a:r>
          </a:p>
          <a:p>
            <a:endParaRPr lang="en-CA" dirty="0"/>
          </a:p>
        </p:txBody>
      </p:sp>
      <p:sp>
        <p:nvSpPr>
          <p:cNvPr id="4" name="Slide Number Placeholder 3"/>
          <p:cNvSpPr>
            <a:spLocks noGrp="1"/>
          </p:cNvSpPr>
          <p:nvPr>
            <p:ph type="sldNum" sz="quarter" idx="5"/>
          </p:nvPr>
        </p:nvSpPr>
        <p:spPr/>
        <p:txBody>
          <a:bodyPr/>
          <a:lstStyle/>
          <a:p>
            <a:pPr>
              <a:defRPr/>
            </a:pPr>
            <a:fld id="{D79C5A0D-8E40-4135-8D86-9DE3655EA394}" type="slidenum">
              <a:rPr lang="en-US" smtClean="0"/>
              <a:pPr>
                <a:defRPr/>
              </a:pPr>
              <a:t>25</a:t>
            </a:fld>
            <a:endParaRPr lang="en-US"/>
          </a:p>
        </p:txBody>
      </p:sp>
    </p:spTree>
    <p:extLst>
      <p:ext uri="{BB962C8B-B14F-4D97-AF65-F5344CB8AC3E}">
        <p14:creationId xmlns:p14="http://schemas.microsoft.com/office/powerpoint/2010/main" val="38985026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Manage Communications</a:t>
            </a:r>
            <a:r>
              <a:rPr lang="en-CA" dirty="0"/>
              <a:t> is about the </a:t>
            </a:r>
            <a:r>
              <a:rPr lang="en-CA" b="1" dirty="0"/>
              <a:t>actual execution</a:t>
            </a:r>
            <a:r>
              <a:rPr lang="en-CA" dirty="0"/>
              <a:t> of the communication plan.</a:t>
            </a:r>
          </a:p>
          <a:p>
            <a:r>
              <a:rPr lang="en-CA" dirty="0"/>
              <a:t>While </a:t>
            </a:r>
            <a:r>
              <a:rPr lang="en-CA" i="1" dirty="0"/>
              <a:t>Plan Communications Management</a:t>
            </a:r>
            <a:r>
              <a:rPr lang="en-CA" dirty="0"/>
              <a:t> is about designing </a:t>
            </a:r>
            <a:r>
              <a:rPr lang="en-CA" i="1" dirty="0"/>
              <a:t>what, when, and how</a:t>
            </a:r>
            <a:r>
              <a:rPr lang="en-CA" dirty="0"/>
              <a:t> to communicate, </a:t>
            </a:r>
            <a:r>
              <a:rPr lang="en-CA" i="1" dirty="0"/>
              <a:t>Manage Communications</a:t>
            </a:r>
            <a:r>
              <a:rPr lang="en-CA" dirty="0"/>
              <a:t> is about </a:t>
            </a:r>
            <a:r>
              <a:rPr lang="en-CA" b="1" dirty="0"/>
              <a:t>doing it</a:t>
            </a:r>
            <a:r>
              <a:rPr lang="en-CA" dirty="0"/>
              <a:t>—creating, sharing, and ensuring information flows properly.</a:t>
            </a:r>
          </a:p>
          <a:p>
            <a:endParaRPr lang="en-CA" dirty="0"/>
          </a:p>
        </p:txBody>
      </p:sp>
      <p:sp>
        <p:nvSpPr>
          <p:cNvPr id="4" name="Slide Number Placeholder 3"/>
          <p:cNvSpPr>
            <a:spLocks noGrp="1"/>
          </p:cNvSpPr>
          <p:nvPr>
            <p:ph type="sldNum" sz="quarter" idx="5"/>
          </p:nvPr>
        </p:nvSpPr>
        <p:spPr/>
        <p:txBody>
          <a:bodyPr/>
          <a:lstStyle/>
          <a:p>
            <a:pPr>
              <a:defRPr/>
            </a:pPr>
            <a:fld id="{D79C5A0D-8E40-4135-8D86-9DE3655EA394}" type="slidenum">
              <a:rPr lang="en-US" smtClean="0"/>
              <a:pPr>
                <a:defRPr/>
              </a:pPr>
              <a:t>26</a:t>
            </a:fld>
            <a:endParaRPr lang="en-US"/>
          </a:p>
        </p:txBody>
      </p:sp>
    </p:spTree>
    <p:extLst>
      <p:ext uri="{BB962C8B-B14F-4D97-AF65-F5344CB8AC3E}">
        <p14:creationId xmlns:p14="http://schemas.microsoft.com/office/powerpoint/2010/main" val="2085111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1. Nonverbal Communication</a:t>
            </a:r>
          </a:p>
          <a:p>
            <a:r>
              <a:rPr lang="en-CA" dirty="0"/>
              <a:t>About </a:t>
            </a:r>
            <a:r>
              <a:rPr lang="en-CA" b="1" dirty="0"/>
              <a:t>93% of person-to-person communication is non-verbal</a:t>
            </a:r>
            <a:r>
              <a:rPr lang="en-CA" dirty="0"/>
              <a:t>.</a:t>
            </a:r>
          </a:p>
          <a:p>
            <a:r>
              <a:rPr lang="en-CA" dirty="0"/>
              <a:t>Breakdown:</a:t>
            </a:r>
          </a:p>
          <a:p>
            <a:pPr lvl="1"/>
            <a:r>
              <a:rPr lang="en-CA" b="1" dirty="0"/>
              <a:t>Body Language</a:t>
            </a:r>
            <a:r>
              <a:rPr lang="en-CA" dirty="0"/>
              <a:t> – 55% (gestures, posture, facial expressions).</a:t>
            </a:r>
          </a:p>
          <a:p>
            <a:pPr lvl="1"/>
            <a:r>
              <a:rPr lang="en-CA" b="1" dirty="0"/>
              <a:t>Tone of Voice</a:t>
            </a:r>
            <a:r>
              <a:rPr lang="en-CA" dirty="0"/>
              <a:t> – 38% (intonation, emphasis, speed).</a:t>
            </a:r>
          </a:p>
          <a:p>
            <a:pPr lvl="1"/>
            <a:r>
              <a:rPr lang="en-CA" dirty="0"/>
              <a:t>On the phone, tone becomes even more important (up to 86%) since body language is absent.</a:t>
            </a:r>
          </a:p>
          <a:p>
            <a:r>
              <a:rPr lang="en-CA" dirty="0"/>
              <a:t>Words themselves often matter less than how they are </a:t>
            </a:r>
            <a:r>
              <a:rPr lang="en-CA" b="1" dirty="0"/>
              <a:t>delivered</a:t>
            </a:r>
            <a:r>
              <a:rPr lang="en-CA" dirty="0"/>
              <a:t>.</a:t>
            </a:r>
          </a:p>
          <a:p>
            <a:br>
              <a:rPr lang="en-CA" dirty="0"/>
            </a:br>
            <a:endParaRPr lang="en-CA" dirty="0"/>
          </a:p>
          <a:p>
            <a:r>
              <a:rPr lang="en-CA" b="1" dirty="0"/>
              <a:t>2. Active Listening</a:t>
            </a:r>
          </a:p>
          <a:p>
            <a:r>
              <a:rPr lang="en-CA" dirty="0"/>
              <a:t>The receiver shows they are listening by </a:t>
            </a:r>
            <a:r>
              <a:rPr lang="en-CA" b="1" dirty="0"/>
              <a:t>agreeing, nodding, or asking clarifying questions</a:t>
            </a:r>
            <a:r>
              <a:rPr lang="en-CA" dirty="0"/>
              <a:t>.</a:t>
            </a:r>
          </a:p>
          <a:p>
            <a:r>
              <a:rPr lang="en-CA" dirty="0"/>
              <a:t>It’s about demonstrating attentiveness and engagement.</a:t>
            </a:r>
          </a:p>
          <a:p>
            <a:r>
              <a:rPr lang="en-CA" dirty="0"/>
              <a:t>Example: “So what you’re saying is…?”</a:t>
            </a:r>
          </a:p>
          <a:p>
            <a:br>
              <a:rPr lang="en-CA" dirty="0"/>
            </a:br>
            <a:endParaRPr lang="en-CA" dirty="0"/>
          </a:p>
          <a:p>
            <a:r>
              <a:rPr lang="en-CA" b="1" dirty="0"/>
              <a:t>3. Effective Listening</a:t>
            </a:r>
          </a:p>
          <a:p>
            <a:r>
              <a:rPr lang="en-CA" dirty="0"/>
              <a:t>Goes deeper than just hearing words.</a:t>
            </a:r>
          </a:p>
          <a:p>
            <a:r>
              <a:rPr lang="en-CA" dirty="0"/>
              <a:t>Involves </a:t>
            </a:r>
            <a:r>
              <a:rPr lang="en-CA" b="1" dirty="0"/>
              <a:t>watching the speaker’s physical cues</a:t>
            </a:r>
            <a:r>
              <a:rPr lang="en-CA" dirty="0"/>
              <a:t>, </a:t>
            </a:r>
            <a:r>
              <a:rPr lang="en-CA" b="1" dirty="0"/>
              <a:t>processing information carefully before responding</a:t>
            </a:r>
            <a:r>
              <a:rPr lang="en-CA" dirty="0"/>
              <a:t>, and ensuring thoughtful engagement.</a:t>
            </a:r>
          </a:p>
          <a:p>
            <a:r>
              <a:rPr lang="en-CA" dirty="0"/>
              <a:t>Skills include: asking relevant questions, paraphrasing, and reflecting back what was heard.</a:t>
            </a:r>
          </a:p>
          <a:p>
            <a:br>
              <a:rPr lang="en-CA" dirty="0"/>
            </a:br>
            <a:endParaRPr lang="en-CA" dirty="0"/>
          </a:p>
          <a:p>
            <a:r>
              <a:rPr lang="en-CA" b="1" dirty="0"/>
              <a:t>4. Feedback</a:t>
            </a:r>
          </a:p>
          <a:p>
            <a:r>
              <a:rPr lang="en-CA" dirty="0"/>
              <a:t>A two-way loop—essential for confirming understanding.</a:t>
            </a:r>
          </a:p>
          <a:p>
            <a:r>
              <a:rPr lang="en-CA" dirty="0"/>
              <a:t>Examples: “Do you understand what I explained?” or the listener nodding/smiling to show comprehension.</a:t>
            </a:r>
          </a:p>
          <a:p>
            <a:r>
              <a:rPr lang="en-CA" dirty="0"/>
              <a:t>Feedback helps both sender and receiver ensure the message has been received accurately.</a:t>
            </a:r>
          </a:p>
          <a:p>
            <a:br>
              <a:rPr lang="en-CA" dirty="0"/>
            </a:br>
            <a:endParaRPr lang="en-CA" dirty="0"/>
          </a:p>
          <a:p>
            <a:r>
              <a:rPr lang="en-CA" dirty="0"/>
              <a:t>✅ </a:t>
            </a:r>
            <a:r>
              <a:rPr lang="en-CA" b="1" dirty="0"/>
              <a:t>In summary:</a:t>
            </a:r>
            <a:endParaRPr lang="en-CA" dirty="0"/>
          </a:p>
          <a:p>
            <a:r>
              <a:rPr lang="en-CA" dirty="0"/>
              <a:t>Most communication is </a:t>
            </a:r>
            <a:r>
              <a:rPr lang="en-CA" b="1" dirty="0"/>
              <a:t>nonverbal</a:t>
            </a:r>
            <a:r>
              <a:rPr lang="en-CA" dirty="0"/>
              <a:t>.</a:t>
            </a:r>
          </a:p>
          <a:p>
            <a:r>
              <a:rPr lang="en-CA" dirty="0"/>
              <a:t>Good communicators practice </a:t>
            </a:r>
            <a:r>
              <a:rPr lang="en-CA" b="1" dirty="0"/>
              <a:t>active listening</a:t>
            </a:r>
            <a:r>
              <a:rPr lang="en-CA" dirty="0"/>
              <a:t> (showing engagement), </a:t>
            </a:r>
            <a:r>
              <a:rPr lang="en-CA" b="1" dirty="0"/>
              <a:t>effective listening</a:t>
            </a:r>
            <a:r>
              <a:rPr lang="en-CA" dirty="0"/>
              <a:t> (understanding deeper meaning), and </a:t>
            </a:r>
            <a:r>
              <a:rPr lang="en-CA" b="1" dirty="0"/>
              <a:t>feedback</a:t>
            </a:r>
            <a:r>
              <a:rPr lang="en-CA" dirty="0"/>
              <a:t> (closing the loop).</a:t>
            </a:r>
          </a:p>
          <a:p>
            <a:endParaRPr lang="en-CA" dirty="0"/>
          </a:p>
        </p:txBody>
      </p:sp>
      <p:sp>
        <p:nvSpPr>
          <p:cNvPr id="4" name="Slide Number Placeholder 3"/>
          <p:cNvSpPr>
            <a:spLocks noGrp="1"/>
          </p:cNvSpPr>
          <p:nvPr>
            <p:ph type="sldNum" sz="quarter" idx="5"/>
          </p:nvPr>
        </p:nvSpPr>
        <p:spPr/>
        <p:txBody>
          <a:bodyPr/>
          <a:lstStyle/>
          <a:p>
            <a:pPr>
              <a:defRPr/>
            </a:pPr>
            <a:fld id="{D79C5A0D-8E40-4135-8D86-9DE3655EA394}" type="slidenum">
              <a:rPr lang="en-US" smtClean="0"/>
              <a:pPr>
                <a:defRPr/>
              </a:pPr>
              <a:t>31</a:t>
            </a:fld>
            <a:endParaRPr lang="en-US"/>
          </a:p>
        </p:txBody>
      </p:sp>
    </p:spTree>
    <p:extLst>
      <p:ext uri="{BB962C8B-B14F-4D97-AF65-F5344CB8AC3E}">
        <p14:creationId xmlns:p14="http://schemas.microsoft.com/office/powerpoint/2010/main" val="33583114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1) Selective Attention</a:t>
            </a:r>
          </a:p>
          <a:p>
            <a:r>
              <a:rPr lang="en-CA" dirty="0"/>
              <a:t>We </a:t>
            </a:r>
            <a:r>
              <a:rPr lang="en-CA" b="1" dirty="0"/>
              <a:t>choose what to focus on</a:t>
            </a:r>
            <a:r>
              <a:rPr lang="en-CA" dirty="0"/>
              <a:t> and ignore the rest.</a:t>
            </a:r>
          </a:p>
          <a:p>
            <a:r>
              <a:rPr lang="en-CA" dirty="0"/>
              <a:t>Example: In a noisy meeting, you tune out background chatter and focus only on your manager’s instructions.</a:t>
            </a:r>
          </a:p>
          <a:p>
            <a:r>
              <a:rPr lang="en-CA" dirty="0"/>
              <a:t>Risk: You might miss other important details.</a:t>
            </a:r>
          </a:p>
          <a:p>
            <a:br>
              <a:rPr lang="en-CA" dirty="0"/>
            </a:br>
            <a:endParaRPr lang="en-CA" dirty="0"/>
          </a:p>
          <a:p>
            <a:r>
              <a:rPr lang="en-CA" b="1" dirty="0"/>
              <a:t>2) Selective Interpretation</a:t>
            </a:r>
          </a:p>
          <a:p>
            <a:r>
              <a:rPr lang="en-CA" dirty="0"/>
              <a:t>We assign our </a:t>
            </a:r>
            <a:r>
              <a:rPr lang="en-CA" b="1" dirty="0"/>
              <a:t>own meaning</a:t>
            </a:r>
            <a:r>
              <a:rPr lang="en-CA" dirty="0"/>
              <a:t> to what someone says, shaped by our experiences, biases, or expectations.</a:t>
            </a:r>
          </a:p>
          <a:p>
            <a:r>
              <a:rPr lang="en-CA" dirty="0"/>
              <a:t>Example: If a teammate says, “We should review the plan,” one person may hear it as helpful collaboration, another as criticism.</a:t>
            </a:r>
          </a:p>
          <a:p>
            <a:r>
              <a:rPr lang="en-CA" dirty="0"/>
              <a:t>Risk: Misunderstanding the speaker’s true intent.</a:t>
            </a:r>
          </a:p>
          <a:p>
            <a:br>
              <a:rPr lang="en-CA" dirty="0"/>
            </a:br>
            <a:endParaRPr lang="en-CA" dirty="0"/>
          </a:p>
          <a:p>
            <a:r>
              <a:rPr lang="en-CA" b="1" dirty="0"/>
              <a:t>3) Selective Retention</a:t>
            </a:r>
          </a:p>
          <a:p>
            <a:r>
              <a:rPr lang="en-CA" dirty="0"/>
              <a:t>We decide </a:t>
            </a:r>
            <a:r>
              <a:rPr lang="en-CA" b="1" dirty="0"/>
              <a:t>what information to keep and for how long</a:t>
            </a:r>
            <a:r>
              <a:rPr lang="en-CA" dirty="0"/>
              <a:t>.</a:t>
            </a:r>
          </a:p>
          <a:p>
            <a:r>
              <a:rPr lang="en-CA" dirty="0"/>
              <a:t>Example: You may remember only the deadline from a meeting but forget the detailed instructions.</a:t>
            </a:r>
          </a:p>
          <a:p>
            <a:r>
              <a:rPr lang="en-CA" dirty="0"/>
              <a:t>Risk: Losing critical context or recalling only what fits your perspective.</a:t>
            </a:r>
          </a:p>
          <a:p>
            <a:br>
              <a:rPr lang="en-CA" dirty="0"/>
            </a:br>
            <a:endParaRPr lang="en-CA" dirty="0"/>
          </a:p>
          <a:p>
            <a:r>
              <a:rPr lang="en-CA" b="1" dirty="0"/>
              <a:t>✅ Why It Matters</a:t>
            </a:r>
          </a:p>
          <a:p>
            <a:r>
              <a:rPr lang="en-CA" dirty="0"/>
              <a:t>These filters are </a:t>
            </a:r>
            <a:r>
              <a:rPr lang="en-CA" b="1" dirty="0"/>
              <a:t>natural</a:t>
            </a:r>
            <a:r>
              <a:rPr lang="en-CA" dirty="0"/>
              <a:t> but can distort communication.</a:t>
            </a:r>
          </a:p>
          <a:p>
            <a:r>
              <a:rPr lang="en-CA" dirty="0"/>
              <a:t>Awareness helps us listen more actively and minimize bias—ensuring better understanding and fewer misinterpretations.</a:t>
            </a:r>
          </a:p>
          <a:p>
            <a:endParaRPr lang="en-CA" dirty="0"/>
          </a:p>
        </p:txBody>
      </p:sp>
      <p:sp>
        <p:nvSpPr>
          <p:cNvPr id="4" name="Slide Number Placeholder 3"/>
          <p:cNvSpPr>
            <a:spLocks noGrp="1"/>
          </p:cNvSpPr>
          <p:nvPr>
            <p:ph type="sldNum" sz="quarter" idx="5"/>
          </p:nvPr>
        </p:nvSpPr>
        <p:spPr/>
        <p:txBody>
          <a:bodyPr/>
          <a:lstStyle/>
          <a:p>
            <a:pPr>
              <a:defRPr/>
            </a:pPr>
            <a:fld id="{D79C5A0D-8E40-4135-8D86-9DE3655EA394}" type="slidenum">
              <a:rPr lang="en-US" smtClean="0"/>
              <a:pPr>
                <a:defRPr/>
              </a:pPr>
              <a:t>32</a:t>
            </a:fld>
            <a:endParaRPr lang="en-US"/>
          </a:p>
        </p:txBody>
      </p:sp>
    </p:spTree>
    <p:extLst>
      <p:ext uri="{BB962C8B-B14F-4D97-AF65-F5344CB8AC3E}">
        <p14:creationId xmlns:p14="http://schemas.microsoft.com/office/powerpoint/2010/main" val="20991354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The Listening vs. Speaking Gap</a:t>
            </a:r>
          </a:p>
          <a:p>
            <a:r>
              <a:rPr lang="en-CA" b="1" dirty="0"/>
              <a:t>Listening capacity</a:t>
            </a:r>
            <a:r>
              <a:rPr lang="en-CA" dirty="0"/>
              <a:t>: People can process about </a:t>
            </a:r>
            <a:r>
              <a:rPr lang="en-CA" b="1" dirty="0"/>
              <a:t>500 words per minute</a:t>
            </a:r>
            <a:r>
              <a:rPr lang="en-CA" dirty="0"/>
              <a:t>.</a:t>
            </a:r>
          </a:p>
          <a:p>
            <a:r>
              <a:rPr lang="en-CA" b="1" dirty="0"/>
              <a:t>Speaking speed</a:t>
            </a:r>
            <a:r>
              <a:rPr lang="en-CA" dirty="0"/>
              <a:t>: People usually speak around </a:t>
            </a:r>
            <a:r>
              <a:rPr lang="en-CA" b="1" dirty="0"/>
              <a:t>150 words per minute</a:t>
            </a:r>
            <a:r>
              <a:rPr lang="en-CA" dirty="0"/>
              <a:t>.</a:t>
            </a:r>
          </a:p>
          <a:p>
            <a:r>
              <a:rPr lang="en-CA" b="1" dirty="0"/>
              <a:t>Gap</a:t>
            </a:r>
            <a:r>
              <a:rPr lang="en-CA" dirty="0"/>
              <a:t>: That leaves about </a:t>
            </a:r>
            <a:r>
              <a:rPr lang="en-CA" b="1" dirty="0"/>
              <a:t>350 words per minute</a:t>
            </a:r>
            <a:r>
              <a:rPr lang="en-CA" dirty="0"/>
              <a:t> worth of unused listening capacity—equivalent to </a:t>
            </a:r>
            <a:r>
              <a:rPr lang="en-CA" b="1" dirty="0"/>
              <a:t>42 seconds</a:t>
            </a:r>
            <a:r>
              <a:rPr lang="en-CA" dirty="0"/>
              <a:t> of mental space.</a:t>
            </a:r>
          </a:p>
          <a:p>
            <a:r>
              <a:rPr lang="en-CA" dirty="0"/>
              <a:t>Result: Listeners often drift, think about other things, or “tune out” while the speaker is talking.</a:t>
            </a:r>
          </a:p>
          <a:p>
            <a:br>
              <a:rPr lang="en-CA" dirty="0"/>
            </a:br>
            <a:endParaRPr lang="en-CA" dirty="0"/>
          </a:p>
          <a:p>
            <a:r>
              <a:rPr lang="en-CA" b="1" dirty="0"/>
              <a:t>Causes for Tuning Out</a:t>
            </a:r>
          </a:p>
          <a:p>
            <a:r>
              <a:rPr lang="en-CA" b="1" dirty="0"/>
              <a:t>Different Purposes</a:t>
            </a:r>
            <a:endParaRPr lang="en-CA" dirty="0"/>
          </a:p>
          <a:p>
            <a:pPr lvl="1"/>
            <a:r>
              <a:rPr lang="en-CA" dirty="0"/>
              <a:t>The receiver’s focus or purpose may not match the sender’s.</a:t>
            </a:r>
          </a:p>
          <a:p>
            <a:pPr lvl="1"/>
            <a:r>
              <a:rPr lang="en-CA" dirty="0"/>
              <a:t>Example: A manager shares strategic updates, but the team just wants to know daily tasks.</a:t>
            </a:r>
          </a:p>
          <a:p>
            <a:r>
              <a:rPr lang="en-CA" b="1" dirty="0"/>
              <a:t>Under Stimulation</a:t>
            </a:r>
            <a:endParaRPr lang="en-CA" dirty="0"/>
          </a:p>
          <a:p>
            <a:pPr lvl="1"/>
            <a:r>
              <a:rPr lang="en-CA" dirty="0"/>
              <a:t>The message is too slow, repetitive, or unengaging.</a:t>
            </a:r>
          </a:p>
          <a:p>
            <a:pPr lvl="1"/>
            <a:r>
              <a:rPr lang="en-CA" dirty="0"/>
              <a:t>Listeners get bored and let their mind wander.</a:t>
            </a:r>
          </a:p>
          <a:p>
            <a:r>
              <a:rPr lang="en-CA" b="1" dirty="0"/>
              <a:t>Over Stimulation (Hot Button Issues)</a:t>
            </a:r>
            <a:endParaRPr lang="en-CA" dirty="0"/>
          </a:p>
          <a:p>
            <a:pPr lvl="1"/>
            <a:r>
              <a:rPr lang="en-CA" dirty="0"/>
              <a:t>A topic triggers strong emotions (anger, excitement, defensiveness).</a:t>
            </a:r>
          </a:p>
          <a:p>
            <a:pPr lvl="1"/>
            <a:r>
              <a:rPr lang="en-CA" dirty="0"/>
              <a:t>The listener fixates on that point and stops hearing the rest.</a:t>
            </a:r>
          </a:p>
          <a:p>
            <a:r>
              <a:rPr lang="en-CA" b="1" dirty="0"/>
              <a:t>Pace and Delivery</a:t>
            </a:r>
            <a:endParaRPr lang="en-CA" dirty="0"/>
          </a:p>
          <a:p>
            <a:pPr lvl="1"/>
            <a:r>
              <a:rPr lang="en-CA" dirty="0"/>
              <a:t>Monotone voice, unclear articulation, or poor pacing can cause the audience to lose focus.</a:t>
            </a:r>
          </a:p>
          <a:p>
            <a:pPr lvl="1"/>
            <a:r>
              <a:rPr lang="en-CA" dirty="0"/>
              <a:t>Good delivery skills help keep attention aligned.</a:t>
            </a:r>
          </a:p>
          <a:p>
            <a:br>
              <a:rPr lang="en-CA" dirty="0"/>
            </a:br>
            <a:endParaRPr lang="en-CA" dirty="0"/>
          </a:p>
          <a:p>
            <a:r>
              <a:rPr lang="en-CA" b="1" dirty="0"/>
              <a:t>✅ In Summary</a:t>
            </a:r>
          </a:p>
          <a:p>
            <a:r>
              <a:rPr lang="en-CA" dirty="0"/>
              <a:t>Selective attention happens because people can think much faster than others can talk. If the content isn’t engaging or doesn’t align with their needs, listeners mentally fill the gap with their own thoughts, leading to distractions or misunderstandings.</a:t>
            </a:r>
          </a:p>
          <a:p>
            <a:endParaRPr lang="en-CA" dirty="0"/>
          </a:p>
        </p:txBody>
      </p:sp>
      <p:sp>
        <p:nvSpPr>
          <p:cNvPr id="4" name="Slide Number Placeholder 3"/>
          <p:cNvSpPr>
            <a:spLocks noGrp="1"/>
          </p:cNvSpPr>
          <p:nvPr>
            <p:ph type="sldNum" sz="quarter" idx="5"/>
          </p:nvPr>
        </p:nvSpPr>
        <p:spPr/>
        <p:txBody>
          <a:bodyPr/>
          <a:lstStyle/>
          <a:p>
            <a:pPr>
              <a:defRPr/>
            </a:pPr>
            <a:fld id="{D79C5A0D-8E40-4135-8D86-9DE3655EA394}" type="slidenum">
              <a:rPr lang="en-US" smtClean="0"/>
              <a:pPr>
                <a:defRPr/>
              </a:pPr>
              <a:t>33</a:t>
            </a:fld>
            <a:endParaRPr lang="en-US"/>
          </a:p>
        </p:txBody>
      </p:sp>
    </p:spTree>
    <p:extLst>
      <p:ext uri="{BB962C8B-B14F-4D97-AF65-F5344CB8AC3E}">
        <p14:creationId xmlns:p14="http://schemas.microsoft.com/office/powerpoint/2010/main" val="15045728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Examples of Interpretation Filters</a:t>
            </a:r>
          </a:p>
          <a:p>
            <a:r>
              <a:rPr lang="en-CA" b="1" dirty="0"/>
              <a:t>Gender Patterns</a:t>
            </a:r>
            <a:endParaRPr lang="en-CA" dirty="0"/>
          </a:p>
          <a:p>
            <a:pPr lvl="1"/>
            <a:r>
              <a:rPr lang="en-CA" dirty="0"/>
              <a:t>Men and women may interpret communication styles differently.</a:t>
            </a:r>
          </a:p>
          <a:p>
            <a:pPr lvl="1"/>
            <a:r>
              <a:rPr lang="en-CA" dirty="0"/>
              <a:t>Example: Direct feedback may be seen as “efficient” by some and “harsh” by others.</a:t>
            </a:r>
          </a:p>
          <a:p>
            <a:r>
              <a:rPr lang="en-CA" b="1" dirty="0"/>
              <a:t>Generational Patterns</a:t>
            </a:r>
            <a:endParaRPr lang="en-CA" dirty="0"/>
          </a:p>
          <a:p>
            <a:pPr lvl="1"/>
            <a:r>
              <a:rPr lang="en-CA" dirty="0"/>
              <a:t>Different age groups value different communication approaches.</a:t>
            </a:r>
          </a:p>
          <a:p>
            <a:pPr lvl="1"/>
            <a:r>
              <a:rPr lang="en-CA" dirty="0"/>
              <a:t>Example: Younger employees may prefer quick texts, while older ones expect formal emails.</a:t>
            </a:r>
          </a:p>
          <a:p>
            <a:r>
              <a:rPr lang="en-CA" b="1" dirty="0"/>
              <a:t>Geographic Patterns</a:t>
            </a:r>
            <a:endParaRPr lang="en-CA" dirty="0"/>
          </a:p>
          <a:p>
            <a:pPr lvl="1"/>
            <a:r>
              <a:rPr lang="en-CA" dirty="0"/>
              <a:t>Regional language, slang, or accents affect understanding.</a:t>
            </a:r>
          </a:p>
          <a:p>
            <a:pPr lvl="1"/>
            <a:r>
              <a:rPr lang="en-CA" dirty="0"/>
              <a:t>Example: The word “tea” may mean dinner in some regions, just a beverage in others.</a:t>
            </a:r>
          </a:p>
          <a:p>
            <a:r>
              <a:rPr lang="en-CA" b="1" dirty="0"/>
              <a:t>Cultural Patterns</a:t>
            </a:r>
            <a:endParaRPr lang="en-CA" dirty="0"/>
          </a:p>
          <a:p>
            <a:pPr lvl="1"/>
            <a:r>
              <a:rPr lang="en-CA" dirty="0"/>
              <a:t>Norms and traditions influence meaning.</a:t>
            </a:r>
          </a:p>
          <a:p>
            <a:pPr lvl="1"/>
            <a:r>
              <a:rPr lang="en-CA" dirty="0"/>
              <a:t>Example: Silence may mean agreement in one culture, but disagreement in another.</a:t>
            </a:r>
          </a:p>
          <a:p>
            <a:r>
              <a:rPr lang="en-CA" b="1" dirty="0"/>
              <a:t>Educational Patterns</a:t>
            </a:r>
            <a:endParaRPr lang="en-CA" dirty="0"/>
          </a:p>
          <a:p>
            <a:pPr lvl="1"/>
            <a:r>
              <a:rPr lang="en-CA" dirty="0"/>
              <a:t>People with different educational backgrounds interpret technical terms differently.</a:t>
            </a:r>
          </a:p>
          <a:p>
            <a:pPr lvl="1"/>
            <a:r>
              <a:rPr lang="en-CA" dirty="0"/>
              <a:t>Example: “Baseline” might mean one thing in project management, another in statistics.</a:t>
            </a:r>
          </a:p>
          <a:p>
            <a:r>
              <a:rPr lang="en-CA" b="1" dirty="0"/>
              <a:t>Occupational Patterns</a:t>
            </a:r>
            <a:endParaRPr lang="en-CA" dirty="0"/>
          </a:p>
          <a:p>
            <a:pPr lvl="1"/>
            <a:r>
              <a:rPr lang="en-CA" dirty="0"/>
              <a:t>Professional jargon and perspectives vary across fields.</a:t>
            </a:r>
          </a:p>
          <a:p>
            <a:pPr lvl="1"/>
            <a:r>
              <a:rPr lang="en-CA" dirty="0"/>
              <a:t>Example: “Risk” in finance vs. “risk” in healthcare carries very different meanings.</a:t>
            </a:r>
          </a:p>
          <a:p>
            <a:endParaRPr lang="en-CA" dirty="0"/>
          </a:p>
        </p:txBody>
      </p:sp>
      <p:sp>
        <p:nvSpPr>
          <p:cNvPr id="4" name="Slide Number Placeholder 3"/>
          <p:cNvSpPr>
            <a:spLocks noGrp="1"/>
          </p:cNvSpPr>
          <p:nvPr>
            <p:ph type="sldNum" sz="quarter" idx="5"/>
          </p:nvPr>
        </p:nvSpPr>
        <p:spPr/>
        <p:txBody>
          <a:bodyPr/>
          <a:lstStyle/>
          <a:p>
            <a:pPr>
              <a:defRPr/>
            </a:pPr>
            <a:fld id="{D79C5A0D-8E40-4135-8D86-9DE3655EA394}" type="slidenum">
              <a:rPr lang="en-US" smtClean="0"/>
              <a:pPr>
                <a:defRPr/>
              </a:pPr>
              <a:t>35</a:t>
            </a:fld>
            <a:endParaRPr lang="en-US"/>
          </a:p>
        </p:txBody>
      </p:sp>
    </p:spTree>
    <p:extLst>
      <p:ext uri="{BB962C8B-B14F-4D97-AF65-F5344CB8AC3E}">
        <p14:creationId xmlns:p14="http://schemas.microsoft.com/office/powerpoint/2010/main" val="39392043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00100" y="2606040"/>
            <a:ext cx="7543800" cy="2743200"/>
          </a:xfrm>
        </p:spPr>
        <p:txBody>
          <a:bodyPr anchor="b">
            <a:normAutofit/>
          </a:bodyPr>
          <a:lstStyle>
            <a:lvl1pPr algn="l">
              <a:lnSpc>
                <a:spcPct val="80000"/>
              </a:lnSpc>
              <a:defRPr sz="5100">
                <a:solidFill>
                  <a:schemeClr val="tx1"/>
                </a:solidFill>
                <a:effectLst>
                  <a:outerShdw blurRad="38100" dist="25400" dir="18900000" algn="bl" rotWithShape="0">
                    <a:schemeClr val="bg1">
                      <a:alpha val="80000"/>
                    </a:schemeClr>
                  </a:outerShdw>
                </a:effectLst>
              </a:defRPr>
            </a:lvl1pPr>
          </a:lstStyle>
          <a:p>
            <a:r>
              <a:rPr lang="en-US"/>
              <a:t>Click to edit Master title style</a:t>
            </a:r>
          </a:p>
        </p:txBody>
      </p:sp>
      <p:sp>
        <p:nvSpPr>
          <p:cNvPr id="3" name="Subtitle 2"/>
          <p:cNvSpPr>
            <a:spLocks noGrp="1"/>
          </p:cNvSpPr>
          <p:nvPr>
            <p:ph type="subTitle" idx="1"/>
          </p:nvPr>
        </p:nvSpPr>
        <p:spPr>
          <a:xfrm>
            <a:off x="800100" y="5360437"/>
            <a:ext cx="7543800" cy="365760"/>
          </a:xfrm>
        </p:spPr>
        <p:txBody>
          <a:bodyPr>
            <a:normAutofit/>
          </a:bodyPr>
          <a:lstStyle>
            <a:lvl1pPr marL="0" indent="0" algn="l">
              <a:spcBef>
                <a:spcPts val="0"/>
              </a:spcBef>
              <a:buNone/>
              <a:defRPr sz="1500" b="1" cap="all" baseline="0">
                <a:solidFill>
                  <a:schemeClr val="accent1"/>
                </a:solidFill>
                <a:effectLs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8" name="Rectangle 7"/>
          <p:cNvSpPr/>
          <p:nvPr userDrawn="1"/>
        </p:nvSpPr>
        <p:spPr>
          <a:xfrm>
            <a:off x="0" y="5888736"/>
            <a:ext cx="9144000" cy="109728"/>
          </a:xfrm>
          <a:prstGeom prst="rect">
            <a:avLst/>
          </a:prstGeom>
          <a:ln>
            <a:noFill/>
          </a:ln>
          <a:effectLst>
            <a:outerShdw blurRad="25400" dist="25400" dir="5400000" algn="t"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endParaRPr>
          </a:p>
        </p:txBody>
      </p:sp>
      <p:sp>
        <p:nvSpPr>
          <p:cNvPr id="9" name="Rectangle 8"/>
          <p:cNvSpPr/>
          <p:nvPr userDrawn="1"/>
        </p:nvSpPr>
        <p:spPr>
          <a:xfrm>
            <a:off x="0" y="5888736"/>
            <a:ext cx="9144000" cy="109728"/>
          </a:xfrm>
          <a:prstGeom prst="rect">
            <a:avLst/>
          </a:prstGeom>
          <a:ln>
            <a:noFill/>
          </a:ln>
          <a:effectLst>
            <a:innerShdw blurRad="25400" dist="12700" dir="16200000">
              <a:schemeClr val="accent1">
                <a:lumMod val="50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endParaRPr>
          </a:p>
        </p:txBody>
      </p:sp>
    </p:spTree>
    <p:extLst>
      <p:ext uri="{BB962C8B-B14F-4D97-AF65-F5344CB8AC3E}">
        <p14:creationId xmlns:p14="http://schemas.microsoft.com/office/powerpoint/2010/main" val="764123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solidFill>
              </a:rPr>
              <a:t>G.R. Labbé</a:t>
            </a:r>
          </a:p>
        </p:txBody>
      </p:sp>
      <p:sp>
        <p:nvSpPr>
          <p:cNvPr id="5" name="Footer Placeholder 4"/>
          <p:cNvSpPr>
            <a:spLocks noGrp="1"/>
          </p:cNvSpPr>
          <p:nvPr>
            <p:ph type="ftr" sz="quarter" idx="11"/>
          </p:nvPr>
        </p:nvSpPr>
        <p:spPr/>
        <p:txBody>
          <a:bodyPr/>
          <a:lstStyle/>
          <a:p>
            <a:r>
              <a:rPr lang="en-US">
                <a:solidFill>
                  <a:prstClr val="black"/>
                </a:solidFill>
              </a:rPr>
              <a:t>LAWS 1038-23W</a:t>
            </a:r>
          </a:p>
        </p:txBody>
      </p:sp>
      <p:sp>
        <p:nvSpPr>
          <p:cNvPr id="6" name="Slide Number Placeholder 5"/>
          <p:cNvSpPr>
            <a:spLocks noGrp="1"/>
          </p:cNvSpPr>
          <p:nvPr>
            <p:ph type="sldNum" sz="quarter" idx="12"/>
          </p:nvPr>
        </p:nvSpPr>
        <p:spPr/>
        <p:txBody>
          <a:bodyPr/>
          <a:lstStyle/>
          <a:p>
            <a:fld id="{E31375A4-56A4-47D6-9801-1991572033F7}"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4060081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bwMode="hidden">
          <a:xfrm>
            <a:off x="5815305" y="283"/>
            <a:ext cx="3326788" cy="6856286"/>
          </a:xfrm>
          <a:prstGeom prst="rect">
            <a:avLst/>
          </a:prstGeom>
        </p:spPr>
      </p:pic>
      <p:sp>
        <p:nvSpPr>
          <p:cNvPr id="2" name="Title 1"/>
          <p:cNvSpPr>
            <a:spLocks noGrp="1"/>
          </p:cNvSpPr>
          <p:nvPr>
            <p:ph type="title"/>
          </p:nvPr>
        </p:nvSpPr>
        <p:spPr>
          <a:xfrm>
            <a:off x="800100" y="1565829"/>
            <a:ext cx="4457700" cy="4114800"/>
          </a:xfrm>
        </p:spPr>
        <p:txBody>
          <a:bodyPr anchor="b">
            <a:normAutofit/>
          </a:bodyPr>
          <a:lstStyle>
            <a:lvl1pPr>
              <a:lnSpc>
                <a:spcPct val="80000"/>
              </a:lnSpc>
              <a:defRPr sz="4050">
                <a:effectLst>
                  <a:outerShdw blurRad="38100" dist="25400" dir="18900000" algn="bl" rotWithShape="0">
                    <a:schemeClr val="bg1">
                      <a:alpha val="80000"/>
                    </a:schemeClr>
                  </a:outerShdw>
                </a:effectLst>
              </a:defRPr>
            </a:lvl1pPr>
          </a:lstStyle>
          <a:p>
            <a:r>
              <a:rPr lang="en-US"/>
              <a:t>Click to edit Master title style</a:t>
            </a:r>
          </a:p>
        </p:txBody>
      </p:sp>
      <p:sp>
        <p:nvSpPr>
          <p:cNvPr id="3" name="Text Placeholder 2"/>
          <p:cNvSpPr>
            <a:spLocks noGrp="1"/>
          </p:cNvSpPr>
          <p:nvPr>
            <p:ph type="body" idx="1"/>
          </p:nvPr>
        </p:nvSpPr>
        <p:spPr>
          <a:xfrm>
            <a:off x="800101" y="5682344"/>
            <a:ext cx="4457700" cy="410547"/>
          </a:xfrm>
        </p:spPr>
        <p:txBody>
          <a:bodyPr>
            <a:normAutofit/>
          </a:bodyPr>
          <a:lstStyle>
            <a:lvl1pPr marL="0" indent="0">
              <a:spcBef>
                <a:spcPts val="0"/>
              </a:spcBef>
              <a:buNone/>
              <a:defRPr sz="1650" b="1" cap="all" baseline="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US"/>
              <a:t>Click to edit Master text styles</a:t>
            </a:r>
          </a:p>
        </p:txBody>
      </p:sp>
      <p:sp>
        <p:nvSpPr>
          <p:cNvPr id="9" name="Rectangle 8"/>
          <p:cNvSpPr/>
          <p:nvPr userDrawn="1"/>
        </p:nvSpPr>
        <p:spPr>
          <a:xfrm>
            <a:off x="5780313" y="0"/>
            <a:ext cx="41148" cy="6858000"/>
          </a:xfrm>
          <a:prstGeom prst="rect">
            <a:avLst/>
          </a:prstGeom>
          <a:ln>
            <a:noFill/>
          </a:ln>
          <a:effectLst>
            <a:outerShdw blurRad="25400" dist="25400" algn="t"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endParaRPr>
          </a:p>
        </p:txBody>
      </p:sp>
      <p:sp>
        <p:nvSpPr>
          <p:cNvPr id="11" name="Rectangle 10"/>
          <p:cNvSpPr/>
          <p:nvPr userDrawn="1"/>
        </p:nvSpPr>
        <p:spPr>
          <a:xfrm>
            <a:off x="5780313" y="0"/>
            <a:ext cx="41148" cy="6858000"/>
          </a:xfrm>
          <a:prstGeom prst="rect">
            <a:avLst/>
          </a:prstGeom>
          <a:ln>
            <a:noFill/>
          </a:ln>
          <a:effectLst>
            <a:innerShdw blurRad="25400" dist="127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endParaRPr>
          </a:p>
        </p:txBody>
      </p:sp>
    </p:spTree>
    <p:extLst>
      <p:ext uri="{BB962C8B-B14F-4D97-AF65-F5344CB8AC3E}">
        <p14:creationId xmlns:p14="http://schemas.microsoft.com/office/powerpoint/2010/main" val="3699754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71550" y="1825626"/>
            <a:ext cx="3543300" cy="4117975"/>
          </a:xfrm>
        </p:spPr>
        <p:txBody>
          <a:bodyPr>
            <a:normAutofit/>
          </a:bodyPr>
          <a:lstStyle>
            <a:lvl1pPr>
              <a:defRPr sz="1500"/>
            </a:lvl1pPr>
            <a:lvl2pPr>
              <a:defRPr sz="1350"/>
            </a:lvl2pPr>
            <a:lvl3pPr>
              <a:defRPr sz="1200"/>
            </a:lvl3pPr>
            <a:lvl4pPr>
              <a:defRPr sz="1050"/>
            </a:lvl4pPr>
            <a:lvl5pPr>
              <a:defRPr sz="10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49" y="1825626"/>
            <a:ext cx="3543300" cy="4117975"/>
          </a:xfrm>
        </p:spPr>
        <p:txBody>
          <a:bodyPr>
            <a:normAutofit/>
          </a:bodyPr>
          <a:lstStyle>
            <a:lvl1pPr>
              <a:defRPr sz="1500"/>
            </a:lvl1pPr>
            <a:lvl2pPr>
              <a:defRPr sz="1350"/>
            </a:lvl2pPr>
            <a:lvl3pPr>
              <a:defRPr sz="1200"/>
            </a:lvl3pPr>
            <a:lvl4pPr>
              <a:defRPr sz="1050"/>
            </a:lvl4pPr>
            <a:lvl5pPr>
              <a:defRPr sz="10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solidFill>
                  <a:prstClr val="black"/>
                </a:solidFill>
              </a:rPr>
              <a:t>G.R. Labbé</a:t>
            </a:r>
          </a:p>
        </p:txBody>
      </p:sp>
      <p:sp>
        <p:nvSpPr>
          <p:cNvPr id="6" name="Footer Placeholder 5"/>
          <p:cNvSpPr>
            <a:spLocks noGrp="1"/>
          </p:cNvSpPr>
          <p:nvPr>
            <p:ph type="ftr" sz="quarter" idx="11"/>
          </p:nvPr>
        </p:nvSpPr>
        <p:spPr/>
        <p:txBody>
          <a:bodyPr/>
          <a:lstStyle/>
          <a:p>
            <a:r>
              <a:rPr lang="en-US">
                <a:solidFill>
                  <a:prstClr val="black"/>
                </a:solidFill>
              </a:rPr>
              <a:t>LAWS 1038-23W</a:t>
            </a:r>
          </a:p>
        </p:txBody>
      </p:sp>
      <p:sp>
        <p:nvSpPr>
          <p:cNvPr id="7" name="Slide Number Placeholder 6"/>
          <p:cNvSpPr>
            <a:spLocks noGrp="1"/>
          </p:cNvSpPr>
          <p:nvPr>
            <p:ph type="sldNum" sz="quarter" idx="12"/>
          </p:nvPr>
        </p:nvSpPr>
        <p:spPr/>
        <p:txBody>
          <a:bodyPr/>
          <a:lstStyle/>
          <a:p>
            <a:fld id="{E31375A4-56A4-47D6-9801-1991572033F7}"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24221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971550" y="1828800"/>
            <a:ext cx="3545586" cy="641350"/>
          </a:xfrm>
        </p:spPr>
        <p:txBody>
          <a:bodyPr anchor="ctr">
            <a:normAutofit/>
          </a:bodyPr>
          <a:lstStyle>
            <a:lvl1pPr marL="0" indent="0">
              <a:spcBef>
                <a:spcPts val="0"/>
              </a:spcBef>
              <a:buNone/>
              <a:defRPr sz="1500" b="1" cap="all"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971550" y="2470151"/>
            <a:ext cx="3545586" cy="3473450"/>
          </a:xfrm>
        </p:spPr>
        <p:txBody>
          <a:bodyPr>
            <a:normAutofit/>
          </a:bodyPr>
          <a:lstStyle>
            <a:lvl1pPr>
              <a:defRPr sz="1500"/>
            </a:lvl1pPr>
            <a:lvl2pPr>
              <a:defRPr sz="1350"/>
            </a:lvl2pPr>
            <a:lvl3pPr>
              <a:defRPr sz="1200"/>
            </a:lvl3pPr>
            <a:lvl4pPr>
              <a:defRPr sz="1050"/>
            </a:lvl4pPr>
            <a:lvl5pPr>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5721" y="1828800"/>
            <a:ext cx="3545586" cy="641350"/>
          </a:xfrm>
        </p:spPr>
        <p:txBody>
          <a:bodyPr anchor="ctr">
            <a:normAutofit/>
          </a:bodyPr>
          <a:lstStyle>
            <a:lvl1pPr marL="0" indent="0">
              <a:spcBef>
                <a:spcPts val="0"/>
              </a:spcBef>
              <a:buNone/>
              <a:defRPr sz="1500" b="1" cap="all"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6864" y="2470151"/>
            <a:ext cx="3545586" cy="3473450"/>
          </a:xfrm>
        </p:spPr>
        <p:txBody>
          <a:bodyPr>
            <a:normAutofit/>
          </a:bodyPr>
          <a:lstStyle>
            <a:lvl1pPr>
              <a:defRPr sz="1500"/>
            </a:lvl1pPr>
            <a:lvl2pPr>
              <a:defRPr sz="1350"/>
            </a:lvl2pPr>
            <a:lvl3pPr>
              <a:defRPr sz="1200"/>
            </a:lvl3pPr>
            <a:lvl4pPr>
              <a:defRPr sz="1050"/>
            </a:lvl4pPr>
            <a:lvl5pPr>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solidFill>
                  <a:prstClr val="black"/>
                </a:solidFill>
              </a:rPr>
              <a:t>G.R. Labbé</a:t>
            </a:r>
          </a:p>
        </p:txBody>
      </p:sp>
      <p:sp>
        <p:nvSpPr>
          <p:cNvPr id="8" name="Footer Placeholder 7"/>
          <p:cNvSpPr>
            <a:spLocks noGrp="1"/>
          </p:cNvSpPr>
          <p:nvPr>
            <p:ph type="ftr" sz="quarter" idx="11"/>
          </p:nvPr>
        </p:nvSpPr>
        <p:spPr/>
        <p:txBody>
          <a:bodyPr/>
          <a:lstStyle/>
          <a:p>
            <a:r>
              <a:rPr lang="en-US">
                <a:solidFill>
                  <a:prstClr val="black"/>
                </a:solidFill>
              </a:rPr>
              <a:t>LAWS 1038-23W</a:t>
            </a:r>
          </a:p>
        </p:txBody>
      </p:sp>
      <p:sp>
        <p:nvSpPr>
          <p:cNvPr id="9" name="Slide Number Placeholder 8"/>
          <p:cNvSpPr>
            <a:spLocks noGrp="1"/>
          </p:cNvSpPr>
          <p:nvPr>
            <p:ph type="sldNum" sz="quarter" idx="12"/>
          </p:nvPr>
        </p:nvSpPr>
        <p:spPr/>
        <p:txBody>
          <a:bodyPr/>
          <a:lstStyle/>
          <a:p>
            <a:fld id="{E31375A4-56A4-47D6-9801-1991572033F7}"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126399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solidFill>
                  <a:prstClr val="black"/>
                </a:solidFill>
              </a:rPr>
              <a:t>G.R. Labbé</a:t>
            </a:r>
          </a:p>
        </p:txBody>
      </p:sp>
      <p:sp>
        <p:nvSpPr>
          <p:cNvPr id="4" name="Footer Placeholder 3"/>
          <p:cNvSpPr>
            <a:spLocks noGrp="1"/>
          </p:cNvSpPr>
          <p:nvPr>
            <p:ph type="ftr" sz="quarter" idx="11"/>
          </p:nvPr>
        </p:nvSpPr>
        <p:spPr/>
        <p:txBody>
          <a:bodyPr/>
          <a:lstStyle/>
          <a:p>
            <a:r>
              <a:rPr lang="en-US">
                <a:solidFill>
                  <a:prstClr val="black"/>
                </a:solidFill>
              </a:rPr>
              <a:t>LAWS 1038-23W</a:t>
            </a:r>
          </a:p>
        </p:txBody>
      </p:sp>
      <p:sp>
        <p:nvSpPr>
          <p:cNvPr id="5" name="Slide Number Placeholder 4"/>
          <p:cNvSpPr>
            <a:spLocks noGrp="1"/>
          </p:cNvSpPr>
          <p:nvPr>
            <p:ph type="sldNum" sz="quarter" idx="12"/>
          </p:nvPr>
        </p:nvSpPr>
        <p:spPr/>
        <p:txBody>
          <a:bodyPr/>
          <a:lstStyle/>
          <a:p>
            <a:fld id="{E31375A4-56A4-47D6-9801-1991572033F7}"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955108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solidFill>
              </a:rPr>
              <a:t>G.R. Labbé</a:t>
            </a:r>
          </a:p>
        </p:txBody>
      </p:sp>
      <p:sp>
        <p:nvSpPr>
          <p:cNvPr id="3" name="Footer Placeholder 2"/>
          <p:cNvSpPr>
            <a:spLocks noGrp="1"/>
          </p:cNvSpPr>
          <p:nvPr>
            <p:ph type="ftr" sz="quarter" idx="11"/>
          </p:nvPr>
        </p:nvSpPr>
        <p:spPr/>
        <p:txBody>
          <a:bodyPr/>
          <a:lstStyle/>
          <a:p>
            <a:r>
              <a:rPr lang="en-US">
                <a:solidFill>
                  <a:prstClr val="black"/>
                </a:solidFill>
              </a:rPr>
              <a:t>LAWS 1038-23W</a:t>
            </a:r>
          </a:p>
        </p:txBody>
      </p:sp>
      <p:sp>
        <p:nvSpPr>
          <p:cNvPr id="4" name="Slide Number Placeholder 3"/>
          <p:cNvSpPr>
            <a:spLocks noGrp="1"/>
          </p:cNvSpPr>
          <p:nvPr>
            <p:ph type="sldNum" sz="quarter" idx="12"/>
          </p:nvPr>
        </p:nvSpPr>
        <p:spPr/>
        <p:txBody>
          <a:bodyPr/>
          <a:lstStyle/>
          <a:p>
            <a:fld id="{E31375A4-56A4-47D6-9801-1991572033F7}"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923206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bwMode="hidden">
          <a:xfrm>
            <a:off x="5815305" y="283"/>
            <a:ext cx="3326788" cy="6856286"/>
          </a:xfrm>
          <a:prstGeom prst="rect">
            <a:avLst/>
          </a:prstGeom>
        </p:spPr>
      </p:pic>
      <p:sp>
        <p:nvSpPr>
          <p:cNvPr id="10" name="Rectangle 9"/>
          <p:cNvSpPr/>
          <p:nvPr userDrawn="1"/>
        </p:nvSpPr>
        <p:spPr>
          <a:xfrm>
            <a:off x="5780313" y="0"/>
            <a:ext cx="41148" cy="6858000"/>
          </a:xfrm>
          <a:prstGeom prst="rect">
            <a:avLst/>
          </a:prstGeom>
          <a:ln>
            <a:noFill/>
          </a:ln>
          <a:effectLst>
            <a:outerShdw blurRad="25400" dist="25400" algn="t"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endParaRPr>
          </a:p>
        </p:txBody>
      </p:sp>
      <p:sp>
        <p:nvSpPr>
          <p:cNvPr id="11" name="Rectangle 10"/>
          <p:cNvSpPr/>
          <p:nvPr userDrawn="1"/>
        </p:nvSpPr>
        <p:spPr>
          <a:xfrm>
            <a:off x="5780313" y="0"/>
            <a:ext cx="41148" cy="6858000"/>
          </a:xfrm>
          <a:prstGeom prst="rect">
            <a:avLst/>
          </a:prstGeom>
          <a:ln>
            <a:noFill/>
          </a:ln>
          <a:effectLst>
            <a:innerShdw blurRad="25400" dist="127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endParaRPr>
          </a:p>
        </p:txBody>
      </p:sp>
      <p:sp>
        <p:nvSpPr>
          <p:cNvPr id="2" name="Title 1"/>
          <p:cNvSpPr>
            <a:spLocks noGrp="1"/>
          </p:cNvSpPr>
          <p:nvPr>
            <p:ph type="title"/>
          </p:nvPr>
        </p:nvSpPr>
        <p:spPr>
          <a:xfrm>
            <a:off x="6172201" y="2514600"/>
            <a:ext cx="2606040" cy="16002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592727" y="685800"/>
            <a:ext cx="4594860" cy="5486400"/>
          </a:xfrm>
        </p:spPr>
        <p:txBody>
          <a:bodyPr>
            <a:normAutofit/>
          </a:bodyP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72200" y="4343400"/>
            <a:ext cx="2606040" cy="1188720"/>
          </a:xfrm>
        </p:spPr>
        <p:txBody>
          <a:bodyPr>
            <a:normAutofit/>
          </a:bodyPr>
          <a:lstStyle>
            <a:lvl1pPr marL="0" indent="0">
              <a:spcBef>
                <a:spcPts val="600"/>
              </a:spcBef>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solidFill>
              </a:rPr>
              <a:t>G.R. Labbé</a:t>
            </a:r>
          </a:p>
        </p:txBody>
      </p:sp>
      <p:sp>
        <p:nvSpPr>
          <p:cNvPr id="6" name="Footer Placeholder 5"/>
          <p:cNvSpPr>
            <a:spLocks noGrp="1"/>
          </p:cNvSpPr>
          <p:nvPr>
            <p:ph type="ftr" sz="quarter" idx="11"/>
          </p:nvPr>
        </p:nvSpPr>
        <p:spPr/>
        <p:txBody>
          <a:bodyPr/>
          <a:lstStyle/>
          <a:p>
            <a:r>
              <a:rPr lang="en-US">
                <a:solidFill>
                  <a:prstClr val="black"/>
                </a:solidFill>
              </a:rPr>
              <a:t>LAWS 1038-23W</a:t>
            </a:r>
          </a:p>
        </p:txBody>
      </p:sp>
      <p:sp>
        <p:nvSpPr>
          <p:cNvPr id="7" name="Slide Number Placeholder 6"/>
          <p:cNvSpPr>
            <a:spLocks noGrp="1"/>
          </p:cNvSpPr>
          <p:nvPr>
            <p:ph type="sldNum" sz="quarter" idx="12"/>
          </p:nvPr>
        </p:nvSpPr>
        <p:spPr/>
        <p:txBody>
          <a:bodyPr/>
          <a:lstStyle/>
          <a:p>
            <a:fld id="{E31375A4-56A4-47D6-9801-1991572033F7}"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82370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bwMode="hidden">
          <a:xfrm>
            <a:off x="5815305" y="283"/>
            <a:ext cx="3326788" cy="6856286"/>
          </a:xfrm>
          <a:prstGeom prst="rect">
            <a:avLst/>
          </a:prstGeom>
        </p:spPr>
      </p:pic>
      <p:sp>
        <p:nvSpPr>
          <p:cNvPr id="9" name="Rectangle 8"/>
          <p:cNvSpPr/>
          <p:nvPr/>
        </p:nvSpPr>
        <p:spPr>
          <a:xfrm>
            <a:off x="5780313" y="0"/>
            <a:ext cx="41148" cy="6858000"/>
          </a:xfrm>
          <a:prstGeom prst="rect">
            <a:avLst/>
          </a:prstGeom>
          <a:ln>
            <a:noFill/>
          </a:ln>
          <a:effectLst>
            <a:outerShdw blurRad="25400" dist="25400" algn="t"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endParaRPr>
          </a:p>
        </p:txBody>
      </p:sp>
      <p:sp>
        <p:nvSpPr>
          <p:cNvPr id="10" name="Rectangle 9"/>
          <p:cNvSpPr/>
          <p:nvPr/>
        </p:nvSpPr>
        <p:spPr>
          <a:xfrm>
            <a:off x="5780313" y="0"/>
            <a:ext cx="41148" cy="6858000"/>
          </a:xfrm>
          <a:prstGeom prst="rect">
            <a:avLst/>
          </a:prstGeom>
          <a:ln>
            <a:noFill/>
          </a:ln>
          <a:effectLst>
            <a:innerShdw blurRad="25400" dist="127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endParaRPr>
          </a:p>
        </p:txBody>
      </p:sp>
      <p:sp>
        <p:nvSpPr>
          <p:cNvPr id="2" name="Title 1"/>
          <p:cNvSpPr>
            <a:spLocks noGrp="1"/>
          </p:cNvSpPr>
          <p:nvPr>
            <p:ph type="title"/>
          </p:nvPr>
        </p:nvSpPr>
        <p:spPr>
          <a:xfrm>
            <a:off x="6172200" y="2514600"/>
            <a:ext cx="2606040"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0" y="1325880"/>
            <a:ext cx="5143500" cy="4206240"/>
          </a:xfrm>
          <a:solidFill>
            <a:schemeClr val="bg2"/>
          </a:solidFill>
          <a:effectLst>
            <a:outerShdw blurRad="63500" sx="101000" sy="101000" algn="ctr" rotWithShape="0">
              <a:prstClr val="black">
                <a:alpha val="15000"/>
              </a:prstClr>
            </a:outerShdw>
          </a:effectLst>
        </p:spPr>
        <p:txBody>
          <a:bodyPr>
            <a:normAutofit/>
          </a:bodyPr>
          <a:lstStyle>
            <a:lvl1pPr marL="0" indent="0" algn="ctr">
              <a:buNone/>
              <a:defRPr sz="18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172200" y="4343400"/>
            <a:ext cx="2606040" cy="1188720"/>
          </a:xfrm>
        </p:spPr>
        <p:txBody>
          <a:bodyPr>
            <a:normAutofit/>
          </a:bodyPr>
          <a:lstStyle>
            <a:lvl1pPr marL="0" indent="0">
              <a:spcBef>
                <a:spcPts val="600"/>
              </a:spcBef>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solidFill>
              </a:rPr>
              <a:t>G.R. Labbé</a:t>
            </a:r>
          </a:p>
        </p:txBody>
      </p:sp>
      <p:sp>
        <p:nvSpPr>
          <p:cNvPr id="6" name="Footer Placeholder 5"/>
          <p:cNvSpPr>
            <a:spLocks noGrp="1"/>
          </p:cNvSpPr>
          <p:nvPr>
            <p:ph type="ftr" sz="quarter" idx="11"/>
          </p:nvPr>
        </p:nvSpPr>
        <p:spPr/>
        <p:txBody>
          <a:bodyPr/>
          <a:lstStyle/>
          <a:p>
            <a:r>
              <a:rPr lang="en-US">
                <a:solidFill>
                  <a:prstClr val="black"/>
                </a:solidFill>
              </a:rPr>
              <a:t>LAWS 1038-23W</a:t>
            </a:r>
          </a:p>
        </p:txBody>
      </p:sp>
      <p:sp>
        <p:nvSpPr>
          <p:cNvPr id="7" name="Slide Number Placeholder 6"/>
          <p:cNvSpPr>
            <a:spLocks noGrp="1"/>
          </p:cNvSpPr>
          <p:nvPr>
            <p:ph type="sldNum" sz="quarter" idx="12"/>
          </p:nvPr>
        </p:nvSpPr>
        <p:spPr/>
        <p:txBody>
          <a:bodyPr/>
          <a:lstStyle/>
          <a:p>
            <a:fld id="{E31375A4-56A4-47D6-9801-1991572033F7}"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352873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solidFill>
              </a:rPr>
              <a:t>G.R. Labbé</a:t>
            </a:r>
          </a:p>
        </p:txBody>
      </p:sp>
      <p:sp>
        <p:nvSpPr>
          <p:cNvPr id="5" name="Footer Placeholder 4"/>
          <p:cNvSpPr>
            <a:spLocks noGrp="1"/>
          </p:cNvSpPr>
          <p:nvPr>
            <p:ph type="ftr" sz="quarter" idx="11"/>
          </p:nvPr>
        </p:nvSpPr>
        <p:spPr/>
        <p:txBody>
          <a:bodyPr/>
          <a:lstStyle/>
          <a:p>
            <a:r>
              <a:rPr lang="en-US">
                <a:solidFill>
                  <a:prstClr val="black"/>
                </a:solidFill>
              </a:rPr>
              <a:t>LAWS 1038-23W</a:t>
            </a:r>
          </a:p>
        </p:txBody>
      </p:sp>
      <p:sp>
        <p:nvSpPr>
          <p:cNvPr id="6" name="Slide Number Placeholder 5"/>
          <p:cNvSpPr>
            <a:spLocks noGrp="1"/>
          </p:cNvSpPr>
          <p:nvPr>
            <p:ph type="sldNum" sz="quarter" idx="12"/>
          </p:nvPr>
        </p:nvSpPr>
        <p:spPr/>
        <p:txBody>
          <a:bodyPr/>
          <a:lstStyle/>
          <a:p>
            <a:fld id="{E31375A4-56A4-47D6-9801-1991572033F7}"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514211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43750" y="382231"/>
            <a:ext cx="1028700" cy="556136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71550" y="382230"/>
            <a:ext cx="5897880" cy="556137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solidFill>
              </a:rPr>
              <a:t>G.R. Labbé</a:t>
            </a:r>
          </a:p>
        </p:txBody>
      </p:sp>
      <p:sp>
        <p:nvSpPr>
          <p:cNvPr id="5" name="Footer Placeholder 4"/>
          <p:cNvSpPr>
            <a:spLocks noGrp="1"/>
          </p:cNvSpPr>
          <p:nvPr>
            <p:ph type="ftr" sz="quarter" idx="11"/>
          </p:nvPr>
        </p:nvSpPr>
        <p:spPr/>
        <p:txBody>
          <a:bodyPr/>
          <a:lstStyle/>
          <a:p>
            <a:r>
              <a:rPr lang="en-US">
                <a:solidFill>
                  <a:prstClr val="black"/>
                </a:solidFill>
              </a:rPr>
              <a:t>LAWS 1038-23W</a:t>
            </a:r>
          </a:p>
        </p:txBody>
      </p:sp>
      <p:sp>
        <p:nvSpPr>
          <p:cNvPr id="6" name="Slide Number Placeholder 5"/>
          <p:cNvSpPr>
            <a:spLocks noGrp="1"/>
          </p:cNvSpPr>
          <p:nvPr>
            <p:ph type="sldNum" sz="quarter" idx="12"/>
          </p:nvPr>
        </p:nvSpPr>
        <p:spPr/>
        <p:txBody>
          <a:bodyPr/>
          <a:lstStyle/>
          <a:p>
            <a:fld id="{E31375A4-56A4-47D6-9801-1991572033F7}"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293915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userDrawn="1"/>
        </p:nvSpPr>
        <p:spPr>
          <a:xfrm>
            <a:off x="0" y="6257036"/>
            <a:ext cx="9144000" cy="54864"/>
          </a:xfrm>
          <a:prstGeom prst="rect">
            <a:avLst/>
          </a:prstGeom>
          <a:ln>
            <a:noFill/>
          </a:ln>
          <a:effectLst>
            <a:outerShdw blurRad="25400" dist="25400" dir="5400000" algn="t"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endParaRPr>
          </a:p>
        </p:txBody>
      </p:sp>
      <p:sp>
        <p:nvSpPr>
          <p:cNvPr id="2" name="Title Placeholder 1"/>
          <p:cNvSpPr>
            <a:spLocks noGrp="1"/>
          </p:cNvSpPr>
          <p:nvPr>
            <p:ph type="title"/>
          </p:nvPr>
        </p:nvSpPr>
        <p:spPr>
          <a:xfrm>
            <a:off x="971550" y="381000"/>
            <a:ext cx="7200900" cy="114300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71550" y="1828800"/>
            <a:ext cx="72009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7128" y="6419462"/>
            <a:ext cx="1013537" cy="238902"/>
          </a:xfrm>
          <a:prstGeom prst="rect">
            <a:avLst/>
          </a:prstGeom>
        </p:spPr>
        <p:txBody>
          <a:bodyPr vert="horz" lIns="91440" tIns="45720" rIns="91440" bIns="45720" rtlCol="0" anchor="ctr"/>
          <a:lstStyle>
            <a:lvl1pPr algn="r">
              <a:defRPr sz="750">
                <a:solidFill>
                  <a:schemeClr val="tx1"/>
                </a:solidFill>
              </a:defRPr>
            </a:lvl1pPr>
          </a:lstStyle>
          <a:p>
            <a:pPr fontAlgn="auto">
              <a:spcBef>
                <a:spcPts val="0"/>
              </a:spcBef>
              <a:spcAft>
                <a:spcPts val="0"/>
              </a:spcAft>
            </a:pPr>
            <a:r>
              <a:rPr lang="en-US">
                <a:solidFill>
                  <a:prstClr val="black"/>
                </a:solidFill>
                <a:latin typeface="Cambria"/>
              </a:rPr>
              <a:t>G.R. Labbé</a:t>
            </a:r>
          </a:p>
        </p:txBody>
      </p:sp>
      <p:sp>
        <p:nvSpPr>
          <p:cNvPr id="5" name="Footer Placeholder 4"/>
          <p:cNvSpPr>
            <a:spLocks noGrp="1"/>
          </p:cNvSpPr>
          <p:nvPr>
            <p:ph type="ftr" sz="quarter" idx="3"/>
          </p:nvPr>
        </p:nvSpPr>
        <p:spPr>
          <a:xfrm>
            <a:off x="971550" y="6419462"/>
            <a:ext cx="3886200" cy="238902"/>
          </a:xfrm>
          <a:prstGeom prst="rect">
            <a:avLst/>
          </a:prstGeom>
        </p:spPr>
        <p:txBody>
          <a:bodyPr vert="horz" lIns="91440" tIns="45720" rIns="91440" bIns="45720" rtlCol="0" anchor="ctr"/>
          <a:lstStyle>
            <a:lvl1pPr algn="l">
              <a:defRPr sz="750">
                <a:solidFill>
                  <a:schemeClr val="tx1"/>
                </a:solidFill>
              </a:defRPr>
            </a:lvl1pPr>
          </a:lstStyle>
          <a:p>
            <a:pPr fontAlgn="auto">
              <a:spcBef>
                <a:spcPts val="0"/>
              </a:spcBef>
              <a:spcAft>
                <a:spcPts val="0"/>
              </a:spcAft>
            </a:pPr>
            <a:r>
              <a:rPr lang="en-US">
                <a:solidFill>
                  <a:prstClr val="black"/>
                </a:solidFill>
                <a:latin typeface="Cambria"/>
              </a:rPr>
              <a:t>LAWS 1038-23W</a:t>
            </a:r>
            <a:endParaRPr lang="en-US" dirty="0">
              <a:solidFill>
                <a:prstClr val="black"/>
              </a:solidFill>
              <a:latin typeface="Cambria"/>
            </a:endParaRPr>
          </a:p>
        </p:txBody>
      </p:sp>
      <p:sp>
        <p:nvSpPr>
          <p:cNvPr id="6" name="Slide Number Placeholder 5"/>
          <p:cNvSpPr>
            <a:spLocks noGrp="1"/>
          </p:cNvSpPr>
          <p:nvPr>
            <p:ph type="sldNum" sz="quarter" idx="4"/>
          </p:nvPr>
        </p:nvSpPr>
        <p:spPr>
          <a:xfrm>
            <a:off x="7648769" y="6419462"/>
            <a:ext cx="523681" cy="238902"/>
          </a:xfrm>
          <a:prstGeom prst="rect">
            <a:avLst/>
          </a:prstGeom>
        </p:spPr>
        <p:txBody>
          <a:bodyPr vert="horz" lIns="91440" tIns="45720" rIns="91440" bIns="45720" rtlCol="0" anchor="ctr"/>
          <a:lstStyle>
            <a:lvl1pPr algn="r">
              <a:defRPr sz="750">
                <a:solidFill>
                  <a:schemeClr val="tx1"/>
                </a:solidFill>
              </a:defRPr>
            </a:lvl1pPr>
          </a:lstStyle>
          <a:p>
            <a:pPr fontAlgn="auto">
              <a:spcBef>
                <a:spcPts val="0"/>
              </a:spcBef>
              <a:spcAft>
                <a:spcPts val="0"/>
              </a:spcAft>
            </a:pPr>
            <a:fld id="{E31375A4-56A4-47D6-9801-1991572033F7}" type="slidenum">
              <a:rPr lang="en-US" smtClean="0">
                <a:solidFill>
                  <a:prstClr val="black"/>
                </a:solidFill>
                <a:latin typeface="Cambria"/>
              </a:rPr>
              <a:pPr fontAlgn="auto">
                <a:spcBef>
                  <a:spcPts val="0"/>
                </a:spcBef>
                <a:spcAft>
                  <a:spcPts val="0"/>
                </a:spcAft>
              </a:pPr>
              <a:t>‹#›</a:t>
            </a:fld>
            <a:endParaRPr lang="en-US">
              <a:solidFill>
                <a:prstClr val="black"/>
              </a:solidFill>
              <a:latin typeface="Cambria"/>
            </a:endParaRPr>
          </a:p>
        </p:txBody>
      </p:sp>
      <p:sp>
        <p:nvSpPr>
          <p:cNvPr id="8" name="Rectangle 7"/>
          <p:cNvSpPr/>
          <p:nvPr userDrawn="1"/>
        </p:nvSpPr>
        <p:spPr>
          <a:xfrm>
            <a:off x="0" y="6257036"/>
            <a:ext cx="9144000" cy="54864"/>
          </a:xfrm>
          <a:prstGeom prst="rect">
            <a:avLst/>
          </a:prstGeom>
          <a:ln>
            <a:noFill/>
          </a:ln>
          <a:effectLst>
            <a:innerShdw blurRad="25400" dist="12700" dir="16200000">
              <a:schemeClr val="accent1">
                <a:lumMod val="50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endParaRPr>
          </a:p>
        </p:txBody>
      </p:sp>
    </p:spTree>
    <p:extLst>
      <p:ext uri="{BB962C8B-B14F-4D97-AF65-F5344CB8AC3E}">
        <p14:creationId xmlns:p14="http://schemas.microsoft.com/office/powerpoint/2010/main" val="3014345406"/>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685800" rtl="0" eaLnBrk="1" latinLnBrk="0" hangingPunct="1">
        <a:lnSpc>
          <a:spcPct val="90000"/>
        </a:lnSpc>
        <a:spcBef>
          <a:spcPct val="0"/>
        </a:spcBef>
        <a:buNone/>
        <a:defRPr sz="2400" b="1" kern="1200" cap="all" baseline="0">
          <a:solidFill>
            <a:schemeClr val="accent1"/>
          </a:solidFill>
          <a:effectLst>
            <a:outerShdw blurRad="38100" dist="25400" dir="18900000" algn="bl" rotWithShape="0">
              <a:schemeClr val="bg1">
                <a:alpha val="80000"/>
              </a:schemeClr>
            </a:outerShdw>
          </a:effectLst>
          <a:latin typeface="+mj-lt"/>
          <a:ea typeface="+mj-ea"/>
          <a:cs typeface="+mj-cs"/>
        </a:defRPr>
      </a:lvl1pPr>
    </p:titleStyle>
    <p:bodyStyle>
      <a:lvl1pPr marL="205740" indent="-171450" algn="l" defTabSz="685800" rtl="0" eaLnBrk="1" latinLnBrk="0" hangingPunct="1">
        <a:lnSpc>
          <a:spcPct val="90000"/>
        </a:lnSpc>
        <a:spcBef>
          <a:spcPts val="1350"/>
        </a:spcBef>
        <a:buClr>
          <a:schemeClr val="accent1"/>
        </a:buClr>
        <a:buFont typeface="Arial" pitchFamily="34" charset="0"/>
        <a:buChar char="•"/>
        <a:defRPr sz="1500" kern="1200">
          <a:solidFill>
            <a:schemeClr val="tx1"/>
          </a:solidFill>
          <a:latin typeface="+mn-lt"/>
          <a:ea typeface="+mn-ea"/>
          <a:cs typeface="+mn-cs"/>
        </a:defRPr>
      </a:lvl1pPr>
      <a:lvl2pPr marL="445770" indent="-171450" algn="l" defTabSz="685800" rtl="0" eaLnBrk="1" latinLnBrk="0" hangingPunct="1">
        <a:lnSpc>
          <a:spcPct val="90000"/>
        </a:lnSpc>
        <a:spcBef>
          <a:spcPts val="750"/>
        </a:spcBef>
        <a:buClr>
          <a:schemeClr val="accent1"/>
        </a:buClr>
        <a:buFont typeface="Arial" pitchFamily="34" charset="0"/>
        <a:buChar char="•"/>
        <a:defRPr sz="1350" kern="1200">
          <a:solidFill>
            <a:schemeClr val="tx1"/>
          </a:solidFill>
          <a:latin typeface="+mn-lt"/>
          <a:ea typeface="+mn-ea"/>
          <a:cs typeface="+mn-cs"/>
        </a:defRPr>
      </a:lvl2pPr>
      <a:lvl3pPr marL="685800" indent="-171450" algn="l" defTabSz="685800" rtl="0" eaLnBrk="1" latinLnBrk="0" hangingPunct="1">
        <a:lnSpc>
          <a:spcPct val="90000"/>
        </a:lnSpc>
        <a:spcBef>
          <a:spcPts val="600"/>
        </a:spcBef>
        <a:buClr>
          <a:schemeClr val="accent1"/>
        </a:buClr>
        <a:buFont typeface="Arial" pitchFamily="34" charset="0"/>
        <a:buChar char="•"/>
        <a:defRPr sz="1200" kern="1200">
          <a:solidFill>
            <a:schemeClr val="tx1"/>
          </a:solidFill>
          <a:latin typeface="+mn-lt"/>
          <a:ea typeface="+mn-ea"/>
          <a:cs typeface="+mn-cs"/>
        </a:defRPr>
      </a:lvl3pPr>
      <a:lvl4pPr marL="925830" indent="-171450" algn="l" defTabSz="685800" rtl="0" eaLnBrk="1" latinLnBrk="0" hangingPunct="1">
        <a:lnSpc>
          <a:spcPct val="90000"/>
        </a:lnSpc>
        <a:spcBef>
          <a:spcPts val="600"/>
        </a:spcBef>
        <a:buClr>
          <a:schemeClr val="accent1"/>
        </a:buClr>
        <a:buFont typeface="Arial" pitchFamily="34" charset="0"/>
        <a:buChar char="•"/>
        <a:defRPr sz="1050" kern="1200">
          <a:solidFill>
            <a:schemeClr val="tx1"/>
          </a:solidFill>
          <a:latin typeface="+mn-lt"/>
          <a:ea typeface="+mn-ea"/>
          <a:cs typeface="+mn-cs"/>
        </a:defRPr>
      </a:lvl4pPr>
      <a:lvl5pPr marL="1165860" indent="-171450" algn="l" defTabSz="685800" rtl="0" eaLnBrk="1" latinLnBrk="0" hangingPunct="1">
        <a:lnSpc>
          <a:spcPct val="90000"/>
        </a:lnSpc>
        <a:spcBef>
          <a:spcPts val="600"/>
        </a:spcBef>
        <a:buClr>
          <a:schemeClr val="accent1"/>
        </a:buClr>
        <a:buFont typeface="Arial" pitchFamily="34" charset="0"/>
        <a:buChar char="•"/>
        <a:defRPr sz="1050" kern="1200">
          <a:solidFill>
            <a:schemeClr val="tx1"/>
          </a:solidFill>
          <a:latin typeface="+mn-lt"/>
          <a:ea typeface="+mn-ea"/>
          <a:cs typeface="+mn-cs"/>
        </a:defRPr>
      </a:lvl5pPr>
      <a:lvl6pPr marL="1371600" indent="-171450" algn="l" defTabSz="685800" rtl="0" eaLnBrk="1" latinLnBrk="0" hangingPunct="1">
        <a:lnSpc>
          <a:spcPct val="90000"/>
        </a:lnSpc>
        <a:spcBef>
          <a:spcPts val="600"/>
        </a:spcBef>
        <a:buClr>
          <a:schemeClr val="accent1"/>
        </a:buClr>
        <a:buFont typeface="Arial" pitchFamily="34" charset="0"/>
        <a:buChar char="•"/>
        <a:defRPr sz="1050" kern="1200">
          <a:solidFill>
            <a:schemeClr val="tx1"/>
          </a:solidFill>
          <a:latin typeface="+mn-lt"/>
          <a:ea typeface="+mn-ea"/>
          <a:cs typeface="+mn-cs"/>
        </a:defRPr>
      </a:lvl6pPr>
      <a:lvl7pPr marL="1577340" indent="-171450" algn="l" defTabSz="685800" rtl="0" eaLnBrk="1" latinLnBrk="0" hangingPunct="1">
        <a:lnSpc>
          <a:spcPct val="90000"/>
        </a:lnSpc>
        <a:spcBef>
          <a:spcPts val="600"/>
        </a:spcBef>
        <a:buClr>
          <a:schemeClr val="accent1"/>
        </a:buClr>
        <a:buFont typeface="Arial" pitchFamily="34" charset="0"/>
        <a:buChar char="•"/>
        <a:defRPr sz="1050" kern="1200">
          <a:solidFill>
            <a:schemeClr val="tx1"/>
          </a:solidFill>
          <a:latin typeface="+mn-lt"/>
          <a:ea typeface="+mn-ea"/>
          <a:cs typeface="+mn-cs"/>
        </a:defRPr>
      </a:lvl7pPr>
      <a:lvl8pPr marL="1783080" indent="-171450" algn="l" defTabSz="685800" rtl="0" eaLnBrk="1" latinLnBrk="0" hangingPunct="1">
        <a:lnSpc>
          <a:spcPct val="90000"/>
        </a:lnSpc>
        <a:spcBef>
          <a:spcPts val="600"/>
        </a:spcBef>
        <a:buClr>
          <a:schemeClr val="accent1"/>
        </a:buClr>
        <a:buFont typeface="Arial" pitchFamily="34" charset="0"/>
        <a:buChar char="•"/>
        <a:defRPr sz="1050" kern="1200">
          <a:solidFill>
            <a:schemeClr val="tx1"/>
          </a:solidFill>
          <a:latin typeface="+mn-lt"/>
          <a:ea typeface="+mn-ea"/>
          <a:cs typeface="+mn-cs"/>
        </a:defRPr>
      </a:lvl8pPr>
      <a:lvl9pPr marL="1988820" indent="-171450" algn="l" defTabSz="685800" rtl="0" eaLnBrk="1" latinLnBrk="0" hangingPunct="1">
        <a:lnSpc>
          <a:spcPct val="90000"/>
        </a:lnSpc>
        <a:spcBef>
          <a:spcPts val="600"/>
        </a:spcBef>
        <a:buClr>
          <a:schemeClr val="accent1"/>
        </a:buClr>
        <a:buFont typeface="Arial" pitchFamily="34"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1949" y="6033441"/>
            <a:ext cx="8458200" cy="591813"/>
          </a:xfrm>
        </p:spPr>
        <p:txBody>
          <a:bodyPr>
            <a:normAutofit/>
          </a:bodyPr>
          <a:lstStyle/>
          <a:p>
            <a:pPr fontAlgn="auto">
              <a:spcAft>
                <a:spcPts val="0"/>
              </a:spcAft>
              <a:defRPr/>
            </a:pPr>
            <a:r>
              <a:rPr lang="en-CA" sz="4000" dirty="0">
                <a:latin typeface="Calibri" panose="020F0502020204030204" pitchFamily="34" charset="0"/>
              </a:rPr>
              <a:t>MGMT 3105</a:t>
            </a:r>
          </a:p>
        </p:txBody>
      </p:sp>
      <p:sp>
        <p:nvSpPr>
          <p:cNvPr id="3" name="Subtitle 2"/>
          <p:cNvSpPr>
            <a:spLocks noGrp="1"/>
          </p:cNvSpPr>
          <p:nvPr>
            <p:ph type="subTitle" idx="1"/>
          </p:nvPr>
        </p:nvSpPr>
        <p:spPr>
          <a:xfrm>
            <a:off x="4715991" y="6033442"/>
            <a:ext cx="4106060" cy="591813"/>
          </a:xfrm>
        </p:spPr>
        <p:txBody>
          <a:bodyPr>
            <a:normAutofit fontScale="85000" lnSpcReduction="20000"/>
          </a:bodyPr>
          <a:lstStyle/>
          <a:p>
            <a:pPr algn="ctr" fontAlgn="auto">
              <a:spcAft>
                <a:spcPts val="0"/>
              </a:spcAft>
              <a:buFont typeface="Wingdings 2"/>
              <a:buNone/>
              <a:defRPr/>
            </a:pPr>
            <a:r>
              <a:rPr lang="en-CA" sz="3400" b="1" dirty="0">
                <a:latin typeface="Calibri" panose="020F0502020204030204" pitchFamily="34" charset="0"/>
              </a:rPr>
              <a:t>Project Management</a:t>
            </a:r>
          </a:p>
          <a:p>
            <a:pPr algn="ctr" fontAlgn="auto">
              <a:spcAft>
                <a:spcPts val="0"/>
              </a:spcAft>
              <a:buFont typeface="Wingdings 2"/>
              <a:buNone/>
              <a:defRPr/>
            </a:pPr>
            <a:r>
              <a:rPr lang="en-CA" sz="1700" b="0" dirty="0">
                <a:latin typeface="Calibri" panose="020F0502020204030204" pitchFamily="34" charset="0"/>
              </a:rPr>
              <a:t>Lecture 2                                                 G.R. Labbé</a:t>
            </a:r>
          </a:p>
        </p:txBody>
      </p:sp>
      <p:pic>
        <p:nvPicPr>
          <p:cNvPr id="6" name="Picture 5"/>
          <p:cNvPicPr>
            <a:picLocks noChangeAspect="1"/>
          </p:cNvPicPr>
          <p:nvPr/>
        </p:nvPicPr>
        <p:blipFill>
          <a:blip r:embed="rId3" cstate="print"/>
          <a:stretch>
            <a:fillRect/>
          </a:stretch>
        </p:blipFill>
        <p:spPr>
          <a:xfrm>
            <a:off x="268264" y="116632"/>
            <a:ext cx="8565570" cy="563987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52400" y="365398"/>
            <a:ext cx="8991600" cy="654596"/>
          </a:xfrm>
        </p:spPr>
        <p:txBody>
          <a:bodyPr>
            <a:normAutofit/>
          </a:bodyPr>
          <a:lstStyle/>
          <a:p>
            <a:pPr algn="ctr" fontAlgn="auto">
              <a:spcAft>
                <a:spcPts val="0"/>
              </a:spcAft>
              <a:defRPr/>
            </a:pPr>
            <a:r>
              <a:rPr lang="en-US" sz="2400" dirty="0">
                <a:latin typeface="Calibri" panose="020F0502020204030204" pitchFamily="34" charset="0"/>
              </a:rPr>
              <a:t>Why are we studying Project Management at Fanshawe?</a:t>
            </a:r>
          </a:p>
        </p:txBody>
      </p:sp>
      <p:sp>
        <p:nvSpPr>
          <p:cNvPr id="17410" name="Rectangle 3"/>
          <p:cNvSpPr>
            <a:spLocks noGrp="1" noChangeArrowheads="1"/>
          </p:cNvSpPr>
          <p:nvPr>
            <p:ph idx="1"/>
          </p:nvPr>
        </p:nvSpPr>
        <p:spPr>
          <a:xfrm>
            <a:off x="487283" y="1042411"/>
            <a:ext cx="8229600" cy="874421"/>
          </a:xfrm>
        </p:spPr>
        <p:txBody>
          <a:bodyPr/>
          <a:lstStyle/>
          <a:p>
            <a:r>
              <a:rPr lang="en-US" sz="2000" dirty="0">
                <a:latin typeface="Calibri" panose="020F0502020204030204" pitchFamily="34" charset="0"/>
              </a:rPr>
              <a:t>Because only 26% of projects in the working world today are successfully  delivered respecting the triple constraint.</a:t>
            </a:r>
          </a:p>
        </p:txBody>
      </p:sp>
      <p:pic>
        <p:nvPicPr>
          <p:cNvPr id="17411" name="Picture 2" descr="C:\Users\rschott\Desktop\job-almost-finished.jpg"/>
          <p:cNvPicPr>
            <a:picLocks noChangeAspect="1" noChangeArrowheads="1"/>
          </p:cNvPicPr>
          <p:nvPr/>
        </p:nvPicPr>
        <p:blipFill>
          <a:blip r:embed="rId2" cstate="print"/>
          <a:srcRect/>
          <a:stretch>
            <a:fillRect/>
          </a:stretch>
        </p:blipFill>
        <p:spPr bwMode="auto">
          <a:xfrm>
            <a:off x="1331640" y="2404848"/>
            <a:ext cx="6733661" cy="3792237"/>
          </a:xfrm>
          <a:prstGeom prst="rect">
            <a:avLst/>
          </a:prstGeom>
          <a:noFill/>
          <a:ln w="9525">
            <a:noFill/>
            <a:miter lim="800000"/>
            <a:headEnd/>
            <a:tailEnd/>
          </a:ln>
        </p:spPr>
      </p:pic>
      <p:sp>
        <p:nvSpPr>
          <p:cNvPr id="5" name="Slide Number Placeholder 4">
            <a:extLst>
              <a:ext uri="{FF2B5EF4-FFF2-40B4-BE49-F238E27FC236}">
                <a16:creationId xmlns:a16="http://schemas.microsoft.com/office/drawing/2014/main" id="{3107EE9F-50E3-4AF8-A386-1F882866D4A0}"/>
              </a:ext>
            </a:extLst>
          </p:cNvPr>
          <p:cNvSpPr>
            <a:spLocks noGrp="1"/>
          </p:cNvSpPr>
          <p:nvPr>
            <p:ph type="sldNum" sz="quarter" idx="12"/>
          </p:nvPr>
        </p:nvSpPr>
        <p:spPr/>
        <p:txBody>
          <a:bodyPr/>
          <a:lstStyle/>
          <a:p>
            <a:fld id="{E31375A4-56A4-47D6-9801-1991572033F7}" type="slidenum">
              <a:rPr lang="en-US" smtClean="0">
                <a:solidFill>
                  <a:prstClr val="black"/>
                </a:solidFill>
              </a:rPr>
              <a:pPr/>
              <a:t>2</a:t>
            </a:fld>
            <a:endParaRPr lang="en-US">
              <a:solidFill>
                <a:prstClr val="black"/>
              </a:solidFill>
            </a:endParaRPr>
          </a:p>
        </p:txBody>
      </p:sp>
      <p:sp>
        <p:nvSpPr>
          <p:cNvPr id="2" name="Date Placeholder 1">
            <a:extLst>
              <a:ext uri="{FF2B5EF4-FFF2-40B4-BE49-F238E27FC236}">
                <a16:creationId xmlns:a16="http://schemas.microsoft.com/office/drawing/2014/main" id="{EF27EAE0-0D85-5E1B-B085-E35CACCEAF96}"/>
              </a:ext>
            </a:extLst>
          </p:cNvPr>
          <p:cNvSpPr>
            <a:spLocks noGrp="1"/>
          </p:cNvSpPr>
          <p:nvPr>
            <p:ph type="dt" sz="half" idx="10"/>
          </p:nvPr>
        </p:nvSpPr>
        <p:spPr/>
        <p:txBody>
          <a:bodyPr/>
          <a:lstStyle/>
          <a:p>
            <a:r>
              <a:rPr lang="en-US">
                <a:solidFill>
                  <a:prstClr val="black"/>
                </a:solidFill>
              </a:rPr>
              <a:t>G.R. Labbé</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4"/>
          <p:cNvSpPr>
            <a:spLocks noChangeArrowheads="1"/>
          </p:cNvSpPr>
          <p:nvPr/>
        </p:nvSpPr>
        <p:spPr bwMode="auto">
          <a:xfrm>
            <a:off x="622300" y="2641097"/>
            <a:ext cx="8064500" cy="2677656"/>
          </a:xfrm>
          <a:prstGeom prst="rect">
            <a:avLst/>
          </a:prstGeom>
          <a:noFill/>
          <a:ln w="9525">
            <a:noFill/>
            <a:miter lim="800000"/>
            <a:headEnd/>
            <a:tailEnd/>
          </a:ln>
        </p:spPr>
        <p:txBody>
          <a:bodyPr anchor="ctr">
            <a:spAutoFit/>
          </a:bodyPr>
          <a:lstStyle/>
          <a:p>
            <a:r>
              <a:rPr lang="en-US" sz="2400" b="1" dirty="0">
                <a:latin typeface="Calibri" panose="020F0502020204030204" pitchFamily="34" charset="0"/>
              </a:rPr>
              <a:t>Project management</a:t>
            </a:r>
            <a:r>
              <a:rPr lang="en-US" sz="2400" dirty="0">
                <a:latin typeface="Calibri" panose="020F0502020204030204" pitchFamily="34" charset="0"/>
              </a:rPr>
              <a:t> is the discipline of organizing and managing resources using a carefully defined set of activities to meet the pre-defined objectives of the client. </a:t>
            </a:r>
          </a:p>
          <a:p>
            <a:endParaRPr lang="en-US" sz="2400" dirty="0">
              <a:latin typeface="Calibri" panose="020F0502020204030204" pitchFamily="34" charset="0"/>
            </a:endParaRPr>
          </a:p>
          <a:p>
            <a:r>
              <a:rPr lang="en-US" sz="2400" dirty="0">
                <a:latin typeface="Calibri" panose="020F0502020204030204" pitchFamily="34" charset="0"/>
              </a:rPr>
              <a:t>The management of a "</a:t>
            </a:r>
            <a:r>
              <a:rPr lang="en-US" sz="2400" dirty="0">
                <a:solidFill>
                  <a:srgbClr val="00B050"/>
                </a:solidFill>
                <a:latin typeface="Calibri" panose="020F0502020204030204" pitchFamily="34" charset="0"/>
              </a:rPr>
              <a:t>project</a:t>
            </a:r>
            <a:r>
              <a:rPr lang="en-US" sz="2400" dirty="0">
                <a:latin typeface="Calibri" panose="020F0502020204030204" pitchFamily="34" charset="0"/>
              </a:rPr>
              <a:t>" versus a "</a:t>
            </a:r>
            <a:r>
              <a:rPr lang="en-US" sz="2400" dirty="0">
                <a:solidFill>
                  <a:srgbClr val="00B050"/>
                </a:solidFill>
                <a:latin typeface="Calibri" panose="020F0502020204030204" pitchFamily="34" charset="0"/>
              </a:rPr>
              <a:t>process</a:t>
            </a:r>
            <a:r>
              <a:rPr lang="en-US" sz="2400" dirty="0">
                <a:latin typeface="Calibri" panose="020F0502020204030204" pitchFamily="34" charset="0"/>
              </a:rPr>
              <a:t>" is often very different and requires varying technical skills and philosophy, hence requiring the development of project management.</a:t>
            </a:r>
          </a:p>
        </p:txBody>
      </p:sp>
      <p:sp>
        <p:nvSpPr>
          <p:cNvPr id="7171" name="Rectangle 5"/>
          <p:cNvSpPr>
            <a:spLocks noGrp="1" noChangeArrowheads="1"/>
          </p:cNvSpPr>
          <p:nvPr>
            <p:ph type="title"/>
          </p:nvPr>
        </p:nvSpPr>
        <p:spPr>
          <a:xfrm>
            <a:off x="539750" y="274638"/>
            <a:ext cx="8229600" cy="706437"/>
          </a:xfrm>
        </p:spPr>
        <p:txBody>
          <a:bodyPr/>
          <a:lstStyle/>
          <a:p>
            <a:pPr fontAlgn="auto">
              <a:spcAft>
                <a:spcPts val="0"/>
              </a:spcAft>
              <a:defRPr/>
            </a:pPr>
            <a:r>
              <a:rPr lang="en-US" sz="3200" u="sng" dirty="0">
                <a:latin typeface="Calibri" panose="020F0502020204030204" pitchFamily="34" charset="0"/>
              </a:rPr>
              <a:t>Definitions</a:t>
            </a:r>
          </a:p>
        </p:txBody>
      </p:sp>
      <p:sp>
        <p:nvSpPr>
          <p:cNvPr id="4" name="Oval 8"/>
          <p:cNvSpPr>
            <a:spLocks noChangeArrowheads="1"/>
          </p:cNvSpPr>
          <p:nvPr/>
        </p:nvSpPr>
        <p:spPr bwMode="auto">
          <a:xfrm>
            <a:off x="179388" y="6216650"/>
            <a:ext cx="485775" cy="525463"/>
          </a:xfrm>
          <a:prstGeom prst="ellipse">
            <a:avLst/>
          </a:prstGeom>
          <a:solidFill>
            <a:srgbClr val="FF0000"/>
          </a:solidFill>
          <a:ln w="9525">
            <a:solidFill>
              <a:schemeClr val="tx1"/>
            </a:solidFill>
            <a:round/>
            <a:headEnd/>
            <a:tailEnd/>
          </a:ln>
        </p:spPr>
        <p:txBody>
          <a:bodyPr wrap="none" anchor="ctr"/>
          <a:lstStyle/>
          <a:p>
            <a:endParaRPr lang="en-CA" dirty="0"/>
          </a:p>
        </p:txBody>
      </p:sp>
      <p:pic>
        <p:nvPicPr>
          <p:cNvPr id="3074" name="Picture 2" descr="http://ppt-lt.crystalgraphics.com/lt_path_to_success_co_45_powerpoint_templates_title_slide.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0612"/>
          <a:stretch/>
        </p:blipFill>
        <p:spPr bwMode="auto">
          <a:xfrm>
            <a:off x="4788025" y="81181"/>
            <a:ext cx="3981326" cy="2370505"/>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35842868-9ECC-48BA-8E12-ED96CF823B83}"/>
              </a:ext>
            </a:extLst>
          </p:cNvPr>
          <p:cNvSpPr>
            <a:spLocks noGrp="1"/>
          </p:cNvSpPr>
          <p:nvPr>
            <p:ph type="sldNum" sz="quarter" idx="12"/>
          </p:nvPr>
        </p:nvSpPr>
        <p:spPr/>
        <p:txBody>
          <a:bodyPr/>
          <a:lstStyle/>
          <a:p>
            <a:fld id="{E31375A4-56A4-47D6-9801-1991572033F7}" type="slidenum">
              <a:rPr lang="en-US" smtClean="0">
                <a:solidFill>
                  <a:prstClr val="black"/>
                </a:solidFill>
              </a:rPr>
              <a:pPr/>
              <a:t>3</a:t>
            </a:fld>
            <a:endParaRPr lang="en-US">
              <a:solidFill>
                <a:prstClr val="black"/>
              </a:solidFill>
            </a:endParaRPr>
          </a:p>
        </p:txBody>
      </p:sp>
      <p:sp>
        <p:nvSpPr>
          <p:cNvPr id="2" name="Date Placeholder 1">
            <a:extLst>
              <a:ext uri="{FF2B5EF4-FFF2-40B4-BE49-F238E27FC236}">
                <a16:creationId xmlns:a16="http://schemas.microsoft.com/office/drawing/2014/main" id="{B03FDD40-BE1E-558A-56BB-F88A92882A9E}"/>
              </a:ext>
            </a:extLst>
          </p:cNvPr>
          <p:cNvSpPr>
            <a:spLocks noGrp="1"/>
          </p:cNvSpPr>
          <p:nvPr>
            <p:ph type="dt" sz="half" idx="10"/>
          </p:nvPr>
        </p:nvSpPr>
        <p:spPr/>
        <p:txBody>
          <a:bodyPr/>
          <a:lstStyle/>
          <a:p>
            <a:r>
              <a:rPr lang="en-US">
                <a:solidFill>
                  <a:prstClr val="black"/>
                </a:solidFill>
              </a:rPr>
              <a:t>G.R. Labbé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2"/>
          <p:cNvSpPr>
            <a:spLocks noGrp="1"/>
          </p:cNvSpPr>
          <p:nvPr>
            <p:ph type="title"/>
          </p:nvPr>
        </p:nvSpPr>
        <p:spPr>
          <a:xfrm>
            <a:off x="457200" y="274639"/>
            <a:ext cx="7931150" cy="634082"/>
          </a:xfrm>
        </p:spPr>
        <p:txBody>
          <a:bodyPr>
            <a:normAutofit fontScale="90000"/>
          </a:bodyPr>
          <a:lstStyle/>
          <a:p>
            <a:pPr algn="ctr" fontAlgn="auto">
              <a:spcAft>
                <a:spcPts val="0"/>
              </a:spcAft>
              <a:defRPr/>
            </a:pPr>
            <a:r>
              <a:rPr lang="en-US" sz="4000" dirty="0">
                <a:latin typeface="Calibri" panose="020F0502020204030204" pitchFamily="34" charset="0"/>
              </a:rPr>
              <a:t>What is:</a:t>
            </a:r>
          </a:p>
        </p:txBody>
      </p:sp>
      <p:sp>
        <p:nvSpPr>
          <p:cNvPr id="6147" name="Content Placeholder 3"/>
          <p:cNvSpPr>
            <a:spLocks noGrp="1"/>
          </p:cNvSpPr>
          <p:nvPr>
            <p:ph sz="half" idx="1"/>
          </p:nvPr>
        </p:nvSpPr>
        <p:spPr>
          <a:xfrm>
            <a:off x="457200" y="1139825"/>
            <a:ext cx="2601913" cy="676275"/>
          </a:xfrm>
        </p:spPr>
        <p:txBody>
          <a:bodyPr>
            <a:normAutofit/>
          </a:bodyPr>
          <a:lstStyle/>
          <a:p>
            <a:pPr fontAlgn="auto">
              <a:spcAft>
                <a:spcPts val="0"/>
              </a:spcAft>
              <a:buFont typeface="Wingdings 2"/>
              <a:buChar char=""/>
              <a:defRPr/>
            </a:pPr>
            <a:r>
              <a:rPr lang="en-US" sz="3200" b="1" dirty="0">
                <a:latin typeface="Calibri" panose="020F0502020204030204" pitchFamily="34" charset="0"/>
              </a:rPr>
              <a:t> a Project?</a:t>
            </a:r>
          </a:p>
        </p:txBody>
      </p:sp>
      <p:sp>
        <p:nvSpPr>
          <p:cNvPr id="6148" name="Content Placeholder 4"/>
          <p:cNvSpPr>
            <a:spLocks noGrp="1"/>
          </p:cNvSpPr>
          <p:nvPr>
            <p:ph sz="half" idx="2"/>
          </p:nvPr>
        </p:nvSpPr>
        <p:spPr>
          <a:xfrm>
            <a:off x="5003676" y="1139815"/>
            <a:ext cx="2732088" cy="555625"/>
          </a:xfrm>
        </p:spPr>
        <p:txBody>
          <a:bodyPr>
            <a:normAutofit/>
          </a:bodyPr>
          <a:lstStyle/>
          <a:p>
            <a:pPr fontAlgn="auto">
              <a:spcAft>
                <a:spcPts val="0"/>
              </a:spcAft>
              <a:buFont typeface="Wingdings 2"/>
              <a:buChar char=""/>
              <a:defRPr/>
            </a:pPr>
            <a:r>
              <a:rPr lang="en-US" sz="3200" b="1" dirty="0">
                <a:latin typeface="Calibri" panose="020F0502020204030204" pitchFamily="34" charset="0"/>
              </a:rPr>
              <a:t> a Process</a:t>
            </a:r>
            <a:r>
              <a:rPr lang="en-US" sz="3200" b="1" dirty="0"/>
              <a:t>?</a:t>
            </a:r>
          </a:p>
        </p:txBody>
      </p:sp>
      <p:sp>
        <p:nvSpPr>
          <p:cNvPr id="5" name="TextBox 4"/>
          <p:cNvSpPr txBox="1">
            <a:spLocks noChangeArrowheads="1"/>
          </p:cNvSpPr>
          <p:nvPr/>
        </p:nvSpPr>
        <p:spPr bwMode="auto">
          <a:xfrm>
            <a:off x="457200" y="1816100"/>
            <a:ext cx="3970784" cy="3785652"/>
          </a:xfrm>
          <a:prstGeom prst="rect">
            <a:avLst/>
          </a:prstGeom>
          <a:noFill/>
          <a:ln w="9525">
            <a:noFill/>
            <a:miter lim="800000"/>
            <a:headEnd/>
            <a:tailEnd/>
          </a:ln>
        </p:spPr>
        <p:txBody>
          <a:bodyPr wrap="square">
            <a:spAutoFit/>
          </a:bodyPr>
          <a:lstStyle/>
          <a:p>
            <a:r>
              <a:rPr lang="en-US" sz="2400" b="1" dirty="0">
                <a:solidFill>
                  <a:srgbClr val="FF0000"/>
                </a:solidFill>
                <a:latin typeface="Calibri" panose="020F0502020204030204" pitchFamily="34" charset="0"/>
              </a:rPr>
              <a:t>A project</a:t>
            </a:r>
            <a:r>
              <a:rPr lang="en-US" sz="2400" dirty="0">
                <a:solidFill>
                  <a:srgbClr val="FF0000"/>
                </a:solidFill>
                <a:latin typeface="Calibri" panose="020F0502020204030204" pitchFamily="34" charset="0"/>
              </a:rPr>
              <a:t> </a:t>
            </a:r>
            <a:r>
              <a:rPr lang="en-US" sz="2400" dirty="0">
                <a:latin typeface="Calibri" panose="020F0502020204030204" pitchFamily="34" charset="0"/>
              </a:rPr>
              <a:t>is a </a:t>
            </a:r>
            <a:r>
              <a:rPr lang="en-US" sz="2400" b="1" dirty="0">
                <a:solidFill>
                  <a:srgbClr val="FF0000"/>
                </a:solidFill>
                <a:latin typeface="Calibri" panose="020F0502020204030204" pitchFamily="34" charset="0"/>
              </a:rPr>
              <a:t>temporary</a:t>
            </a:r>
            <a:r>
              <a:rPr lang="en-US" sz="2400" dirty="0">
                <a:latin typeface="Calibri" panose="020F0502020204030204" pitchFamily="34" charset="0"/>
              </a:rPr>
              <a:t> and </a:t>
            </a:r>
            <a:r>
              <a:rPr lang="en-US" sz="2400" b="1" dirty="0">
                <a:solidFill>
                  <a:srgbClr val="FF0000"/>
                </a:solidFill>
                <a:latin typeface="Calibri" panose="020F0502020204030204" pitchFamily="34" charset="0"/>
              </a:rPr>
              <a:t>one-time</a:t>
            </a:r>
            <a:r>
              <a:rPr lang="en-US" sz="2400" dirty="0">
                <a:latin typeface="Calibri" panose="020F0502020204030204" pitchFamily="34" charset="0"/>
              </a:rPr>
              <a:t> endeavor. </a:t>
            </a:r>
          </a:p>
          <a:p>
            <a:r>
              <a:rPr lang="en-CA" sz="2400" dirty="0">
                <a:latin typeface="Calibri" panose="020F0502020204030204" pitchFamily="34" charset="0"/>
              </a:rPr>
              <a:t>A project is a sequence of </a:t>
            </a:r>
            <a:r>
              <a:rPr lang="en-CA" sz="2400" u="sng" dirty="0">
                <a:latin typeface="Calibri" panose="020F0502020204030204" pitchFamily="34" charset="0"/>
              </a:rPr>
              <a:t>unique</a:t>
            </a:r>
            <a:r>
              <a:rPr lang="en-CA" sz="2400" dirty="0">
                <a:latin typeface="Calibri" panose="020F0502020204030204" pitchFamily="34" charset="0"/>
              </a:rPr>
              <a:t>, </a:t>
            </a:r>
            <a:r>
              <a:rPr lang="en-CA" sz="2400" u="sng" dirty="0">
                <a:latin typeface="Calibri" panose="020F0502020204030204" pitchFamily="34" charset="0"/>
              </a:rPr>
              <a:t>complex</a:t>
            </a:r>
            <a:r>
              <a:rPr lang="en-CA" sz="2400" dirty="0">
                <a:latin typeface="Calibri" panose="020F0502020204030204" pitchFamily="34" charset="0"/>
              </a:rPr>
              <a:t>, and </a:t>
            </a:r>
            <a:r>
              <a:rPr lang="en-CA" sz="2400" u="sng" dirty="0">
                <a:latin typeface="Calibri" panose="020F0502020204030204" pitchFamily="34" charset="0"/>
              </a:rPr>
              <a:t>connected activities</a:t>
            </a:r>
            <a:r>
              <a:rPr lang="en-CA" sz="2400" dirty="0">
                <a:latin typeface="Calibri" panose="020F0502020204030204" pitchFamily="34" charset="0"/>
              </a:rPr>
              <a:t> having </a:t>
            </a:r>
            <a:r>
              <a:rPr lang="en-CA" sz="2400" u="sng" dirty="0">
                <a:latin typeface="Calibri" panose="020F0502020204030204" pitchFamily="34" charset="0"/>
              </a:rPr>
              <a:t>one goal </a:t>
            </a:r>
            <a:r>
              <a:rPr lang="en-CA" sz="2400" dirty="0">
                <a:latin typeface="Calibri" panose="020F0502020204030204" pitchFamily="34" charset="0"/>
              </a:rPr>
              <a:t>or </a:t>
            </a:r>
            <a:r>
              <a:rPr lang="en-CA" sz="2400" u="sng" dirty="0">
                <a:latin typeface="Calibri" panose="020F0502020204030204" pitchFamily="34" charset="0"/>
              </a:rPr>
              <a:t>purpose</a:t>
            </a:r>
            <a:r>
              <a:rPr lang="en-CA" sz="2400" dirty="0">
                <a:latin typeface="Calibri" panose="020F0502020204030204" pitchFamily="34" charset="0"/>
              </a:rPr>
              <a:t> and it must be completed by a </a:t>
            </a:r>
            <a:r>
              <a:rPr lang="en-CA" sz="2400" u="sng" dirty="0">
                <a:latin typeface="Calibri" panose="020F0502020204030204" pitchFamily="34" charset="0"/>
              </a:rPr>
              <a:t>specific time</a:t>
            </a:r>
            <a:r>
              <a:rPr lang="en-CA" sz="2400" dirty="0">
                <a:latin typeface="Calibri" panose="020F0502020204030204" pitchFamily="34" charset="0"/>
              </a:rPr>
              <a:t>, </a:t>
            </a:r>
            <a:r>
              <a:rPr lang="en-CA" sz="2400" u="sng" dirty="0">
                <a:latin typeface="Calibri" panose="020F0502020204030204" pitchFamily="34" charset="0"/>
              </a:rPr>
              <a:t>within budget</a:t>
            </a:r>
            <a:r>
              <a:rPr lang="en-CA" sz="2400" dirty="0">
                <a:latin typeface="Calibri" panose="020F0502020204030204" pitchFamily="34" charset="0"/>
              </a:rPr>
              <a:t>, and according to </a:t>
            </a:r>
            <a:r>
              <a:rPr lang="en-CA" sz="2400" u="sng" dirty="0">
                <a:latin typeface="Calibri" panose="020F0502020204030204" pitchFamily="34" charset="0"/>
              </a:rPr>
              <a:t>defined specification.</a:t>
            </a:r>
          </a:p>
        </p:txBody>
      </p:sp>
      <p:sp>
        <p:nvSpPr>
          <p:cNvPr id="6" name="TextBox 5"/>
          <p:cNvSpPr txBox="1">
            <a:spLocks noChangeArrowheads="1"/>
          </p:cNvSpPr>
          <p:nvPr/>
        </p:nvSpPr>
        <p:spPr bwMode="auto">
          <a:xfrm>
            <a:off x="5003800" y="1816100"/>
            <a:ext cx="3384550" cy="2677656"/>
          </a:xfrm>
          <a:prstGeom prst="rect">
            <a:avLst/>
          </a:prstGeom>
          <a:noFill/>
          <a:ln w="9525">
            <a:noFill/>
            <a:miter lim="800000"/>
            <a:headEnd/>
            <a:tailEnd/>
          </a:ln>
        </p:spPr>
        <p:txBody>
          <a:bodyPr>
            <a:spAutoFit/>
          </a:bodyPr>
          <a:lstStyle/>
          <a:p>
            <a:r>
              <a:rPr lang="en-US" sz="2400" b="1" dirty="0">
                <a:solidFill>
                  <a:srgbClr val="FF0000"/>
                </a:solidFill>
                <a:latin typeface="Calibri" panose="020F0502020204030204" pitchFamily="34" charset="0"/>
              </a:rPr>
              <a:t>A process</a:t>
            </a:r>
            <a:r>
              <a:rPr lang="en-US" sz="2400" dirty="0">
                <a:solidFill>
                  <a:srgbClr val="FF0000"/>
                </a:solidFill>
                <a:latin typeface="Calibri" panose="020F0502020204030204" pitchFamily="34" charset="0"/>
              </a:rPr>
              <a:t> </a:t>
            </a:r>
            <a:r>
              <a:rPr lang="en-US" sz="2400" dirty="0">
                <a:latin typeface="Calibri" panose="020F0502020204030204" pitchFamily="34" charset="0"/>
              </a:rPr>
              <a:t>is a </a:t>
            </a:r>
            <a:r>
              <a:rPr lang="en-US" sz="2400" b="1" dirty="0">
                <a:solidFill>
                  <a:srgbClr val="FF0000"/>
                </a:solidFill>
                <a:latin typeface="Calibri" panose="020F0502020204030204" pitchFamily="34" charset="0"/>
              </a:rPr>
              <a:t>permanent endeavor</a:t>
            </a:r>
            <a:r>
              <a:rPr lang="en-US" sz="2400" dirty="0">
                <a:latin typeface="Calibri" panose="020F0502020204030204" pitchFamily="34" charset="0"/>
              </a:rPr>
              <a:t>, designed to be repetitive, undertaken to create a unique product or service, which brings about beneficial change or added value</a:t>
            </a:r>
            <a:r>
              <a:rPr lang="en-US" dirty="0">
                <a:latin typeface="Calibri" panose="020F0502020204030204" pitchFamily="34" charset="0"/>
              </a:rPr>
              <a:t>.</a:t>
            </a:r>
            <a:endParaRPr lang="en-CA" dirty="0">
              <a:latin typeface="Calibri" panose="020F0502020204030204" pitchFamily="34" charset="0"/>
            </a:endParaRPr>
          </a:p>
        </p:txBody>
      </p:sp>
      <p:sp>
        <p:nvSpPr>
          <p:cNvPr id="7" name="Oval 8"/>
          <p:cNvSpPr>
            <a:spLocks noChangeArrowheads="1"/>
          </p:cNvSpPr>
          <p:nvPr/>
        </p:nvSpPr>
        <p:spPr bwMode="auto">
          <a:xfrm>
            <a:off x="179388" y="6216650"/>
            <a:ext cx="485775" cy="525463"/>
          </a:xfrm>
          <a:prstGeom prst="ellipse">
            <a:avLst/>
          </a:prstGeom>
          <a:solidFill>
            <a:srgbClr val="FF0000"/>
          </a:solidFill>
          <a:ln w="9525">
            <a:solidFill>
              <a:schemeClr val="tx1"/>
            </a:solidFill>
            <a:round/>
            <a:headEnd/>
            <a:tailEnd/>
          </a:ln>
        </p:spPr>
        <p:txBody>
          <a:bodyPr wrap="none" anchor="ctr"/>
          <a:lstStyle/>
          <a:p>
            <a:endParaRPr lang="en-CA" dirty="0"/>
          </a:p>
        </p:txBody>
      </p:sp>
      <p:sp>
        <p:nvSpPr>
          <p:cNvPr id="8" name="Slide Number Placeholder 7">
            <a:extLst>
              <a:ext uri="{FF2B5EF4-FFF2-40B4-BE49-F238E27FC236}">
                <a16:creationId xmlns:a16="http://schemas.microsoft.com/office/drawing/2014/main" id="{EAD43E54-4344-4F18-B4A4-9293BE3DF2D0}"/>
              </a:ext>
            </a:extLst>
          </p:cNvPr>
          <p:cNvSpPr>
            <a:spLocks noGrp="1"/>
          </p:cNvSpPr>
          <p:nvPr>
            <p:ph type="sldNum" sz="quarter" idx="12"/>
          </p:nvPr>
        </p:nvSpPr>
        <p:spPr/>
        <p:txBody>
          <a:bodyPr/>
          <a:lstStyle/>
          <a:p>
            <a:fld id="{E31375A4-56A4-47D6-9801-1991572033F7}" type="slidenum">
              <a:rPr lang="en-US" smtClean="0">
                <a:solidFill>
                  <a:prstClr val="black"/>
                </a:solidFill>
              </a:rPr>
              <a:pPr/>
              <a:t>4</a:t>
            </a:fld>
            <a:endParaRPr lang="en-US">
              <a:solidFill>
                <a:prstClr val="black"/>
              </a:solidFill>
            </a:endParaRPr>
          </a:p>
        </p:txBody>
      </p:sp>
      <p:sp>
        <p:nvSpPr>
          <p:cNvPr id="2" name="Date Placeholder 1">
            <a:extLst>
              <a:ext uri="{FF2B5EF4-FFF2-40B4-BE49-F238E27FC236}">
                <a16:creationId xmlns:a16="http://schemas.microsoft.com/office/drawing/2014/main" id="{F8A0F29F-17F1-0B6B-1391-874852F0BAD3}"/>
              </a:ext>
            </a:extLst>
          </p:cNvPr>
          <p:cNvSpPr>
            <a:spLocks noGrp="1"/>
          </p:cNvSpPr>
          <p:nvPr>
            <p:ph type="dt" sz="half" idx="10"/>
          </p:nvPr>
        </p:nvSpPr>
        <p:spPr/>
        <p:txBody>
          <a:bodyPr/>
          <a:lstStyle/>
          <a:p>
            <a:r>
              <a:rPr lang="en-US">
                <a:solidFill>
                  <a:prstClr val="black"/>
                </a:solidFill>
              </a:rPr>
              <a:t>G.R. Labbé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Scale>
                                      <p:cBhvr>
                                        <p:cTn id="7"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5"/>
                                        </p:tgtEl>
                                        <p:attrNameLst>
                                          <p:attrName>ppt_x</p:attrName>
                                          <p:attrName>ppt_y</p:attrName>
                                        </p:attrNameLst>
                                      </p:cBhvr>
                                    </p:animMotion>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Scale>
                                      <p:cBhvr>
                                        <p:cTn id="14"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6"/>
                                        </p:tgtEl>
                                        <p:attrNameLst>
                                          <p:attrName>ppt_x</p:attrName>
                                          <p:attrName>ppt_y</p:attrName>
                                        </p:attrNameLst>
                                      </p:cBhvr>
                                    </p:animMotion>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p:cNvSpPr>
          <p:nvPr>
            <p:ph type="title"/>
          </p:nvPr>
        </p:nvSpPr>
        <p:spPr bwMode="auto">
          <a:xfrm>
            <a:off x="971550" y="716868"/>
            <a:ext cx="7200900" cy="671736"/>
          </a:xfrm>
          <a:noFill/>
        </p:spPr>
        <p:txBody>
          <a:bodyPr wrap="square" lIns="91440" tIns="45720" rIns="91440" bIns="45720" numCol="1" anchorCtr="0" compatLnSpc="1">
            <a:prstTxWarp prst="textNoShape">
              <a:avLst/>
            </a:prstTxWarp>
            <a:normAutofit/>
          </a:bodyPr>
          <a:lstStyle/>
          <a:p>
            <a:pPr algn="ctr"/>
            <a:r>
              <a:rPr lang="en-US" sz="3600" cap="none" dirty="0">
                <a:effectLst/>
                <a:latin typeface="Calibri" panose="020F0502020204030204" pitchFamily="34" charset="0"/>
              </a:rPr>
              <a:t>Why are projects important?</a:t>
            </a:r>
          </a:p>
        </p:txBody>
      </p:sp>
      <p:sp>
        <p:nvSpPr>
          <p:cNvPr id="95235" name="Rectangle 3"/>
          <p:cNvSpPr>
            <a:spLocks noGrp="1"/>
          </p:cNvSpPr>
          <p:nvPr>
            <p:ph idx="1"/>
          </p:nvPr>
        </p:nvSpPr>
        <p:spPr/>
        <p:txBody>
          <a:bodyPr/>
          <a:lstStyle/>
          <a:p>
            <a:r>
              <a:rPr lang="en-US" sz="2400" dirty="0">
                <a:latin typeface="Calibri" panose="020F0502020204030204" pitchFamily="34" charset="0"/>
              </a:rPr>
              <a:t>Projects help companies overcome these challenges:</a:t>
            </a:r>
          </a:p>
          <a:p>
            <a:endParaRPr lang="en-US" sz="2400" dirty="0">
              <a:latin typeface="Calibri" panose="020F0502020204030204" pitchFamily="34" charset="0"/>
            </a:endParaRPr>
          </a:p>
          <a:p>
            <a:pPr lvl="1">
              <a:buFont typeface="Wingdings" panose="05000000000000000000" pitchFamily="2" charset="2"/>
              <a:buChar char="Ø"/>
            </a:pPr>
            <a:r>
              <a:rPr lang="en-US" sz="2400" dirty="0">
                <a:latin typeface="Calibri" panose="020F0502020204030204" pitchFamily="34" charset="0"/>
              </a:rPr>
              <a:t>1. Shortened product </a:t>
            </a:r>
            <a:r>
              <a:rPr lang="en-US" sz="2400" dirty="0">
                <a:solidFill>
                  <a:srgbClr val="00B050"/>
                </a:solidFill>
                <a:latin typeface="Calibri" panose="020F0502020204030204" pitchFamily="34" charset="0"/>
              </a:rPr>
              <a:t>life cycles</a:t>
            </a:r>
          </a:p>
          <a:p>
            <a:pPr lvl="1">
              <a:buFont typeface="Wingdings" panose="05000000000000000000" pitchFamily="2" charset="2"/>
              <a:buChar char="Ø"/>
            </a:pPr>
            <a:r>
              <a:rPr lang="en-US" sz="2400" dirty="0">
                <a:latin typeface="Calibri" panose="020F0502020204030204" pitchFamily="34" charset="0"/>
              </a:rPr>
              <a:t>2. Narrow product launch windows</a:t>
            </a:r>
          </a:p>
          <a:p>
            <a:pPr lvl="1">
              <a:buFont typeface="Wingdings" panose="05000000000000000000" pitchFamily="2" charset="2"/>
              <a:buChar char="Ø"/>
            </a:pPr>
            <a:r>
              <a:rPr lang="en-US" sz="2400" dirty="0">
                <a:latin typeface="Calibri" panose="020F0502020204030204" pitchFamily="34" charset="0"/>
              </a:rPr>
              <a:t>3. Increasingly </a:t>
            </a:r>
            <a:r>
              <a:rPr lang="en-US" sz="2400" dirty="0">
                <a:solidFill>
                  <a:srgbClr val="00B050"/>
                </a:solidFill>
                <a:latin typeface="Calibri" panose="020F0502020204030204" pitchFamily="34" charset="0"/>
              </a:rPr>
              <a:t>complex</a:t>
            </a:r>
            <a:r>
              <a:rPr lang="en-US" sz="2400" dirty="0">
                <a:latin typeface="Calibri" panose="020F0502020204030204" pitchFamily="34" charset="0"/>
              </a:rPr>
              <a:t> and technical products</a:t>
            </a:r>
          </a:p>
          <a:p>
            <a:pPr lvl="1">
              <a:buFont typeface="Wingdings" panose="05000000000000000000" pitchFamily="2" charset="2"/>
              <a:buChar char="Ø"/>
            </a:pPr>
            <a:r>
              <a:rPr lang="en-US" sz="2400" dirty="0">
                <a:latin typeface="Calibri" panose="020F0502020204030204" pitchFamily="34" charset="0"/>
              </a:rPr>
              <a:t>4. Emergence of </a:t>
            </a:r>
            <a:r>
              <a:rPr lang="en-US" sz="2400" dirty="0">
                <a:solidFill>
                  <a:srgbClr val="00B050"/>
                </a:solidFill>
                <a:latin typeface="Calibri" panose="020F0502020204030204" pitchFamily="34" charset="0"/>
              </a:rPr>
              <a:t>global markets</a:t>
            </a:r>
          </a:p>
          <a:p>
            <a:pPr lvl="1">
              <a:buFont typeface="Wingdings" panose="05000000000000000000" pitchFamily="2" charset="2"/>
              <a:buChar char="Ø"/>
            </a:pPr>
            <a:r>
              <a:rPr lang="en-US" sz="2400" dirty="0">
                <a:latin typeface="Calibri" panose="020F0502020204030204" pitchFamily="34" charset="0"/>
              </a:rPr>
              <a:t>5. An economic period marked by low inflation</a:t>
            </a:r>
          </a:p>
          <a:p>
            <a:pPr lvl="1">
              <a:buFont typeface="Wingdings 2" pitchFamily="18" charset="2"/>
              <a:buNone/>
            </a:pPr>
            <a:endParaRPr lang="en-US" sz="2400" dirty="0">
              <a:latin typeface="Calibri" panose="020F0502020204030204" pitchFamily="34" charset="0"/>
            </a:endParaRPr>
          </a:p>
          <a:p>
            <a:pPr lvl="1">
              <a:buFont typeface="Wingdings 2" pitchFamily="18" charset="2"/>
              <a:buNone/>
            </a:pPr>
            <a:endParaRPr lang="en-US" sz="2400" dirty="0">
              <a:latin typeface="Arial" charset="0"/>
            </a:endParaRPr>
          </a:p>
        </p:txBody>
      </p:sp>
      <p:sp>
        <p:nvSpPr>
          <p:cNvPr id="4" name="Oval 8"/>
          <p:cNvSpPr>
            <a:spLocks noChangeArrowheads="1"/>
          </p:cNvSpPr>
          <p:nvPr/>
        </p:nvSpPr>
        <p:spPr bwMode="auto">
          <a:xfrm>
            <a:off x="179388" y="6216650"/>
            <a:ext cx="485775" cy="525463"/>
          </a:xfrm>
          <a:prstGeom prst="ellipse">
            <a:avLst/>
          </a:prstGeom>
          <a:solidFill>
            <a:srgbClr val="FF0000"/>
          </a:solidFill>
          <a:ln w="9525">
            <a:solidFill>
              <a:schemeClr val="tx1"/>
            </a:solidFill>
            <a:round/>
            <a:headEnd/>
            <a:tailEnd/>
          </a:ln>
        </p:spPr>
        <p:txBody>
          <a:bodyPr wrap="none" anchor="ctr"/>
          <a:lstStyle/>
          <a:p>
            <a:endParaRPr lang="en-CA" dirty="0"/>
          </a:p>
        </p:txBody>
      </p:sp>
      <p:sp>
        <p:nvSpPr>
          <p:cNvPr id="6" name="Slide Number Placeholder 5">
            <a:extLst>
              <a:ext uri="{FF2B5EF4-FFF2-40B4-BE49-F238E27FC236}">
                <a16:creationId xmlns:a16="http://schemas.microsoft.com/office/drawing/2014/main" id="{5B7E381C-CB49-4EE4-B58D-3FAF1C030196}"/>
              </a:ext>
            </a:extLst>
          </p:cNvPr>
          <p:cNvSpPr>
            <a:spLocks noGrp="1"/>
          </p:cNvSpPr>
          <p:nvPr>
            <p:ph type="sldNum" sz="quarter" idx="12"/>
          </p:nvPr>
        </p:nvSpPr>
        <p:spPr/>
        <p:txBody>
          <a:bodyPr/>
          <a:lstStyle/>
          <a:p>
            <a:fld id="{E31375A4-56A4-47D6-9801-1991572033F7}" type="slidenum">
              <a:rPr lang="en-US" smtClean="0">
                <a:solidFill>
                  <a:prstClr val="black"/>
                </a:solidFill>
              </a:rPr>
              <a:pPr/>
              <a:t>5</a:t>
            </a:fld>
            <a:endParaRPr lang="en-US">
              <a:solidFill>
                <a:prstClr val="black"/>
              </a:solidFill>
            </a:endParaRPr>
          </a:p>
        </p:txBody>
      </p:sp>
      <p:sp>
        <p:nvSpPr>
          <p:cNvPr id="2" name="Date Placeholder 1">
            <a:extLst>
              <a:ext uri="{FF2B5EF4-FFF2-40B4-BE49-F238E27FC236}">
                <a16:creationId xmlns:a16="http://schemas.microsoft.com/office/drawing/2014/main" id="{1EC2FE4B-7195-BE41-D569-F9FD3E3A5C99}"/>
              </a:ext>
            </a:extLst>
          </p:cNvPr>
          <p:cNvSpPr>
            <a:spLocks noGrp="1"/>
          </p:cNvSpPr>
          <p:nvPr>
            <p:ph type="dt" sz="half" idx="10"/>
          </p:nvPr>
        </p:nvSpPr>
        <p:spPr/>
        <p:txBody>
          <a:bodyPr/>
          <a:lstStyle/>
          <a:p>
            <a:r>
              <a:rPr lang="en-US">
                <a:solidFill>
                  <a:prstClr val="black"/>
                </a:solidFill>
              </a:rPr>
              <a:t>G.R. Labbé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4"/>
          <p:cNvSpPr>
            <a:spLocks noChangeArrowheads="1"/>
          </p:cNvSpPr>
          <p:nvPr/>
        </p:nvSpPr>
        <p:spPr bwMode="auto">
          <a:xfrm>
            <a:off x="755650" y="2119313"/>
            <a:ext cx="7704138" cy="2308324"/>
          </a:xfrm>
          <a:prstGeom prst="rect">
            <a:avLst/>
          </a:prstGeom>
          <a:noFill/>
          <a:ln w="9525">
            <a:noFill/>
            <a:miter lim="800000"/>
            <a:headEnd/>
            <a:tailEnd/>
          </a:ln>
        </p:spPr>
        <p:txBody>
          <a:bodyPr>
            <a:spAutoFit/>
          </a:bodyPr>
          <a:lstStyle/>
          <a:p>
            <a:r>
              <a:rPr lang="en-US" sz="2400" dirty="0">
                <a:latin typeface="Calibri" panose="020F0502020204030204" pitchFamily="34" charset="0"/>
              </a:rPr>
              <a:t>The </a:t>
            </a:r>
            <a:r>
              <a:rPr lang="en-US" sz="2400" dirty="0">
                <a:solidFill>
                  <a:srgbClr val="7030A0"/>
                </a:solidFill>
                <a:latin typeface="Calibri" panose="020F0502020204030204" pitchFamily="34" charset="0"/>
              </a:rPr>
              <a:t>primary challenge</a:t>
            </a:r>
            <a:r>
              <a:rPr lang="en-US" sz="2400" dirty="0">
                <a:latin typeface="Calibri" panose="020F0502020204030204" pitchFamily="34" charset="0"/>
              </a:rPr>
              <a:t> of project management is to make sure that a project is </a:t>
            </a:r>
            <a:r>
              <a:rPr lang="en-US" sz="2400" b="1" dirty="0">
                <a:latin typeface="Calibri" panose="020F0502020204030204" pitchFamily="34" charset="0"/>
              </a:rPr>
              <a:t>delivered</a:t>
            </a:r>
            <a:r>
              <a:rPr lang="en-US" sz="2400" dirty="0">
                <a:latin typeface="Calibri" panose="020F0502020204030204" pitchFamily="34" charset="0"/>
              </a:rPr>
              <a:t> within </a:t>
            </a:r>
            <a:r>
              <a:rPr lang="en-US" sz="2400" dirty="0">
                <a:solidFill>
                  <a:srgbClr val="00B050"/>
                </a:solidFill>
                <a:latin typeface="Calibri" panose="020F0502020204030204" pitchFamily="34" charset="0"/>
              </a:rPr>
              <a:t>defined constraints</a:t>
            </a:r>
            <a:r>
              <a:rPr lang="en-US" sz="2400" dirty="0">
                <a:latin typeface="Calibri" panose="020F0502020204030204" pitchFamily="34" charset="0"/>
              </a:rPr>
              <a:t>.</a:t>
            </a:r>
          </a:p>
          <a:p>
            <a:endParaRPr lang="en-US" sz="2400" dirty="0">
              <a:latin typeface="Calibri" panose="020F0502020204030204" pitchFamily="34" charset="0"/>
            </a:endParaRPr>
          </a:p>
          <a:p>
            <a:r>
              <a:rPr lang="en-US" sz="2400" dirty="0">
                <a:latin typeface="Calibri" panose="020F0502020204030204" pitchFamily="34" charset="0"/>
              </a:rPr>
              <a:t>The </a:t>
            </a:r>
            <a:r>
              <a:rPr lang="en-US" sz="2400" dirty="0">
                <a:solidFill>
                  <a:srgbClr val="7030A0"/>
                </a:solidFill>
                <a:latin typeface="Calibri" panose="020F0502020204030204" pitchFamily="34" charset="0"/>
              </a:rPr>
              <a:t>second</a:t>
            </a:r>
            <a:r>
              <a:rPr lang="en-US" sz="2400" dirty="0">
                <a:latin typeface="Calibri" panose="020F0502020204030204" pitchFamily="34" charset="0"/>
              </a:rPr>
              <a:t>, more ambitious challenge is the </a:t>
            </a:r>
            <a:r>
              <a:rPr lang="en-US" sz="2400" b="1" dirty="0">
                <a:latin typeface="Calibri" panose="020F0502020204030204" pitchFamily="34" charset="0"/>
              </a:rPr>
              <a:t>optimized</a:t>
            </a:r>
            <a:r>
              <a:rPr lang="en-US" sz="2400" dirty="0">
                <a:latin typeface="Calibri" panose="020F0502020204030204" pitchFamily="34" charset="0"/>
              </a:rPr>
              <a:t> allocation and integration of </a:t>
            </a:r>
            <a:r>
              <a:rPr lang="en-US" sz="2400" dirty="0">
                <a:solidFill>
                  <a:srgbClr val="00B050"/>
                </a:solidFill>
                <a:latin typeface="Calibri" panose="020F0502020204030204" pitchFamily="34" charset="0"/>
              </a:rPr>
              <a:t>resources</a:t>
            </a:r>
            <a:r>
              <a:rPr lang="en-US" sz="2400" dirty="0">
                <a:latin typeface="Calibri" panose="020F0502020204030204" pitchFamily="34" charset="0"/>
              </a:rPr>
              <a:t> needed to meet pre-defined objectives. </a:t>
            </a:r>
          </a:p>
        </p:txBody>
      </p:sp>
      <p:sp>
        <p:nvSpPr>
          <p:cNvPr id="8195" name="Rectangle 5"/>
          <p:cNvSpPr>
            <a:spLocks noGrp="1" noChangeArrowheads="1"/>
          </p:cNvSpPr>
          <p:nvPr>
            <p:ph type="title"/>
          </p:nvPr>
        </p:nvSpPr>
        <p:spPr>
          <a:xfrm>
            <a:off x="264319" y="836712"/>
            <a:ext cx="8686800" cy="936104"/>
          </a:xfrm>
        </p:spPr>
        <p:txBody>
          <a:bodyPr>
            <a:noAutofit/>
          </a:bodyPr>
          <a:lstStyle/>
          <a:p>
            <a:pPr algn="ctr" fontAlgn="auto">
              <a:spcAft>
                <a:spcPts val="0"/>
              </a:spcAft>
              <a:defRPr/>
            </a:pPr>
            <a:r>
              <a:rPr lang="en-US" sz="3200" b="1" u="sng" dirty="0">
                <a:latin typeface="Calibri" panose="020F0502020204030204" pitchFamily="34" charset="0"/>
              </a:rPr>
              <a:t>Primary and Secondary Challenge of Project Management</a:t>
            </a:r>
          </a:p>
        </p:txBody>
      </p:sp>
      <p:sp>
        <p:nvSpPr>
          <p:cNvPr id="4" name="Oval 8"/>
          <p:cNvSpPr>
            <a:spLocks noChangeArrowheads="1"/>
          </p:cNvSpPr>
          <p:nvPr/>
        </p:nvSpPr>
        <p:spPr bwMode="auto">
          <a:xfrm>
            <a:off x="179388" y="6216650"/>
            <a:ext cx="485775" cy="525463"/>
          </a:xfrm>
          <a:prstGeom prst="ellipse">
            <a:avLst/>
          </a:prstGeom>
          <a:solidFill>
            <a:srgbClr val="FF0000"/>
          </a:solidFill>
          <a:ln w="9525">
            <a:solidFill>
              <a:schemeClr val="tx1"/>
            </a:solidFill>
            <a:round/>
            <a:headEnd/>
            <a:tailEnd/>
          </a:ln>
        </p:spPr>
        <p:txBody>
          <a:bodyPr wrap="none" anchor="ctr"/>
          <a:lstStyle/>
          <a:p>
            <a:endParaRPr lang="en-CA" dirty="0"/>
          </a:p>
        </p:txBody>
      </p:sp>
      <p:sp>
        <p:nvSpPr>
          <p:cNvPr id="6" name="Slide Number Placeholder 5">
            <a:extLst>
              <a:ext uri="{FF2B5EF4-FFF2-40B4-BE49-F238E27FC236}">
                <a16:creationId xmlns:a16="http://schemas.microsoft.com/office/drawing/2014/main" id="{B8B19C68-2D4F-4A5A-BD9D-54B089D4FD5E}"/>
              </a:ext>
            </a:extLst>
          </p:cNvPr>
          <p:cNvSpPr>
            <a:spLocks noGrp="1"/>
          </p:cNvSpPr>
          <p:nvPr>
            <p:ph type="sldNum" sz="quarter" idx="12"/>
          </p:nvPr>
        </p:nvSpPr>
        <p:spPr/>
        <p:txBody>
          <a:bodyPr/>
          <a:lstStyle/>
          <a:p>
            <a:fld id="{E31375A4-56A4-47D6-9801-1991572033F7}" type="slidenum">
              <a:rPr lang="en-US" smtClean="0">
                <a:solidFill>
                  <a:prstClr val="black"/>
                </a:solidFill>
              </a:rPr>
              <a:pPr/>
              <a:t>6</a:t>
            </a:fld>
            <a:endParaRPr lang="en-US">
              <a:solidFill>
                <a:prstClr val="black"/>
              </a:solidFill>
            </a:endParaRPr>
          </a:p>
        </p:txBody>
      </p:sp>
      <p:sp>
        <p:nvSpPr>
          <p:cNvPr id="2" name="Date Placeholder 1">
            <a:extLst>
              <a:ext uri="{FF2B5EF4-FFF2-40B4-BE49-F238E27FC236}">
                <a16:creationId xmlns:a16="http://schemas.microsoft.com/office/drawing/2014/main" id="{CC922B23-8FDE-3CCB-43FF-6A6B8BA0BC4A}"/>
              </a:ext>
            </a:extLst>
          </p:cNvPr>
          <p:cNvSpPr>
            <a:spLocks noGrp="1"/>
          </p:cNvSpPr>
          <p:nvPr>
            <p:ph type="dt" sz="half" idx="10"/>
          </p:nvPr>
        </p:nvSpPr>
        <p:spPr/>
        <p:txBody>
          <a:bodyPr/>
          <a:lstStyle/>
          <a:p>
            <a:r>
              <a:rPr lang="en-US">
                <a:solidFill>
                  <a:prstClr val="black"/>
                </a:solidFill>
              </a:rPr>
              <a:t>G.R. Labbé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67545" y="381000"/>
            <a:ext cx="8064895" cy="1143000"/>
          </a:xfrm>
        </p:spPr>
        <p:txBody>
          <a:bodyPr>
            <a:normAutofit/>
          </a:bodyPr>
          <a:lstStyle/>
          <a:p>
            <a:pPr algn="ctr" fontAlgn="auto">
              <a:spcAft>
                <a:spcPts val="0"/>
              </a:spcAft>
              <a:defRPr/>
            </a:pPr>
            <a:r>
              <a:rPr lang="en-US" sz="3200" dirty="0">
                <a:latin typeface="Calibri" panose="020F0502020204030204" pitchFamily="34" charset="0"/>
              </a:rPr>
              <a:t>Project Management Governing Bodies</a:t>
            </a:r>
          </a:p>
        </p:txBody>
      </p:sp>
      <p:sp>
        <p:nvSpPr>
          <p:cNvPr id="41986" name="Rectangle 4"/>
          <p:cNvSpPr>
            <a:spLocks noChangeArrowheads="1"/>
          </p:cNvSpPr>
          <p:nvPr/>
        </p:nvSpPr>
        <p:spPr bwMode="auto">
          <a:xfrm>
            <a:off x="381000" y="1537504"/>
            <a:ext cx="8305800" cy="3970318"/>
          </a:xfrm>
          <a:prstGeom prst="rect">
            <a:avLst/>
          </a:prstGeom>
          <a:noFill/>
          <a:ln w="9525">
            <a:noFill/>
            <a:miter lim="800000"/>
            <a:headEnd/>
            <a:tailEnd/>
          </a:ln>
        </p:spPr>
        <p:txBody>
          <a:bodyPr anchor="ctr">
            <a:spAutoFit/>
          </a:bodyPr>
          <a:lstStyle/>
          <a:p>
            <a:r>
              <a:rPr lang="en-US" dirty="0">
                <a:latin typeface="Calibri" panose="020F0502020204030204" pitchFamily="34" charset="0"/>
              </a:rPr>
              <a:t>The </a:t>
            </a:r>
            <a:r>
              <a:rPr lang="en-US" b="1" dirty="0">
                <a:solidFill>
                  <a:srgbClr val="7030A0"/>
                </a:solidFill>
                <a:latin typeface="Calibri" panose="020F0502020204030204" pitchFamily="34" charset="0"/>
              </a:rPr>
              <a:t>Project Management Institute</a:t>
            </a:r>
            <a:r>
              <a:rPr lang="en-US" dirty="0">
                <a:solidFill>
                  <a:srgbClr val="7030A0"/>
                </a:solidFill>
                <a:latin typeface="Calibri" panose="020F0502020204030204" pitchFamily="34" charset="0"/>
              </a:rPr>
              <a:t> </a:t>
            </a:r>
            <a:r>
              <a:rPr lang="en-US" i="1" dirty="0">
                <a:latin typeface="Calibri" panose="020F0502020204030204" pitchFamily="34" charset="0"/>
              </a:rPr>
              <a:t>(PMI)</a:t>
            </a:r>
            <a:r>
              <a:rPr lang="en-US" dirty="0">
                <a:latin typeface="Calibri" panose="020F0502020204030204" pitchFamily="34" charset="0"/>
              </a:rPr>
              <a:t>, incorporated in 1969, was founded by five volunteers, with its headquarters in Newtown Square, outside Philadelphia, Pennsylvania. It has published several standards related to project management and manages several levels of project management certification. </a:t>
            </a:r>
          </a:p>
          <a:p>
            <a:endParaRPr lang="en-US" dirty="0">
              <a:latin typeface="Calibri" panose="020F0502020204030204" pitchFamily="34" charset="0"/>
            </a:endParaRPr>
          </a:p>
          <a:p>
            <a:r>
              <a:rPr lang="en-US" dirty="0">
                <a:latin typeface="Calibri" panose="020F0502020204030204" pitchFamily="34" charset="0"/>
              </a:rPr>
              <a:t>The standard </a:t>
            </a:r>
            <a:r>
              <a:rPr lang="en-US" i="1" dirty="0">
                <a:solidFill>
                  <a:srgbClr val="00B050"/>
                </a:solidFill>
                <a:latin typeface="Calibri" panose="020F0502020204030204" pitchFamily="34" charset="0"/>
              </a:rPr>
              <a:t>Project Management Body of Knowledge</a:t>
            </a:r>
            <a:r>
              <a:rPr lang="en-US" dirty="0">
                <a:solidFill>
                  <a:srgbClr val="00B050"/>
                </a:solidFill>
                <a:latin typeface="Calibri" panose="020F0502020204030204" pitchFamily="34" charset="0"/>
              </a:rPr>
              <a:t> </a:t>
            </a:r>
            <a:r>
              <a:rPr lang="en-US" i="1" dirty="0">
                <a:solidFill>
                  <a:srgbClr val="00B050"/>
                </a:solidFill>
                <a:latin typeface="Calibri" panose="020F0502020204030204" pitchFamily="34" charset="0"/>
              </a:rPr>
              <a:t>(PMBOK)</a:t>
            </a:r>
            <a:r>
              <a:rPr lang="en-US" dirty="0">
                <a:solidFill>
                  <a:srgbClr val="00B050"/>
                </a:solidFill>
                <a:latin typeface="Calibri" panose="020F0502020204030204" pitchFamily="34" charset="0"/>
              </a:rPr>
              <a:t> </a:t>
            </a:r>
            <a:r>
              <a:rPr lang="en-US" dirty="0">
                <a:latin typeface="Calibri" panose="020F0502020204030204" pitchFamily="34" charset="0"/>
              </a:rPr>
              <a:t>guide, currently in its seventh edition, is the only ANSI standard for project management.</a:t>
            </a:r>
          </a:p>
          <a:p>
            <a:endParaRPr lang="en-US" dirty="0">
              <a:latin typeface="Calibri" panose="020F0502020204030204" pitchFamily="34" charset="0"/>
            </a:endParaRPr>
          </a:p>
          <a:p>
            <a:r>
              <a:rPr lang="en-US" dirty="0">
                <a:latin typeface="Calibri" panose="020F0502020204030204" pitchFamily="34" charset="0"/>
              </a:rPr>
              <a:t>There is presently no ISO project management standard, but the </a:t>
            </a:r>
            <a:r>
              <a:rPr lang="en-US" b="1" dirty="0">
                <a:latin typeface="Calibri" panose="020F0502020204030204" pitchFamily="34" charset="0"/>
              </a:rPr>
              <a:t>International Project Management Association</a:t>
            </a:r>
            <a:r>
              <a:rPr lang="en-US" dirty="0">
                <a:latin typeface="Calibri" panose="020F0502020204030204" pitchFamily="34" charset="0"/>
              </a:rPr>
              <a:t> in co-ordination with PMI is in the process of writing one.</a:t>
            </a:r>
          </a:p>
          <a:p>
            <a:r>
              <a:rPr lang="en-US" dirty="0">
                <a:latin typeface="Calibri" panose="020F0502020204030204" pitchFamily="34" charset="0"/>
              </a:rPr>
              <a:t> </a:t>
            </a:r>
          </a:p>
          <a:p>
            <a:r>
              <a:rPr lang="en-US" dirty="0">
                <a:latin typeface="Calibri" panose="020F0502020204030204" pitchFamily="34" charset="0"/>
              </a:rPr>
              <a:t>As of November 2021, the PMI serves more than 2.0 million professionals including over 650,000 members in 213 countries and territories around the world, with 313 chapters and 14,000 volunteers serving local members in over 80 countries. </a:t>
            </a:r>
          </a:p>
        </p:txBody>
      </p:sp>
      <p:sp>
        <p:nvSpPr>
          <p:cNvPr id="4" name="Oval 8"/>
          <p:cNvSpPr>
            <a:spLocks noChangeArrowheads="1"/>
          </p:cNvSpPr>
          <p:nvPr/>
        </p:nvSpPr>
        <p:spPr bwMode="auto">
          <a:xfrm>
            <a:off x="179389" y="6541018"/>
            <a:ext cx="288156" cy="288777"/>
          </a:xfrm>
          <a:prstGeom prst="ellipse">
            <a:avLst/>
          </a:prstGeom>
          <a:solidFill>
            <a:srgbClr val="FF0000"/>
          </a:solidFill>
          <a:ln w="9525">
            <a:solidFill>
              <a:schemeClr val="tx1"/>
            </a:solidFill>
            <a:round/>
            <a:headEnd/>
            <a:tailEnd/>
          </a:ln>
        </p:spPr>
        <p:txBody>
          <a:bodyPr wrap="none" anchor="ctr"/>
          <a:lstStyle/>
          <a:p>
            <a:endParaRPr lang="en-CA" dirty="0"/>
          </a:p>
        </p:txBody>
      </p:sp>
      <p:sp>
        <p:nvSpPr>
          <p:cNvPr id="6" name="Slide Number Placeholder 5">
            <a:extLst>
              <a:ext uri="{FF2B5EF4-FFF2-40B4-BE49-F238E27FC236}">
                <a16:creationId xmlns:a16="http://schemas.microsoft.com/office/drawing/2014/main" id="{C8B6D400-1B8A-4FD5-85F6-FCB68D586CC1}"/>
              </a:ext>
            </a:extLst>
          </p:cNvPr>
          <p:cNvSpPr>
            <a:spLocks noGrp="1"/>
          </p:cNvSpPr>
          <p:nvPr>
            <p:ph type="sldNum" sz="quarter" idx="12"/>
          </p:nvPr>
        </p:nvSpPr>
        <p:spPr/>
        <p:txBody>
          <a:bodyPr/>
          <a:lstStyle/>
          <a:p>
            <a:fld id="{E31375A4-56A4-47D6-9801-1991572033F7}" type="slidenum">
              <a:rPr lang="en-US" smtClean="0">
                <a:solidFill>
                  <a:prstClr val="black"/>
                </a:solidFill>
              </a:rPr>
              <a:pPr/>
              <a:t>7</a:t>
            </a:fld>
            <a:endParaRPr lang="en-US">
              <a:solidFill>
                <a:prstClr val="black"/>
              </a:solidFill>
            </a:endParaRPr>
          </a:p>
        </p:txBody>
      </p:sp>
      <p:sp>
        <p:nvSpPr>
          <p:cNvPr id="2" name="Date Placeholder 1">
            <a:extLst>
              <a:ext uri="{FF2B5EF4-FFF2-40B4-BE49-F238E27FC236}">
                <a16:creationId xmlns:a16="http://schemas.microsoft.com/office/drawing/2014/main" id="{1BC21311-8236-E3CC-A790-6CFD014B8E91}"/>
              </a:ext>
            </a:extLst>
          </p:cNvPr>
          <p:cNvSpPr>
            <a:spLocks noGrp="1"/>
          </p:cNvSpPr>
          <p:nvPr>
            <p:ph type="dt" sz="half" idx="10"/>
          </p:nvPr>
        </p:nvSpPr>
        <p:spPr/>
        <p:txBody>
          <a:bodyPr/>
          <a:lstStyle/>
          <a:p>
            <a:r>
              <a:rPr lang="en-US">
                <a:solidFill>
                  <a:prstClr val="black"/>
                </a:solidFill>
              </a:rPr>
              <a:t>G.R. Labbé</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7358" y="680864"/>
            <a:ext cx="7200900" cy="599728"/>
          </a:xfrm>
        </p:spPr>
        <p:txBody>
          <a:bodyPr>
            <a:normAutofit/>
          </a:bodyPr>
          <a:lstStyle/>
          <a:p>
            <a:pPr algn="ctr"/>
            <a:r>
              <a:rPr lang="en-CA" sz="3600" dirty="0">
                <a:latin typeface="Calibri" panose="020F0502020204030204" pitchFamily="34" charset="0"/>
              </a:rPr>
              <a:t>Project Constraints</a:t>
            </a:r>
          </a:p>
        </p:txBody>
      </p:sp>
      <p:sp>
        <p:nvSpPr>
          <p:cNvPr id="3" name="Content Placeholder 2"/>
          <p:cNvSpPr>
            <a:spLocks noGrp="1"/>
          </p:cNvSpPr>
          <p:nvPr>
            <p:ph idx="1"/>
          </p:nvPr>
        </p:nvSpPr>
        <p:spPr/>
        <p:txBody>
          <a:bodyPr>
            <a:normAutofit lnSpcReduction="10000"/>
          </a:bodyPr>
          <a:lstStyle/>
          <a:p>
            <a:pPr>
              <a:buNone/>
            </a:pPr>
            <a:r>
              <a:rPr lang="en-CA" sz="2400" b="1" dirty="0">
                <a:latin typeface="Calibri" panose="020F0502020204030204" pitchFamily="34" charset="0"/>
              </a:rPr>
              <a:t>Projects are limited by items called </a:t>
            </a:r>
            <a:r>
              <a:rPr lang="en-CA" sz="2400" b="1" dirty="0">
                <a:solidFill>
                  <a:srgbClr val="7030A0"/>
                </a:solidFill>
                <a:latin typeface="Calibri" panose="020F0502020204030204" pitchFamily="34" charset="0"/>
              </a:rPr>
              <a:t>constraints</a:t>
            </a:r>
          </a:p>
          <a:p>
            <a:r>
              <a:rPr lang="en-CA" sz="2400" b="1" dirty="0">
                <a:latin typeface="Calibri" panose="020F0502020204030204" pitchFamily="34" charset="0"/>
              </a:rPr>
              <a:t>Cost</a:t>
            </a:r>
            <a:r>
              <a:rPr lang="en-CA" sz="2400" dirty="0">
                <a:latin typeface="Calibri" panose="020F0502020204030204" pitchFamily="34" charset="0"/>
              </a:rPr>
              <a:t> – mostly labor cost, but also hardware, software, training, etc. </a:t>
            </a:r>
          </a:p>
          <a:p>
            <a:r>
              <a:rPr lang="en-CA" sz="2400" b="1" dirty="0">
                <a:latin typeface="Calibri" panose="020F0502020204030204" pitchFamily="34" charset="0"/>
              </a:rPr>
              <a:t>Time</a:t>
            </a:r>
            <a:r>
              <a:rPr lang="en-CA" sz="2400" dirty="0">
                <a:latin typeface="Calibri" panose="020F0502020204030204" pitchFamily="34" charset="0"/>
              </a:rPr>
              <a:t> </a:t>
            </a:r>
            <a:r>
              <a:rPr lang="en-CA" sz="2400" i="1" dirty="0">
                <a:latin typeface="Calibri" panose="020F0502020204030204" pitchFamily="34" charset="0"/>
              </a:rPr>
              <a:t>(schedule)</a:t>
            </a:r>
            <a:r>
              <a:rPr lang="en-CA" sz="2400" dirty="0">
                <a:latin typeface="Calibri" panose="020F0502020204030204" pitchFamily="34" charset="0"/>
              </a:rPr>
              <a:t> </a:t>
            </a:r>
          </a:p>
          <a:p>
            <a:r>
              <a:rPr lang="en-CA" sz="2400" b="1" dirty="0">
                <a:latin typeface="Calibri" panose="020F0502020204030204" pitchFamily="34" charset="0"/>
              </a:rPr>
              <a:t>Scope</a:t>
            </a:r>
            <a:r>
              <a:rPr lang="en-CA" sz="2400" dirty="0">
                <a:latin typeface="Calibri" panose="020F0502020204030204" pitchFamily="34" charset="0"/>
              </a:rPr>
              <a:t> </a:t>
            </a:r>
            <a:r>
              <a:rPr lang="en-CA" sz="2400" i="1" dirty="0">
                <a:latin typeface="Calibri" panose="020F0502020204030204" pitchFamily="34" charset="0"/>
              </a:rPr>
              <a:t>(Requirements/objectives)</a:t>
            </a:r>
          </a:p>
          <a:p>
            <a:r>
              <a:rPr lang="en-CA" sz="2400" b="1" dirty="0">
                <a:latin typeface="Calibri" panose="020F0502020204030204" pitchFamily="34" charset="0"/>
              </a:rPr>
              <a:t>Resources</a:t>
            </a:r>
            <a:r>
              <a:rPr lang="en-CA" sz="2400" dirty="0">
                <a:latin typeface="Calibri" panose="020F0502020204030204" pitchFamily="34" charset="0"/>
              </a:rPr>
              <a:t> – people </a:t>
            </a:r>
            <a:r>
              <a:rPr lang="en-CA" sz="2400" i="1" dirty="0">
                <a:latin typeface="Calibri" panose="020F0502020204030204" pitchFamily="34" charset="0"/>
              </a:rPr>
              <a:t>(skills)</a:t>
            </a:r>
            <a:r>
              <a:rPr lang="en-CA" sz="2400" dirty="0">
                <a:latin typeface="Calibri" panose="020F0502020204030204" pitchFamily="34" charset="0"/>
              </a:rPr>
              <a:t>, facilities, equipment, etc. </a:t>
            </a:r>
          </a:p>
          <a:p>
            <a:r>
              <a:rPr lang="en-CA" sz="2400" dirty="0">
                <a:latin typeface="Calibri" panose="020F0502020204030204" pitchFamily="34" charset="0"/>
              </a:rPr>
              <a:t>In reality we can only control and manage at most, two of these constraints </a:t>
            </a:r>
          </a:p>
          <a:p>
            <a:r>
              <a:rPr lang="en-CA" sz="2400" dirty="0">
                <a:latin typeface="Calibri" panose="020F0502020204030204" pitchFamily="34" charset="0"/>
              </a:rPr>
              <a:t>Which constraints can your project tolerate flexibility in?</a:t>
            </a:r>
          </a:p>
        </p:txBody>
      </p:sp>
      <p:sp>
        <p:nvSpPr>
          <p:cNvPr id="4"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dirty="0"/>
          </a:p>
        </p:txBody>
      </p:sp>
      <p:sp>
        <p:nvSpPr>
          <p:cNvPr id="8" name="Slide Number Placeholder 7">
            <a:extLst>
              <a:ext uri="{FF2B5EF4-FFF2-40B4-BE49-F238E27FC236}">
                <a16:creationId xmlns:a16="http://schemas.microsoft.com/office/drawing/2014/main" id="{8FBE8D38-C57D-49C5-8A0F-4C436A03946D}"/>
              </a:ext>
            </a:extLst>
          </p:cNvPr>
          <p:cNvSpPr>
            <a:spLocks noGrp="1"/>
          </p:cNvSpPr>
          <p:nvPr>
            <p:ph type="sldNum" sz="quarter" idx="12"/>
          </p:nvPr>
        </p:nvSpPr>
        <p:spPr/>
        <p:txBody>
          <a:bodyPr/>
          <a:lstStyle/>
          <a:p>
            <a:fld id="{E31375A4-56A4-47D6-9801-1991572033F7}" type="slidenum">
              <a:rPr lang="en-US" smtClean="0">
                <a:solidFill>
                  <a:prstClr val="black"/>
                </a:solidFill>
              </a:rPr>
              <a:pPr/>
              <a:t>8</a:t>
            </a:fld>
            <a:endParaRPr lang="en-US">
              <a:solidFill>
                <a:prstClr val="black"/>
              </a:solidFill>
            </a:endParaRPr>
          </a:p>
        </p:txBody>
      </p:sp>
      <p:sp>
        <p:nvSpPr>
          <p:cNvPr id="5" name="Date Placeholder 4">
            <a:extLst>
              <a:ext uri="{FF2B5EF4-FFF2-40B4-BE49-F238E27FC236}">
                <a16:creationId xmlns:a16="http://schemas.microsoft.com/office/drawing/2014/main" id="{8D154B3F-9BF9-6E38-382F-35E5D3E17F35}"/>
              </a:ext>
            </a:extLst>
          </p:cNvPr>
          <p:cNvSpPr>
            <a:spLocks noGrp="1"/>
          </p:cNvSpPr>
          <p:nvPr>
            <p:ph type="dt" sz="half" idx="10"/>
          </p:nvPr>
        </p:nvSpPr>
        <p:spPr/>
        <p:txBody>
          <a:bodyPr/>
          <a:lstStyle/>
          <a:p>
            <a:r>
              <a:rPr lang="en-US">
                <a:solidFill>
                  <a:prstClr val="black"/>
                </a:solidFill>
              </a:rPr>
              <a:t>G.R. Labbé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67" name="Picture 15" descr="C:\Users\Martin\AppData\Local\Microsoft\Windows\Temporary Internet Files\Content.IE5\Z4U41EI2\MCj04396000000[1].png"/>
          <p:cNvPicPr>
            <a:picLocks noChangeAspect="1" noChangeArrowheads="1"/>
          </p:cNvPicPr>
          <p:nvPr/>
        </p:nvPicPr>
        <p:blipFill>
          <a:blip r:embed="rId3" cstate="print"/>
          <a:srcRect/>
          <a:stretch>
            <a:fillRect/>
          </a:stretch>
        </p:blipFill>
        <p:spPr bwMode="auto">
          <a:xfrm>
            <a:off x="604340" y="5426512"/>
            <a:ext cx="1711823" cy="996950"/>
          </a:xfrm>
          <a:prstGeom prst="rect">
            <a:avLst/>
          </a:prstGeom>
          <a:noFill/>
          <a:ln w="9525">
            <a:noFill/>
            <a:miter lim="800000"/>
            <a:headEnd/>
            <a:tailEnd/>
          </a:ln>
        </p:spPr>
      </p:pic>
      <p:pic>
        <p:nvPicPr>
          <p:cNvPr id="125966" name="Picture 14" descr="C:\Users\Martin\AppData\Local\Microsoft\Windows\Temporary Internet Files\Content.IE5\OJZ39LD8\MCj04316180000[1].png"/>
          <p:cNvPicPr>
            <a:picLocks noChangeAspect="1" noChangeArrowheads="1"/>
          </p:cNvPicPr>
          <p:nvPr/>
        </p:nvPicPr>
        <p:blipFill>
          <a:blip r:embed="rId4" cstate="print"/>
          <a:srcRect/>
          <a:stretch>
            <a:fillRect/>
          </a:stretch>
        </p:blipFill>
        <p:spPr bwMode="auto">
          <a:xfrm>
            <a:off x="4008438" y="5341938"/>
            <a:ext cx="1271587" cy="1271587"/>
          </a:xfrm>
          <a:prstGeom prst="rect">
            <a:avLst/>
          </a:prstGeom>
          <a:noFill/>
          <a:ln w="9525">
            <a:noFill/>
            <a:miter lim="800000"/>
            <a:headEnd/>
            <a:tailEnd/>
          </a:ln>
        </p:spPr>
      </p:pic>
      <p:sp>
        <p:nvSpPr>
          <p:cNvPr id="12292" name="Rectangle 2"/>
          <p:cNvSpPr>
            <a:spLocks noGrp="1" noChangeArrowheads="1"/>
          </p:cNvSpPr>
          <p:nvPr>
            <p:ph type="title"/>
          </p:nvPr>
        </p:nvSpPr>
        <p:spPr>
          <a:xfrm>
            <a:off x="927100" y="278606"/>
            <a:ext cx="7200900" cy="500063"/>
          </a:xfrm>
        </p:spPr>
        <p:txBody>
          <a:bodyPr/>
          <a:lstStyle/>
          <a:p>
            <a:pPr algn="ctr" fontAlgn="auto">
              <a:spcAft>
                <a:spcPts val="0"/>
              </a:spcAft>
              <a:defRPr/>
            </a:pPr>
            <a:r>
              <a:rPr lang="en-US" sz="2800" b="1" dirty="0">
                <a:solidFill>
                  <a:srgbClr val="FF0000"/>
                </a:solidFill>
                <a:latin typeface="Calibri" panose="020F0502020204030204" pitchFamily="34" charset="0"/>
              </a:rPr>
              <a:t>The Triple Constraint</a:t>
            </a:r>
          </a:p>
        </p:txBody>
      </p:sp>
      <p:grpSp>
        <p:nvGrpSpPr>
          <p:cNvPr id="2" name="Group 12"/>
          <p:cNvGrpSpPr>
            <a:grpSpLocks/>
          </p:cNvGrpSpPr>
          <p:nvPr/>
        </p:nvGrpSpPr>
        <p:grpSpPr bwMode="auto">
          <a:xfrm>
            <a:off x="534988" y="2744788"/>
            <a:ext cx="3657600" cy="2967037"/>
            <a:chOff x="337" y="1729"/>
            <a:chExt cx="2304" cy="1869"/>
          </a:xfrm>
        </p:grpSpPr>
        <p:sp>
          <p:nvSpPr>
            <p:cNvPr id="125956" name="AutoShape 4"/>
            <p:cNvSpPr>
              <a:spLocks noChangeArrowheads="1"/>
            </p:cNvSpPr>
            <p:nvPr/>
          </p:nvSpPr>
          <p:spPr bwMode="auto">
            <a:xfrm>
              <a:off x="703" y="1933"/>
              <a:ext cx="1822" cy="1432"/>
            </a:xfrm>
            <a:prstGeom prst="triangle">
              <a:avLst>
                <a:gd name="adj" fmla="val 50000"/>
              </a:avLst>
            </a:prstGeom>
            <a:gradFill rotWithShape="1">
              <a:gsLst>
                <a:gs pos="0">
                  <a:schemeClr val="accent1">
                    <a:gamma/>
                    <a:tint val="0"/>
                    <a:invGamma/>
                  </a:schemeClr>
                </a:gs>
                <a:gs pos="100000">
                  <a:schemeClr val="accent1"/>
                </a:gs>
              </a:gsLst>
              <a:lin ang="5400000" scaled="1"/>
            </a:gradFill>
            <a:ln w="38100">
              <a:solidFill>
                <a:schemeClr val="tx1"/>
              </a:solidFill>
              <a:miter lim="800000"/>
              <a:headEnd/>
              <a:tailEnd/>
            </a:ln>
            <a:effectLst/>
          </p:spPr>
          <p:txBody>
            <a:bodyPr wrap="none" anchor="ctr"/>
            <a:lstStyle/>
            <a:p>
              <a:pPr>
                <a:defRPr/>
              </a:pPr>
              <a:endParaRPr lang="en-CA" dirty="0"/>
            </a:p>
          </p:txBody>
        </p:sp>
        <p:sp>
          <p:nvSpPr>
            <p:cNvPr id="25613" name="Text Box 6"/>
            <p:cNvSpPr txBox="1">
              <a:spLocks noChangeArrowheads="1"/>
            </p:cNvSpPr>
            <p:nvPr/>
          </p:nvSpPr>
          <p:spPr bwMode="auto">
            <a:xfrm>
              <a:off x="1343" y="1729"/>
              <a:ext cx="116" cy="233"/>
            </a:xfrm>
            <a:prstGeom prst="rect">
              <a:avLst/>
            </a:prstGeom>
            <a:noFill/>
            <a:ln w="9525">
              <a:noFill/>
              <a:miter lim="800000"/>
              <a:headEnd/>
              <a:tailEnd/>
            </a:ln>
          </p:spPr>
          <p:txBody>
            <a:bodyPr wrap="none">
              <a:spAutoFit/>
            </a:bodyPr>
            <a:lstStyle/>
            <a:p>
              <a:endParaRPr lang="en-US" dirty="0"/>
            </a:p>
          </p:txBody>
        </p:sp>
        <p:sp>
          <p:nvSpPr>
            <p:cNvPr id="25614" name="Text Box 7"/>
            <p:cNvSpPr txBox="1">
              <a:spLocks noChangeArrowheads="1"/>
            </p:cNvSpPr>
            <p:nvPr/>
          </p:nvSpPr>
          <p:spPr bwMode="auto">
            <a:xfrm>
              <a:off x="337" y="3365"/>
              <a:ext cx="116" cy="233"/>
            </a:xfrm>
            <a:prstGeom prst="rect">
              <a:avLst/>
            </a:prstGeom>
            <a:noFill/>
            <a:ln w="9525">
              <a:noFill/>
              <a:miter lim="800000"/>
              <a:headEnd/>
              <a:tailEnd/>
            </a:ln>
          </p:spPr>
          <p:txBody>
            <a:bodyPr wrap="none">
              <a:spAutoFit/>
            </a:bodyPr>
            <a:lstStyle/>
            <a:p>
              <a:endParaRPr lang="en-US" dirty="0"/>
            </a:p>
          </p:txBody>
        </p:sp>
        <p:sp>
          <p:nvSpPr>
            <p:cNvPr id="25615" name="Text Box 8"/>
            <p:cNvSpPr txBox="1">
              <a:spLocks noChangeArrowheads="1"/>
            </p:cNvSpPr>
            <p:nvPr/>
          </p:nvSpPr>
          <p:spPr bwMode="auto">
            <a:xfrm>
              <a:off x="2525" y="3134"/>
              <a:ext cx="116" cy="233"/>
            </a:xfrm>
            <a:prstGeom prst="rect">
              <a:avLst/>
            </a:prstGeom>
            <a:noFill/>
            <a:ln w="9525">
              <a:noFill/>
              <a:miter lim="800000"/>
              <a:headEnd/>
              <a:tailEnd/>
            </a:ln>
          </p:spPr>
          <p:txBody>
            <a:bodyPr wrap="none">
              <a:spAutoFit/>
            </a:bodyPr>
            <a:lstStyle/>
            <a:p>
              <a:endParaRPr lang="en-US" dirty="0"/>
            </a:p>
          </p:txBody>
        </p:sp>
        <p:sp>
          <p:nvSpPr>
            <p:cNvPr id="25616" name="Text Box 9"/>
            <p:cNvSpPr txBox="1">
              <a:spLocks noChangeArrowheads="1"/>
            </p:cNvSpPr>
            <p:nvPr/>
          </p:nvSpPr>
          <p:spPr bwMode="auto">
            <a:xfrm>
              <a:off x="1371" y="2750"/>
              <a:ext cx="116" cy="233"/>
            </a:xfrm>
            <a:prstGeom prst="rect">
              <a:avLst/>
            </a:prstGeom>
            <a:noFill/>
            <a:ln w="9525">
              <a:noFill/>
              <a:miter lim="800000"/>
              <a:headEnd/>
              <a:tailEnd/>
            </a:ln>
          </p:spPr>
          <p:txBody>
            <a:bodyPr wrap="none">
              <a:spAutoFit/>
            </a:bodyPr>
            <a:lstStyle/>
            <a:p>
              <a:endParaRPr lang="en-US" dirty="0"/>
            </a:p>
          </p:txBody>
        </p:sp>
      </p:grpSp>
      <p:sp>
        <p:nvSpPr>
          <p:cNvPr id="125963" name="Text Box 11"/>
          <p:cNvSpPr txBox="1">
            <a:spLocks noChangeArrowheads="1"/>
          </p:cNvSpPr>
          <p:nvPr/>
        </p:nvSpPr>
        <p:spPr bwMode="auto">
          <a:xfrm>
            <a:off x="4959350" y="1295400"/>
            <a:ext cx="3727450" cy="3970338"/>
          </a:xfrm>
          <a:prstGeom prst="rect">
            <a:avLst/>
          </a:prstGeom>
          <a:noFill/>
          <a:ln w="9525">
            <a:noFill/>
            <a:miter lim="800000"/>
            <a:headEnd/>
            <a:tailEnd/>
          </a:ln>
        </p:spPr>
        <p:txBody>
          <a:bodyPr>
            <a:spAutoFit/>
          </a:bodyPr>
          <a:lstStyle/>
          <a:p>
            <a:pPr defTabSz="804863"/>
            <a:r>
              <a:rPr lang="en-US" b="1" dirty="0">
                <a:latin typeface="Calibri" panose="020F0502020204030204" pitchFamily="34" charset="0"/>
              </a:rPr>
              <a:t>Time</a:t>
            </a:r>
            <a:r>
              <a:rPr lang="en-US" dirty="0">
                <a:latin typeface="Calibri" panose="020F0502020204030204" pitchFamily="34" charset="0"/>
              </a:rPr>
              <a:t>: 	available to complete the 	project</a:t>
            </a:r>
          </a:p>
          <a:p>
            <a:pPr defTabSz="804863"/>
            <a:endParaRPr lang="en-US" dirty="0">
              <a:latin typeface="Calibri" panose="020F0502020204030204" pitchFamily="34" charset="0"/>
            </a:endParaRPr>
          </a:p>
          <a:p>
            <a:pPr defTabSz="804863"/>
            <a:r>
              <a:rPr lang="en-US" b="1" dirty="0">
                <a:latin typeface="Calibri" panose="020F0502020204030204" pitchFamily="34" charset="0"/>
              </a:rPr>
              <a:t>Cost</a:t>
            </a:r>
            <a:r>
              <a:rPr lang="en-US" dirty="0">
                <a:latin typeface="Calibri" panose="020F0502020204030204" pitchFamily="34" charset="0"/>
              </a:rPr>
              <a:t>: 	budgeted amount of 	money to complete the 	project</a:t>
            </a:r>
          </a:p>
          <a:p>
            <a:pPr defTabSz="804863"/>
            <a:endParaRPr lang="en-US" dirty="0">
              <a:latin typeface="Calibri" panose="020F0502020204030204" pitchFamily="34" charset="0"/>
            </a:endParaRPr>
          </a:p>
          <a:p>
            <a:pPr defTabSz="804863"/>
            <a:r>
              <a:rPr lang="en-US" b="1" dirty="0">
                <a:latin typeface="Calibri" panose="020F0502020204030204" pitchFamily="34" charset="0"/>
              </a:rPr>
              <a:t>Scope</a:t>
            </a:r>
            <a:r>
              <a:rPr lang="en-US" dirty="0">
                <a:latin typeface="Calibri" panose="020F0502020204030204" pitchFamily="34" charset="0"/>
              </a:rPr>
              <a:t>: 	what must be done to 	complete a projects end 	result</a:t>
            </a:r>
          </a:p>
          <a:p>
            <a:pPr defTabSz="804863"/>
            <a:endParaRPr lang="en-US" dirty="0">
              <a:latin typeface="Calibri" panose="020F0502020204030204" pitchFamily="34" charset="0"/>
            </a:endParaRPr>
          </a:p>
          <a:p>
            <a:pPr defTabSz="804863"/>
            <a:r>
              <a:rPr lang="en-US" dirty="0">
                <a:latin typeface="Calibri" panose="020F0502020204030204" pitchFamily="34" charset="0"/>
              </a:rPr>
              <a:t>Quality: Stakeholder </a:t>
            </a:r>
            <a:r>
              <a:rPr lang="en-US" dirty="0">
                <a:solidFill>
                  <a:srgbClr val="00B050"/>
                </a:solidFill>
                <a:latin typeface="Calibri" panose="020F0502020204030204" pitchFamily="34" charset="0"/>
              </a:rPr>
              <a:t>Satisfaction</a:t>
            </a:r>
            <a:r>
              <a:rPr lang="en-US" dirty="0">
                <a:latin typeface="Calibri" panose="020F0502020204030204" pitchFamily="34" charset="0"/>
              </a:rPr>
              <a:t> 	and Quality of 	Product/Service</a:t>
            </a:r>
          </a:p>
        </p:txBody>
      </p:sp>
      <p:pic>
        <p:nvPicPr>
          <p:cNvPr id="125969" name="Picture 17" descr="C:\Users\Martin\AppData\Local\Microsoft\Windows\Temporary Internet Files\Content.IE5\I53DBB2I\MCj01962980000[1].wmf"/>
          <p:cNvPicPr>
            <a:picLocks noChangeAspect="1" noChangeArrowheads="1"/>
          </p:cNvPicPr>
          <p:nvPr/>
        </p:nvPicPr>
        <p:blipFill>
          <a:blip r:embed="rId5" cstate="print"/>
          <a:srcRect/>
          <a:stretch>
            <a:fillRect/>
          </a:stretch>
        </p:blipFill>
        <p:spPr bwMode="auto">
          <a:xfrm>
            <a:off x="1730375" y="1122982"/>
            <a:ext cx="1651000" cy="1666875"/>
          </a:xfrm>
          <a:prstGeom prst="rect">
            <a:avLst/>
          </a:prstGeom>
          <a:noFill/>
          <a:ln w="9525">
            <a:noFill/>
            <a:miter lim="800000"/>
            <a:headEnd/>
            <a:tailEnd/>
          </a:ln>
        </p:spPr>
      </p:pic>
      <p:sp>
        <p:nvSpPr>
          <p:cNvPr id="13" name="TextBox 12"/>
          <p:cNvSpPr txBox="1">
            <a:spLocks noChangeArrowheads="1"/>
          </p:cNvSpPr>
          <p:nvPr/>
        </p:nvSpPr>
        <p:spPr bwMode="auto">
          <a:xfrm>
            <a:off x="4095750" y="4975225"/>
            <a:ext cx="863600" cy="369888"/>
          </a:xfrm>
          <a:prstGeom prst="rect">
            <a:avLst/>
          </a:prstGeom>
          <a:noFill/>
          <a:ln w="9525">
            <a:noFill/>
            <a:miter lim="800000"/>
            <a:headEnd/>
            <a:tailEnd/>
          </a:ln>
        </p:spPr>
        <p:txBody>
          <a:bodyPr>
            <a:spAutoFit/>
          </a:bodyPr>
          <a:lstStyle/>
          <a:p>
            <a:pPr algn="ctr"/>
            <a:r>
              <a:rPr lang="en-CA" dirty="0">
                <a:latin typeface="Calibri" panose="020F0502020204030204" pitchFamily="34" charset="0"/>
              </a:rPr>
              <a:t>Time</a:t>
            </a:r>
          </a:p>
        </p:txBody>
      </p:sp>
      <p:sp>
        <p:nvSpPr>
          <p:cNvPr id="14" name="TextBox 13"/>
          <p:cNvSpPr txBox="1">
            <a:spLocks noChangeArrowheads="1"/>
          </p:cNvSpPr>
          <p:nvPr/>
        </p:nvSpPr>
        <p:spPr bwMode="auto">
          <a:xfrm>
            <a:off x="304800" y="5081588"/>
            <a:ext cx="811213" cy="368300"/>
          </a:xfrm>
          <a:prstGeom prst="rect">
            <a:avLst/>
          </a:prstGeom>
          <a:noFill/>
          <a:ln w="9525">
            <a:noFill/>
            <a:miter lim="800000"/>
            <a:headEnd/>
            <a:tailEnd/>
          </a:ln>
        </p:spPr>
        <p:txBody>
          <a:bodyPr>
            <a:spAutoFit/>
          </a:bodyPr>
          <a:lstStyle/>
          <a:p>
            <a:pPr algn="ctr"/>
            <a:r>
              <a:rPr lang="en-CA" dirty="0">
                <a:latin typeface="Calibri" panose="020F0502020204030204" pitchFamily="34" charset="0"/>
              </a:rPr>
              <a:t>Cost</a:t>
            </a:r>
          </a:p>
        </p:txBody>
      </p:sp>
      <p:sp>
        <p:nvSpPr>
          <p:cNvPr id="15" name="TextBox 14"/>
          <p:cNvSpPr txBox="1">
            <a:spLocks noChangeArrowheads="1"/>
          </p:cNvSpPr>
          <p:nvPr/>
        </p:nvSpPr>
        <p:spPr bwMode="auto">
          <a:xfrm>
            <a:off x="2132013" y="2698750"/>
            <a:ext cx="936625" cy="369888"/>
          </a:xfrm>
          <a:prstGeom prst="rect">
            <a:avLst/>
          </a:prstGeom>
          <a:noFill/>
          <a:ln w="9525">
            <a:noFill/>
            <a:miter lim="800000"/>
            <a:headEnd/>
            <a:tailEnd/>
          </a:ln>
        </p:spPr>
        <p:txBody>
          <a:bodyPr>
            <a:spAutoFit/>
          </a:bodyPr>
          <a:lstStyle/>
          <a:p>
            <a:pPr algn="ctr"/>
            <a:r>
              <a:rPr lang="en-CA" dirty="0">
                <a:latin typeface="Calibri" panose="020F0502020204030204" pitchFamily="34" charset="0"/>
              </a:rPr>
              <a:t>Scope</a:t>
            </a:r>
          </a:p>
        </p:txBody>
      </p:sp>
      <p:sp>
        <p:nvSpPr>
          <p:cNvPr id="16" name="TextBox 15"/>
          <p:cNvSpPr txBox="1">
            <a:spLocks noChangeArrowheads="1"/>
          </p:cNvSpPr>
          <p:nvPr/>
        </p:nvSpPr>
        <p:spPr bwMode="auto">
          <a:xfrm>
            <a:off x="1835150" y="4365625"/>
            <a:ext cx="1441450" cy="382588"/>
          </a:xfrm>
          <a:prstGeom prst="rect">
            <a:avLst/>
          </a:prstGeom>
          <a:noFill/>
          <a:ln w="9525">
            <a:noFill/>
            <a:miter lim="800000"/>
            <a:headEnd/>
            <a:tailEnd/>
          </a:ln>
        </p:spPr>
        <p:txBody>
          <a:bodyPr>
            <a:spAutoFit/>
          </a:bodyPr>
          <a:lstStyle/>
          <a:p>
            <a:pPr algn="ctr"/>
            <a:r>
              <a:rPr lang="en-CA" dirty="0"/>
              <a:t>Quality</a:t>
            </a:r>
          </a:p>
        </p:txBody>
      </p:sp>
      <p:sp>
        <p:nvSpPr>
          <p:cNvPr id="17" name="Oval 8"/>
          <p:cNvSpPr>
            <a:spLocks noChangeArrowheads="1"/>
          </p:cNvSpPr>
          <p:nvPr/>
        </p:nvSpPr>
        <p:spPr bwMode="auto">
          <a:xfrm>
            <a:off x="179388" y="6216650"/>
            <a:ext cx="485775" cy="525463"/>
          </a:xfrm>
          <a:prstGeom prst="ellipse">
            <a:avLst/>
          </a:prstGeom>
          <a:solidFill>
            <a:srgbClr val="FF0000"/>
          </a:solidFill>
          <a:ln w="9525">
            <a:solidFill>
              <a:schemeClr val="tx1"/>
            </a:solidFill>
            <a:round/>
            <a:headEnd/>
            <a:tailEnd/>
          </a:ln>
        </p:spPr>
        <p:txBody>
          <a:bodyPr wrap="none" anchor="ctr"/>
          <a:lstStyle/>
          <a:p>
            <a:endParaRPr lang="en-CA" dirty="0"/>
          </a:p>
        </p:txBody>
      </p:sp>
      <p:sp>
        <p:nvSpPr>
          <p:cNvPr id="6" name="Slide Number Placeholder 5">
            <a:extLst>
              <a:ext uri="{FF2B5EF4-FFF2-40B4-BE49-F238E27FC236}">
                <a16:creationId xmlns:a16="http://schemas.microsoft.com/office/drawing/2014/main" id="{332E0709-2E8E-470A-A4EF-6E5E9F90E6A3}"/>
              </a:ext>
            </a:extLst>
          </p:cNvPr>
          <p:cNvSpPr>
            <a:spLocks noGrp="1"/>
          </p:cNvSpPr>
          <p:nvPr>
            <p:ph type="sldNum" sz="quarter" idx="12"/>
          </p:nvPr>
        </p:nvSpPr>
        <p:spPr/>
        <p:txBody>
          <a:bodyPr/>
          <a:lstStyle/>
          <a:p>
            <a:fld id="{E31375A4-56A4-47D6-9801-1991572033F7}" type="slidenum">
              <a:rPr lang="en-US" smtClean="0">
                <a:solidFill>
                  <a:prstClr val="black"/>
                </a:solidFill>
              </a:rPr>
              <a:pPr/>
              <a:t>9</a:t>
            </a:fld>
            <a:endParaRPr lang="en-US">
              <a:solidFill>
                <a:prstClr val="black"/>
              </a:solidFill>
            </a:endParaRPr>
          </a:p>
        </p:txBody>
      </p:sp>
      <p:sp>
        <p:nvSpPr>
          <p:cNvPr id="3" name="Date Placeholder 2">
            <a:extLst>
              <a:ext uri="{FF2B5EF4-FFF2-40B4-BE49-F238E27FC236}">
                <a16:creationId xmlns:a16="http://schemas.microsoft.com/office/drawing/2014/main" id="{9016CE13-AACD-D077-E82C-606200E4B7BE}"/>
              </a:ext>
            </a:extLst>
          </p:cNvPr>
          <p:cNvSpPr>
            <a:spLocks noGrp="1"/>
          </p:cNvSpPr>
          <p:nvPr>
            <p:ph type="dt" sz="half" idx="10"/>
          </p:nvPr>
        </p:nvSpPr>
        <p:spPr/>
        <p:txBody>
          <a:bodyPr/>
          <a:lstStyle/>
          <a:p>
            <a:r>
              <a:rPr lang="en-US">
                <a:solidFill>
                  <a:prstClr val="black"/>
                </a:solidFill>
              </a:rPr>
              <a:t>G.R. Labbé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25963">
                                            <p:txEl>
                                              <p:pRg st="0" end="0"/>
                                            </p:txEl>
                                          </p:spTgt>
                                        </p:tgtEl>
                                        <p:attrNameLst>
                                          <p:attrName>style.visibility</p:attrName>
                                        </p:attrNameLst>
                                      </p:cBhvr>
                                      <p:to>
                                        <p:strVal val="visible"/>
                                      </p:to>
                                    </p:set>
                                    <p:anim calcmode="lin" valueType="num">
                                      <p:cBhvr additive="base">
                                        <p:cTn id="14" dur="500" fill="hold"/>
                                        <p:tgtEl>
                                          <p:spTgt spid="12596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125963">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25966"/>
                                        </p:tgtEl>
                                        <p:attrNameLst>
                                          <p:attrName>style.visibility</p:attrName>
                                        </p:attrNameLst>
                                      </p:cBhvr>
                                      <p:to>
                                        <p:strVal val="visible"/>
                                      </p:to>
                                    </p:set>
                                    <p:anim calcmode="lin" valueType="num">
                                      <p:cBhvr additive="base">
                                        <p:cTn id="18" dur="500" fill="hold"/>
                                        <p:tgtEl>
                                          <p:spTgt spid="125966"/>
                                        </p:tgtEl>
                                        <p:attrNameLst>
                                          <p:attrName>ppt_x</p:attrName>
                                        </p:attrNameLst>
                                      </p:cBhvr>
                                      <p:tavLst>
                                        <p:tav tm="0">
                                          <p:val>
                                            <p:strVal val="#ppt_x"/>
                                          </p:val>
                                        </p:tav>
                                        <p:tav tm="100000">
                                          <p:val>
                                            <p:strVal val="#ppt_x"/>
                                          </p:val>
                                        </p:tav>
                                      </p:tavLst>
                                    </p:anim>
                                    <p:anim calcmode="lin" valueType="num">
                                      <p:cBhvr additive="base">
                                        <p:cTn id="19" dur="500" fill="hold"/>
                                        <p:tgtEl>
                                          <p:spTgt spid="125966"/>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ppt_x"/>
                                          </p:val>
                                        </p:tav>
                                        <p:tav tm="100000">
                                          <p:val>
                                            <p:strVal val="#ppt_x"/>
                                          </p:val>
                                        </p:tav>
                                      </p:tavLst>
                                    </p:anim>
                                    <p:anim calcmode="lin" valueType="num">
                                      <p:cBhvr additive="base">
                                        <p:cTn id="2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25963">
                                            <p:txEl>
                                              <p:pRg st="2" end="2"/>
                                            </p:txEl>
                                          </p:spTgt>
                                        </p:tgtEl>
                                        <p:attrNameLst>
                                          <p:attrName>style.visibility</p:attrName>
                                        </p:attrNameLst>
                                      </p:cBhvr>
                                      <p:to>
                                        <p:strVal val="visible"/>
                                      </p:to>
                                    </p:set>
                                    <p:anim calcmode="lin" valueType="num">
                                      <p:cBhvr additive="base">
                                        <p:cTn id="28" dur="500" fill="hold"/>
                                        <p:tgtEl>
                                          <p:spTgt spid="125963">
                                            <p:txEl>
                                              <p:pRg st="2" end="2"/>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25963">
                                            <p:txEl>
                                              <p:pRg st="2" end="2"/>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25967"/>
                                        </p:tgtEl>
                                        <p:attrNameLst>
                                          <p:attrName>style.visibility</p:attrName>
                                        </p:attrNameLst>
                                      </p:cBhvr>
                                      <p:to>
                                        <p:strVal val="visible"/>
                                      </p:to>
                                    </p:set>
                                    <p:anim calcmode="lin" valueType="num">
                                      <p:cBhvr additive="base">
                                        <p:cTn id="32" dur="500" fill="hold"/>
                                        <p:tgtEl>
                                          <p:spTgt spid="125967"/>
                                        </p:tgtEl>
                                        <p:attrNameLst>
                                          <p:attrName>ppt_x</p:attrName>
                                        </p:attrNameLst>
                                      </p:cBhvr>
                                      <p:tavLst>
                                        <p:tav tm="0">
                                          <p:val>
                                            <p:strVal val="#ppt_x"/>
                                          </p:val>
                                        </p:tav>
                                        <p:tav tm="100000">
                                          <p:val>
                                            <p:strVal val="#ppt_x"/>
                                          </p:val>
                                        </p:tav>
                                      </p:tavLst>
                                    </p:anim>
                                    <p:anim calcmode="lin" valueType="num">
                                      <p:cBhvr additive="base">
                                        <p:cTn id="33" dur="500" fill="hold"/>
                                        <p:tgtEl>
                                          <p:spTgt spid="125967"/>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ppt_x"/>
                                          </p:val>
                                        </p:tav>
                                        <p:tav tm="100000">
                                          <p:val>
                                            <p:strVal val="#ppt_x"/>
                                          </p:val>
                                        </p:tav>
                                      </p:tavLst>
                                    </p:anim>
                                    <p:anim calcmode="lin" valueType="num">
                                      <p:cBhvr additive="base">
                                        <p:cTn id="37"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25963">
                                            <p:txEl>
                                              <p:pRg st="4" end="4"/>
                                            </p:txEl>
                                          </p:spTgt>
                                        </p:tgtEl>
                                        <p:attrNameLst>
                                          <p:attrName>style.visibility</p:attrName>
                                        </p:attrNameLst>
                                      </p:cBhvr>
                                      <p:to>
                                        <p:strVal val="visible"/>
                                      </p:to>
                                    </p:set>
                                    <p:anim calcmode="lin" valueType="num">
                                      <p:cBhvr additive="base">
                                        <p:cTn id="42" dur="500" fill="hold"/>
                                        <p:tgtEl>
                                          <p:spTgt spid="125963">
                                            <p:txEl>
                                              <p:pRg st="4" end="4"/>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25963">
                                            <p:txEl>
                                              <p:pRg st="4" end="4"/>
                                            </p:txEl>
                                          </p:spTgt>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125969"/>
                                        </p:tgtEl>
                                        <p:attrNameLst>
                                          <p:attrName>style.visibility</p:attrName>
                                        </p:attrNameLst>
                                      </p:cBhvr>
                                      <p:to>
                                        <p:strVal val="visible"/>
                                      </p:to>
                                    </p:set>
                                    <p:anim calcmode="lin" valueType="num">
                                      <p:cBhvr additive="base">
                                        <p:cTn id="46" dur="500" fill="hold"/>
                                        <p:tgtEl>
                                          <p:spTgt spid="125969"/>
                                        </p:tgtEl>
                                        <p:attrNameLst>
                                          <p:attrName>ppt_x</p:attrName>
                                        </p:attrNameLst>
                                      </p:cBhvr>
                                      <p:tavLst>
                                        <p:tav tm="0">
                                          <p:val>
                                            <p:strVal val="#ppt_x"/>
                                          </p:val>
                                        </p:tav>
                                        <p:tav tm="100000">
                                          <p:val>
                                            <p:strVal val="#ppt_x"/>
                                          </p:val>
                                        </p:tav>
                                      </p:tavLst>
                                    </p:anim>
                                    <p:anim calcmode="lin" valueType="num">
                                      <p:cBhvr additive="base">
                                        <p:cTn id="47" dur="500" fill="hold"/>
                                        <p:tgtEl>
                                          <p:spTgt spid="125969"/>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500" fill="hold"/>
                                        <p:tgtEl>
                                          <p:spTgt spid="15"/>
                                        </p:tgtEl>
                                        <p:attrNameLst>
                                          <p:attrName>ppt_x</p:attrName>
                                        </p:attrNameLst>
                                      </p:cBhvr>
                                      <p:tavLst>
                                        <p:tav tm="0">
                                          <p:val>
                                            <p:strVal val="#ppt_x"/>
                                          </p:val>
                                        </p:tav>
                                        <p:tav tm="100000">
                                          <p:val>
                                            <p:strVal val="#ppt_x"/>
                                          </p:val>
                                        </p:tav>
                                      </p:tavLst>
                                    </p:anim>
                                    <p:anim calcmode="lin" valueType="num">
                                      <p:cBhvr additive="base">
                                        <p:cTn id="51"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125963">
                                            <p:txEl>
                                              <p:pRg st="6" end="6"/>
                                            </p:txEl>
                                          </p:spTgt>
                                        </p:tgtEl>
                                        <p:attrNameLst>
                                          <p:attrName>style.visibility</p:attrName>
                                        </p:attrNameLst>
                                      </p:cBhvr>
                                      <p:to>
                                        <p:strVal val="visible"/>
                                      </p:to>
                                    </p:set>
                                    <p:anim calcmode="lin" valueType="num">
                                      <p:cBhvr additive="base">
                                        <p:cTn id="56" dur="500" fill="hold"/>
                                        <p:tgtEl>
                                          <p:spTgt spid="125963">
                                            <p:txEl>
                                              <p:pRg st="6" end="6"/>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125963">
                                            <p:txEl>
                                              <p:pRg st="6" end="6"/>
                                            </p:txEl>
                                          </p:spTgt>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16"/>
                                        </p:tgtEl>
                                        <p:attrNameLst>
                                          <p:attrName>style.visibility</p:attrName>
                                        </p:attrNameLst>
                                      </p:cBhvr>
                                      <p:to>
                                        <p:strVal val="visible"/>
                                      </p:to>
                                    </p:set>
                                    <p:anim calcmode="lin" valueType="num">
                                      <p:cBhvr additive="base">
                                        <p:cTn id="60" dur="500" fill="hold"/>
                                        <p:tgtEl>
                                          <p:spTgt spid="16"/>
                                        </p:tgtEl>
                                        <p:attrNameLst>
                                          <p:attrName>ppt_x</p:attrName>
                                        </p:attrNameLst>
                                      </p:cBhvr>
                                      <p:tavLst>
                                        <p:tav tm="0">
                                          <p:val>
                                            <p:strVal val="#ppt_x"/>
                                          </p:val>
                                        </p:tav>
                                        <p:tav tm="100000">
                                          <p:val>
                                            <p:strVal val="#ppt_x"/>
                                          </p:val>
                                        </p:tav>
                                      </p:tavLst>
                                    </p:anim>
                                    <p:anim calcmode="lin" valueType="num">
                                      <p:cBhvr additive="base">
                                        <p:cTn id="61"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971550" y="381000"/>
            <a:ext cx="7200900" cy="599728"/>
          </a:xfrm>
        </p:spPr>
        <p:txBody>
          <a:bodyPr>
            <a:normAutofit/>
          </a:bodyPr>
          <a:lstStyle/>
          <a:p>
            <a:pPr algn="ctr" fontAlgn="auto">
              <a:spcAft>
                <a:spcPts val="0"/>
              </a:spcAft>
              <a:defRPr/>
            </a:pPr>
            <a:r>
              <a:rPr lang="en-US" sz="3200" dirty="0">
                <a:latin typeface="Calibri" panose="020F0502020204030204" pitchFamily="34" charset="0"/>
              </a:rPr>
              <a:t>The 5 main phases in a project</a:t>
            </a:r>
          </a:p>
        </p:txBody>
      </p:sp>
      <p:sp>
        <p:nvSpPr>
          <p:cNvPr id="44034" name="Rectangle 3"/>
          <p:cNvSpPr>
            <a:spLocks noGrp="1" noChangeArrowheads="1"/>
          </p:cNvSpPr>
          <p:nvPr>
            <p:ph idx="1"/>
          </p:nvPr>
        </p:nvSpPr>
        <p:spPr>
          <a:xfrm>
            <a:off x="971550" y="1828800"/>
            <a:ext cx="7200900" cy="2752328"/>
          </a:xfrm>
        </p:spPr>
        <p:txBody>
          <a:bodyPr/>
          <a:lstStyle/>
          <a:p>
            <a:pPr marL="609600" indent="-609600">
              <a:buFontTx/>
              <a:buAutoNum type="arabicPeriod"/>
            </a:pPr>
            <a:r>
              <a:rPr lang="en-US" sz="2400" dirty="0">
                <a:solidFill>
                  <a:srgbClr val="FF0000"/>
                </a:solidFill>
                <a:latin typeface="Calibri" panose="020F0502020204030204" pitchFamily="34" charset="0"/>
              </a:rPr>
              <a:t>Initiating</a:t>
            </a:r>
          </a:p>
          <a:p>
            <a:pPr marL="609600" indent="-609600">
              <a:buFontTx/>
              <a:buAutoNum type="arabicPeriod"/>
            </a:pPr>
            <a:r>
              <a:rPr lang="en-US" sz="2400" dirty="0">
                <a:solidFill>
                  <a:srgbClr val="FF0000"/>
                </a:solidFill>
                <a:latin typeface="Calibri" panose="020F0502020204030204" pitchFamily="34" charset="0"/>
              </a:rPr>
              <a:t>Planning</a:t>
            </a:r>
          </a:p>
          <a:p>
            <a:pPr marL="609600" indent="-609600">
              <a:buFontTx/>
              <a:buAutoNum type="arabicPeriod"/>
            </a:pPr>
            <a:r>
              <a:rPr lang="en-US" sz="2400" dirty="0">
                <a:solidFill>
                  <a:srgbClr val="FF0000"/>
                </a:solidFill>
                <a:latin typeface="Calibri" panose="020F0502020204030204" pitchFamily="34" charset="0"/>
              </a:rPr>
              <a:t>Executing</a:t>
            </a:r>
          </a:p>
          <a:p>
            <a:pPr marL="609600" indent="-609600">
              <a:buFontTx/>
              <a:buAutoNum type="arabicPeriod"/>
            </a:pPr>
            <a:r>
              <a:rPr lang="en-US" sz="2400" dirty="0">
                <a:solidFill>
                  <a:srgbClr val="FF0000"/>
                </a:solidFill>
                <a:latin typeface="Calibri" panose="020F0502020204030204" pitchFamily="34" charset="0"/>
              </a:rPr>
              <a:t>Controlling </a:t>
            </a:r>
          </a:p>
          <a:p>
            <a:pPr marL="609600" indent="-609600">
              <a:buFontTx/>
              <a:buAutoNum type="arabicPeriod"/>
            </a:pPr>
            <a:r>
              <a:rPr lang="en-US" sz="2400" dirty="0">
                <a:solidFill>
                  <a:srgbClr val="FF0000"/>
                </a:solidFill>
                <a:latin typeface="Calibri" panose="020F0502020204030204" pitchFamily="34" charset="0"/>
              </a:rPr>
              <a:t>Closing</a:t>
            </a:r>
          </a:p>
          <a:p>
            <a:pPr marL="609600" indent="-609600">
              <a:buNone/>
            </a:pPr>
            <a:endParaRPr lang="en-US" dirty="0"/>
          </a:p>
        </p:txBody>
      </p:sp>
      <p:sp>
        <p:nvSpPr>
          <p:cNvPr id="4" name="Oval 8"/>
          <p:cNvSpPr>
            <a:spLocks noChangeArrowheads="1"/>
          </p:cNvSpPr>
          <p:nvPr/>
        </p:nvSpPr>
        <p:spPr bwMode="auto">
          <a:xfrm>
            <a:off x="179388" y="6216650"/>
            <a:ext cx="485775" cy="525463"/>
          </a:xfrm>
          <a:prstGeom prst="ellipse">
            <a:avLst/>
          </a:prstGeom>
          <a:solidFill>
            <a:srgbClr val="FF0000"/>
          </a:solidFill>
          <a:ln w="9525">
            <a:solidFill>
              <a:schemeClr val="tx1"/>
            </a:solidFill>
            <a:round/>
            <a:headEnd/>
            <a:tailEnd/>
          </a:ln>
        </p:spPr>
        <p:txBody>
          <a:bodyPr wrap="none" anchor="ctr"/>
          <a:lstStyle/>
          <a:p>
            <a:endParaRPr lang="en-CA" dirty="0">
              <a:solidFill>
                <a:srgbClr val="FF0000"/>
              </a:solidFill>
            </a:endParaRPr>
          </a:p>
        </p:txBody>
      </p:sp>
      <p:sp>
        <p:nvSpPr>
          <p:cNvPr id="6" name="Slide Number Placeholder 5">
            <a:extLst>
              <a:ext uri="{FF2B5EF4-FFF2-40B4-BE49-F238E27FC236}">
                <a16:creationId xmlns:a16="http://schemas.microsoft.com/office/drawing/2014/main" id="{54B612D3-D0D8-49A9-97C8-8E25BB47ED31}"/>
              </a:ext>
            </a:extLst>
          </p:cNvPr>
          <p:cNvSpPr>
            <a:spLocks noGrp="1"/>
          </p:cNvSpPr>
          <p:nvPr>
            <p:ph type="sldNum" sz="quarter" idx="12"/>
          </p:nvPr>
        </p:nvSpPr>
        <p:spPr/>
        <p:txBody>
          <a:bodyPr/>
          <a:lstStyle/>
          <a:p>
            <a:fld id="{E31375A4-56A4-47D6-9801-1991572033F7}" type="slidenum">
              <a:rPr lang="en-US" smtClean="0">
                <a:solidFill>
                  <a:prstClr val="black"/>
                </a:solidFill>
              </a:rPr>
              <a:pPr/>
              <a:t>10</a:t>
            </a:fld>
            <a:endParaRPr lang="en-US">
              <a:solidFill>
                <a:prstClr val="black"/>
              </a:solidFill>
            </a:endParaRPr>
          </a:p>
        </p:txBody>
      </p:sp>
      <p:sp>
        <p:nvSpPr>
          <p:cNvPr id="2" name="Date Placeholder 1">
            <a:extLst>
              <a:ext uri="{FF2B5EF4-FFF2-40B4-BE49-F238E27FC236}">
                <a16:creationId xmlns:a16="http://schemas.microsoft.com/office/drawing/2014/main" id="{562CA4A9-1118-D14B-F8F9-E9C22C8D44E7}"/>
              </a:ext>
            </a:extLst>
          </p:cNvPr>
          <p:cNvSpPr>
            <a:spLocks noGrp="1"/>
          </p:cNvSpPr>
          <p:nvPr>
            <p:ph type="dt" sz="half" idx="10"/>
          </p:nvPr>
        </p:nvSpPr>
        <p:spPr/>
        <p:txBody>
          <a:bodyPr/>
          <a:lstStyle/>
          <a:p>
            <a:r>
              <a:rPr lang="en-US">
                <a:solidFill>
                  <a:prstClr val="black"/>
                </a:solidFill>
              </a:rPr>
              <a:t>G.R. Labbé</a:t>
            </a:r>
          </a:p>
        </p:txBody>
      </p:sp>
      <p:sp>
        <p:nvSpPr>
          <p:cNvPr id="3" name="Right Brace 2">
            <a:extLst>
              <a:ext uri="{FF2B5EF4-FFF2-40B4-BE49-F238E27FC236}">
                <a16:creationId xmlns:a16="http://schemas.microsoft.com/office/drawing/2014/main" id="{75191113-A211-3254-B93C-D2EF4D361125}"/>
              </a:ext>
            </a:extLst>
          </p:cNvPr>
          <p:cNvSpPr/>
          <p:nvPr/>
        </p:nvSpPr>
        <p:spPr>
          <a:xfrm>
            <a:off x="3203848" y="2852936"/>
            <a:ext cx="504056" cy="1008112"/>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CA"/>
          </a:p>
        </p:txBody>
      </p:sp>
      <p:sp>
        <p:nvSpPr>
          <p:cNvPr id="7" name="TextBox 6">
            <a:extLst>
              <a:ext uri="{FF2B5EF4-FFF2-40B4-BE49-F238E27FC236}">
                <a16:creationId xmlns:a16="http://schemas.microsoft.com/office/drawing/2014/main" id="{9AC0F97D-72C3-5A58-D19D-6D00A6C3D840}"/>
              </a:ext>
            </a:extLst>
          </p:cNvPr>
          <p:cNvSpPr txBox="1"/>
          <p:nvPr/>
        </p:nvSpPr>
        <p:spPr>
          <a:xfrm>
            <a:off x="3697362" y="3172326"/>
            <a:ext cx="2172390" cy="369332"/>
          </a:xfrm>
          <a:prstGeom prst="rect">
            <a:avLst/>
          </a:prstGeom>
          <a:noFill/>
        </p:spPr>
        <p:txBody>
          <a:bodyPr wrap="none" rtlCol="0">
            <a:spAutoFit/>
          </a:bodyPr>
          <a:lstStyle/>
          <a:p>
            <a:r>
              <a:rPr lang="en-US" dirty="0"/>
              <a:t>Often simultaneous</a:t>
            </a:r>
            <a:endParaRPr lang="en-CA"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688599" y="281447"/>
            <a:ext cx="7704906" cy="533257"/>
          </a:xfrm>
        </p:spPr>
        <p:txBody>
          <a:bodyPr>
            <a:noAutofit/>
          </a:bodyPr>
          <a:lstStyle/>
          <a:p>
            <a:pPr algn="ctr" fontAlgn="auto">
              <a:spcAft>
                <a:spcPts val="0"/>
              </a:spcAft>
              <a:defRPr/>
            </a:pPr>
            <a:r>
              <a:rPr lang="en-CA" sz="2800" dirty="0">
                <a:latin typeface="Calibri" panose="020F0502020204030204" pitchFamily="34" charset="0"/>
              </a:rPr>
              <a:t>Project Management Process Life Cycle</a:t>
            </a:r>
          </a:p>
        </p:txBody>
      </p:sp>
      <p:grpSp>
        <p:nvGrpSpPr>
          <p:cNvPr id="14" name="Group 13"/>
          <p:cNvGrpSpPr/>
          <p:nvPr/>
        </p:nvGrpSpPr>
        <p:grpSpPr>
          <a:xfrm>
            <a:off x="201891" y="1084967"/>
            <a:ext cx="8598489" cy="5154639"/>
            <a:chOff x="201891" y="1084967"/>
            <a:chExt cx="8598489" cy="5154639"/>
          </a:xfrm>
        </p:grpSpPr>
        <p:sp>
          <p:nvSpPr>
            <p:cNvPr id="45058" name="TextBox 21"/>
            <p:cNvSpPr txBox="1">
              <a:spLocks noChangeArrowheads="1"/>
            </p:cNvSpPr>
            <p:nvPr/>
          </p:nvSpPr>
          <p:spPr bwMode="auto">
            <a:xfrm rot="16200000">
              <a:off x="-669502" y="2789515"/>
              <a:ext cx="2112117" cy="369332"/>
            </a:xfrm>
            <a:prstGeom prst="rect">
              <a:avLst/>
            </a:prstGeom>
            <a:noFill/>
            <a:ln w="9525">
              <a:noFill/>
              <a:miter lim="800000"/>
              <a:headEnd/>
              <a:tailEnd/>
            </a:ln>
          </p:spPr>
          <p:txBody>
            <a:bodyPr wrap="none">
              <a:spAutoFit/>
            </a:bodyPr>
            <a:lstStyle/>
            <a:p>
              <a:r>
                <a:rPr lang="en-CA" dirty="0">
                  <a:latin typeface="Calibri" panose="020F0502020204030204" pitchFamily="34" charset="0"/>
                </a:rPr>
                <a:t>Resources and Effort</a:t>
              </a:r>
            </a:p>
          </p:txBody>
        </p:sp>
        <p:sp>
          <p:nvSpPr>
            <p:cNvPr id="45059" name="TextBox 23"/>
            <p:cNvSpPr txBox="1">
              <a:spLocks noChangeArrowheads="1"/>
            </p:cNvSpPr>
            <p:nvPr/>
          </p:nvSpPr>
          <p:spPr bwMode="auto">
            <a:xfrm>
              <a:off x="605705" y="3808171"/>
              <a:ext cx="1452563" cy="2000548"/>
            </a:xfrm>
            <a:prstGeom prst="rect">
              <a:avLst/>
            </a:prstGeom>
            <a:noFill/>
            <a:ln w="9525">
              <a:noFill/>
              <a:miter lim="800000"/>
              <a:headEnd/>
              <a:tailEnd/>
            </a:ln>
          </p:spPr>
          <p:txBody>
            <a:bodyPr wrap="square">
              <a:spAutoFit/>
            </a:bodyPr>
            <a:lstStyle/>
            <a:p>
              <a:pPr algn="ctr"/>
              <a:r>
                <a:rPr lang="en-CA" b="1" dirty="0">
                  <a:latin typeface="Calibri" panose="020F0502020204030204" pitchFamily="34" charset="0"/>
                </a:rPr>
                <a:t>Phase 1</a:t>
              </a:r>
            </a:p>
            <a:p>
              <a:pPr algn="ctr"/>
              <a:r>
                <a:rPr lang="en-CA" sz="1400" dirty="0">
                  <a:latin typeface="Calibri" panose="020F0502020204030204" pitchFamily="34" charset="0"/>
                </a:rPr>
                <a:t>Initiation</a:t>
              </a:r>
            </a:p>
            <a:p>
              <a:pPr algn="ctr"/>
              <a:endParaRPr lang="en-CA" dirty="0">
                <a:latin typeface="Calibri" panose="020F0502020204030204" pitchFamily="34" charset="0"/>
              </a:endParaRPr>
            </a:p>
            <a:p>
              <a:pPr algn="ctr">
                <a:buFont typeface="Arial" charset="0"/>
                <a:buChar char="•"/>
              </a:pPr>
              <a:r>
                <a:rPr lang="en-CA" sz="1400" dirty="0">
                  <a:latin typeface="Calibri" panose="020F0502020204030204" pitchFamily="34" charset="0"/>
                </a:rPr>
                <a:t>Objectives</a:t>
              </a:r>
            </a:p>
            <a:p>
              <a:pPr algn="ctr">
                <a:buFont typeface="Arial" charset="0"/>
                <a:buChar char="•"/>
              </a:pPr>
              <a:r>
                <a:rPr lang="en-CA" sz="1400" dirty="0">
                  <a:latin typeface="Calibri" panose="020F0502020204030204" pitchFamily="34" charset="0"/>
                </a:rPr>
                <a:t>Baseline</a:t>
              </a:r>
            </a:p>
            <a:p>
              <a:pPr algn="ctr">
                <a:buFont typeface="Arial" charset="0"/>
                <a:buChar char="•"/>
              </a:pPr>
              <a:r>
                <a:rPr lang="en-CA" sz="1400" dirty="0">
                  <a:latin typeface="Calibri" panose="020F0502020204030204" pitchFamily="34" charset="0"/>
                </a:rPr>
                <a:t>Feasibility</a:t>
              </a:r>
            </a:p>
            <a:p>
              <a:pPr algn="ctr">
                <a:buFont typeface="Arial" charset="0"/>
                <a:buChar char="•"/>
              </a:pPr>
              <a:r>
                <a:rPr lang="en-CA" sz="1400" dirty="0">
                  <a:latin typeface="Calibri" panose="020F0502020204030204" pitchFamily="34" charset="0"/>
                </a:rPr>
                <a:t>Business Need</a:t>
              </a:r>
            </a:p>
            <a:p>
              <a:pPr algn="ctr"/>
              <a:endParaRPr lang="en-CA" dirty="0"/>
            </a:p>
          </p:txBody>
        </p:sp>
        <p:sp>
          <p:nvSpPr>
            <p:cNvPr id="45060" name="TextBox 24"/>
            <p:cNvSpPr txBox="1">
              <a:spLocks noChangeArrowheads="1"/>
            </p:cNvSpPr>
            <p:nvPr/>
          </p:nvSpPr>
          <p:spPr bwMode="auto">
            <a:xfrm>
              <a:off x="2167655" y="3808171"/>
              <a:ext cx="1338412" cy="2431435"/>
            </a:xfrm>
            <a:prstGeom prst="rect">
              <a:avLst/>
            </a:prstGeom>
            <a:noFill/>
            <a:ln w="9525">
              <a:noFill/>
              <a:miter lim="800000"/>
              <a:headEnd/>
              <a:tailEnd/>
            </a:ln>
          </p:spPr>
          <p:txBody>
            <a:bodyPr wrap="square">
              <a:spAutoFit/>
            </a:bodyPr>
            <a:lstStyle/>
            <a:p>
              <a:pPr algn="ctr"/>
              <a:r>
                <a:rPr lang="en-CA" b="1" dirty="0">
                  <a:latin typeface="Calibri" panose="020F0502020204030204" pitchFamily="34" charset="0"/>
                </a:rPr>
                <a:t>Phase 2</a:t>
              </a:r>
            </a:p>
            <a:p>
              <a:pPr algn="ctr"/>
              <a:r>
                <a:rPr lang="en-CA" sz="1400" dirty="0">
                  <a:latin typeface="Calibri" panose="020F0502020204030204" pitchFamily="34" charset="0"/>
                </a:rPr>
                <a:t>Planning</a:t>
              </a:r>
            </a:p>
            <a:p>
              <a:pPr algn="ctr"/>
              <a:endParaRPr lang="en-CA" dirty="0">
                <a:latin typeface="Calibri" panose="020F0502020204030204" pitchFamily="34" charset="0"/>
              </a:endParaRPr>
            </a:p>
            <a:p>
              <a:pPr algn="ctr">
                <a:buFont typeface="Arial" charset="0"/>
                <a:buChar char="•"/>
              </a:pPr>
              <a:r>
                <a:rPr lang="en-CA" sz="1400" dirty="0">
                  <a:latin typeface="Calibri" panose="020F0502020204030204" pitchFamily="34" charset="0"/>
                </a:rPr>
                <a:t>Plan</a:t>
              </a:r>
            </a:p>
            <a:p>
              <a:pPr algn="ctr">
                <a:buFont typeface="Arial" charset="0"/>
                <a:buChar char="•"/>
              </a:pPr>
              <a:r>
                <a:rPr lang="en-CA" sz="1400" dirty="0">
                  <a:latin typeface="Calibri" panose="020F0502020204030204" pitchFamily="34" charset="0"/>
                </a:rPr>
                <a:t>Budget</a:t>
              </a:r>
            </a:p>
            <a:p>
              <a:pPr algn="ctr">
                <a:buFont typeface="Arial" charset="0"/>
                <a:buChar char="•"/>
              </a:pPr>
              <a:r>
                <a:rPr lang="en-CA" sz="1400" dirty="0">
                  <a:latin typeface="Calibri" panose="020F0502020204030204" pitchFamily="34" charset="0"/>
                </a:rPr>
                <a:t>Schedule</a:t>
              </a:r>
            </a:p>
            <a:p>
              <a:pPr algn="ctr">
                <a:buFont typeface="Arial" charset="0"/>
                <a:buChar char="•"/>
              </a:pPr>
              <a:r>
                <a:rPr lang="en-CA" sz="1400" dirty="0">
                  <a:latin typeface="Calibri" panose="020F0502020204030204" pitchFamily="34" charset="0"/>
                </a:rPr>
                <a:t>Finalize Team</a:t>
              </a:r>
            </a:p>
            <a:p>
              <a:pPr algn="ctr">
                <a:buFont typeface="Arial" charset="0"/>
                <a:buChar char="•"/>
              </a:pPr>
              <a:r>
                <a:rPr lang="en-CA" sz="1400" dirty="0">
                  <a:latin typeface="Calibri" panose="020F0502020204030204" pitchFamily="34" charset="0"/>
                </a:rPr>
                <a:t>WBS</a:t>
              </a:r>
            </a:p>
            <a:p>
              <a:pPr algn="ctr">
                <a:buFont typeface="Arial" charset="0"/>
                <a:buChar char="•"/>
              </a:pPr>
              <a:r>
                <a:rPr lang="en-CA" sz="1400" dirty="0">
                  <a:latin typeface="Calibri" panose="020F0502020204030204" pitchFamily="34" charset="0"/>
                </a:rPr>
                <a:t>Risk Analysis</a:t>
              </a:r>
            </a:p>
            <a:p>
              <a:pPr algn="ctr"/>
              <a:endParaRPr lang="en-CA" dirty="0"/>
            </a:p>
          </p:txBody>
        </p:sp>
        <p:sp>
          <p:nvSpPr>
            <p:cNvPr id="45061" name="TextBox 25"/>
            <p:cNvSpPr txBox="1">
              <a:spLocks noChangeArrowheads="1"/>
            </p:cNvSpPr>
            <p:nvPr/>
          </p:nvSpPr>
          <p:spPr bwMode="auto">
            <a:xfrm>
              <a:off x="3558455" y="3808171"/>
              <a:ext cx="1679575" cy="2000548"/>
            </a:xfrm>
            <a:prstGeom prst="rect">
              <a:avLst/>
            </a:prstGeom>
            <a:noFill/>
            <a:ln w="9525">
              <a:noFill/>
              <a:miter lim="800000"/>
              <a:headEnd/>
              <a:tailEnd/>
            </a:ln>
          </p:spPr>
          <p:txBody>
            <a:bodyPr wrap="square">
              <a:spAutoFit/>
            </a:bodyPr>
            <a:lstStyle/>
            <a:p>
              <a:pPr algn="ctr"/>
              <a:r>
                <a:rPr lang="en-CA" b="1" dirty="0">
                  <a:latin typeface="Calibri" panose="020F0502020204030204" pitchFamily="34" charset="0"/>
                </a:rPr>
                <a:t>Phase 3</a:t>
              </a:r>
            </a:p>
            <a:p>
              <a:pPr algn="ctr"/>
              <a:r>
                <a:rPr lang="en-CA" sz="1400" dirty="0">
                  <a:latin typeface="Calibri" panose="020F0502020204030204" pitchFamily="34" charset="0"/>
                </a:rPr>
                <a:t>Executing</a:t>
              </a:r>
            </a:p>
            <a:p>
              <a:pPr algn="ctr"/>
              <a:endParaRPr lang="en-CA" dirty="0">
                <a:latin typeface="Calibri" panose="020F0502020204030204" pitchFamily="34" charset="0"/>
              </a:endParaRPr>
            </a:p>
            <a:p>
              <a:pPr algn="ctr">
                <a:buFont typeface="Arial" charset="0"/>
                <a:buChar char="•"/>
              </a:pPr>
              <a:r>
                <a:rPr lang="en-CA" sz="1400" dirty="0">
                  <a:latin typeface="Calibri" panose="020F0502020204030204" pitchFamily="34" charset="0"/>
                </a:rPr>
                <a:t>Execute Plan</a:t>
              </a:r>
            </a:p>
            <a:p>
              <a:pPr algn="ctr">
                <a:buFont typeface="Arial" charset="0"/>
                <a:buChar char="•"/>
              </a:pPr>
              <a:r>
                <a:rPr lang="en-CA" sz="1400" dirty="0">
                  <a:latin typeface="Calibri" panose="020F0502020204030204" pitchFamily="34" charset="0"/>
                </a:rPr>
                <a:t>Monitor Progress</a:t>
              </a:r>
            </a:p>
            <a:p>
              <a:pPr algn="ctr">
                <a:buFont typeface="Arial" charset="0"/>
                <a:buChar char="•"/>
              </a:pPr>
              <a:r>
                <a:rPr lang="en-CA" sz="1400" dirty="0">
                  <a:latin typeface="Calibri" panose="020F0502020204030204" pitchFamily="34" charset="0"/>
                </a:rPr>
                <a:t>Quality Assurance</a:t>
              </a:r>
            </a:p>
            <a:p>
              <a:pPr algn="ctr">
                <a:buFont typeface="Arial" charset="0"/>
                <a:buChar char="•"/>
              </a:pPr>
              <a:endParaRPr lang="en-CA" sz="1400" dirty="0"/>
            </a:p>
            <a:p>
              <a:pPr algn="ctr"/>
              <a:endParaRPr lang="en-CA" dirty="0"/>
            </a:p>
          </p:txBody>
        </p:sp>
        <p:sp>
          <p:nvSpPr>
            <p:cNvPr id="45062" name="TextBox 26"/>
            <p:cNvSpPr txBox="1">
              <a:spLocks noChangeArrowheads="1"/>
            </p:cNvSpPr>
            <p:nvPr/>
          </p:nvSpPr>
          <p:spPr bwMode="auto">
            <a:xfrm>
              <a:off x="5201518" y="3808171"/>
              <a:ext cx="1787525" cy="2431435"/>
            </a:xfrm>
            <a:prstGeom prst="rect">
              <a:avLst/>
            </a:prstGeom>
            <a:noFill/>
            <a:ln w="9525">
              <a:noFill/>
              <a:miter lim="800000"/>
              <a:headEnd/>
              <a:tailEnd/>
            </a:ln>
          </p:spPr>
          <p:txBody>
            <a:bodyPr wrap="square">
              <a:spAutoFit/>
            </a:bodyPr>
            <a:lstStyle/>
            <a:p>
              <a:pPr algn="ctr"/>
              <a:r>
                <a:rPr lang="en-CA" b="1" dirty="0">
                  <a:latin typeface="Calibri" panose="020F0502020204030204" pitchFamily="34" charset="0"/>
                </a:rPr>
                <a:t>Phase 4</a:t>
              </a:r>
            </a:p>
            <a:p>
              <a:pPr algn="ctr"/>
              <a:r>
                <a:rPr lang="en-CA" sz="1400" dirty="0">
                  <a:latin typeface="Calibri" panose="020F0502020204030204" pitchFamily="34" charset="0"/>
                </a:rPr>
                <a:t>Controlling</a:t>
              </a:r>
            </a:p>
            <a:p>
              <a:pPr algn="ctr"/>
              <a:endParaRPr lang="en-CA" dirty="0">
                <a:latin typeface="Calibri" panose="020F0502020204030204" pitchFamily="34" charset="0"/>
              </a:endParaRPr>
            </a:p>
            <a:p>
              <a:pPr algn="ctr">
                <a:buFont typeface="Arial" charset="0"/>
                <a:buChar char="•"/>
              </a:pPr>
              <a:r>
                <a:rPr lang="en-CA" sz="1400" dirty="0">
                  <a:latin typeface="Calibri" panose="020F0502020204030204" pitchFamily="34" charset="0"/>
                </a:rPr>
                <a:t>Change Control</a:t>
              </a:r>
            </a:p>
            <a:p>
              <a:pPr algn="ctr">
                <a:buFont typeface="Arial" charset="0"/>
                <a:buChar char="•"/>
              </a:pPr>
              <a:r>
                <a:rPr lang="en-CA" sz="1400" dirty="0">
                  <a:latin typeface="Calibri" panose="020F0502020204030204" pitchFamily="34" charset="0"/>
                </a:rPr>
                <a:t>Budget Control</a:t>
              </a:r>
            </a:p>
            <a:p>
              <a:pPr algn="ctr">
                <a:buFont typeface="Arial" charset="0"/>
                <a:buChar char="•"/>
              </a:pPr>
              <a:r>
                <a:rPr lang="en-CA" sz="1400" dirty="0">
                  <a:latin typeface="Calibri" panose="020F0502020204030204" pitchFamily="34" charset="0"/>
                </a:rPr>
                <a:t>Schedule Control</a:t>
              </a:r>
            </a:p>
            <a:p>
              <a:pPr algn="ctr">
                <a:buFont typeface="Arial" charset="0"/>
                <a:buChar char="•"/>
              </a:pPr>
              <a:r>
                <a:rPr lang="en-CA" sz="1400" dirty="0">
                  <a:latin typeface="Calibri" panose="020F0502020204030204" pitchFamily="34" charset="0"/>
                </a:rPr>
                <a:t>Risk Management</a:t>
              </a:r>
            </a:p>
            <a:p>
              <a:pPr algn="ctr">
                <a:buFont typeface="Arial" charset="0"/>
                <a:buChar char="•"/>
              </a:pPr>
              <a:r>
                <a:rPr lang="en-CA" sz="1400" dirty="0">
                  <a:latin typeface="Calibri" panose="020F0502020204030204" pitchFamily="34" charset="0"/>
                </a:rPr>
                <a:t>Performance Report</a:t>
              </a:r>
            </a:p>
            <a:p>
              <a:pPr algn="ctr">
                <a:buFont typeface="Arial" charset="0"/>
                <a:buChar char="•"/>
              </a:pPr>
              <a:endParaRPr lang="en-CA" sz="1400" dirty="0"/>
            </a:p>
            <a:p>
              <a:pPr algn="ctr"/>
              <a:endParaRPr lang="en-CA" dirty="0"/>
            </a:p>
          </p:txBody>
        </p:sp>
        <p:sp>
          <p:nvSpPr>
            <p:cNvPr id="45063" name="TextBox 27"/>
            <p:cNvSpPr txBox="1">
              <a:spLocks noChangeArrowheads="1"/>
            </p:cNvSpPr>
            <p:nvPr/>
          </p:nvSpPr>
          <p:spPr bwMode="auto">
            <a:xfrm>
              <a:off x="6989043" y="3808171"/>
              <a:ext cx="1811337" cy="2215991"/>
            </a:xfrm>
            <a:prstGeom prst="rect">
              <a:avLst/>
            </a:prstGeom>
            <a:noFill/>
            <a:ln w="9525">
              <a:noFill/>
              <a:miter lim="800000"/>
              <a:headEnd/>
              <a:tailEnd/>
            </a:ln>
          </p:spPr>
          <p:txBody>
            <a:bodyPr wrap="square">
              <a:spAutoFit/>
            </a:bodyPr>
            <a:lstStyle/>
            <a:p>
              <a:pPr algn="ctr"/>
              <a:r>
                <a:rPr lang="en-CA" b="1" dirty="0">
                  <a:latin typeface="Calibri" panose="020F0502020204030204" pitchFamily="34" charset="0"/>
                </a:rPr>
                <a:t>Phase 5</a:t>
              </a:r>
            </a:p>
            <a:p>
              <a:pPr algn="ctr"/>
              <a:r>
                <a:rPr lang="en-CA" sz="1400" dirty="0">
                  <a:latin typeface="Calibri" panose="020F0502020204030204" pitchFamily="34" charset="0"/>
                </a:rPr>
                <a:t>Closing</a:t>
              </a:r>
            </a:p>
            <a:p>
              <a:pPr algn="ctr"/>
              <a:endParaRPr lang="en-CA" dirty="0">
                <a:latin typeface="Calibri" panose="020F0502020204030204" pitchFamily="34" charset="0"/>
              </a:endParaRPr>
            </a:p>
            <a:p>
              <a:pPr algn="ctr">
                <a:buFont typeface="Arial" charset="0"/>
                <a:buChar char="•"/>
              </a:pPr>
              <a:r>
                <a:rPr lang="en-CA" sz="1400" dirty="0">
                  <a:latin typeface="Calibri" panose="020F0502020204030204" pitchFamily="34" charset="0"/>
                </a:rPr>
                <a:t>Financial Closure</a:t>
              </a:r>
            </a:p>
            <a:p>
              <a:pPr algn="ctr">
                <a:buFont typeface="Arial" charset="0"/>
                <a:buChar char="•"/>
              </a:pPr>
              <a:r>
                <a:rPr lang="en-CA" sz="1400" dirty="0">
                  <a:latin typeface="Calibri" panose="020F0502020204030204" pitchFamily="34" charset="0"/>
                </a:rPr>
                <a:t>Lessons Learned</a:t>
              </a:r>
            </a:p>
            <a:p>
              <a:pPr algn="ctr">
                <a:buFont typeface="Arial" charset="0"/>
                <a:buChar char="•"/>
              </a:pPr>
              <a:r>
                <a:rPr lang="en-CA" sz="1400" dirty="0">
                  <a:latin typeface="Calibri" panose="020F0502020204030204" pitchFamily="34" charset="0"/>
                </a:rPr>
                <a:t>Formal Acceptance</a:t>
              </a:r>
            </a:p>
            <a:p>
              <a:pPr algn="ctr">
                <a:buFont typeface="Arial" charset="0"/>
                <a:buChar char="•"/>
              </a:pPr>
              <a:r>
                <a:rPr lang="en-CA" sz="1400" dirty="0">
                  <a:latin typeface="Calibri" panose="020F0502020204030204" pitchFamily="34" charset="0"/>
                </a:rPr>
                <a:t>Release Resources</a:t>
              </a:r>
            </a:p>
            <a:p>
              <a:pPr algn="ctr">
                <a:buFont typeface="Arial" charset="0"/>
                <a:buChar char="•"/>
              </a:pPr>
              <a:endParaRPr lang="en-CA" sz="1400" dirty="0">
                <a:latin typeface="Calibri" panose="020F0502020204030204" pitchFamily="34" charset="0"/>
              </a:endParaRPr>
            </a:p>
            <a:p>
              <a:pPr algn="ctr"/>
              <a:endParaRPr lang="en-CA" dirty="0"/>
            </a:p>
          </p:txBody>
        </p:sp>
        <p:sp>
          <p:nvSpPr>
            <p:cNvPr id="7" name="Half Frame 6"/>
            <p:cNvSpPr/>
            <p:nvPr/>
          </p:nvSpPr>
          <p:spPr>
            <a:xfrm rot="10800000" flipH="1">
              <a:off x="558080" y="1298964"/>
              <a:ext cx="7786688" cy="2509205"/>
            </a:xfrm>
            <a:prstGeom prst="halfFrame">
              <a:avLst>
                <a:gd name="adj1" fmla="val 155"/>
                <a:gd name="adj2" fmla="val 0"/>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solidFill>
                  <a:schemeClr val="tx1"/>
                </a:solidFill>
              </a:endParaRPr>
            </a:p>
          </p:txBody>
        </p:sp>
        <p:sp>
          <p:nvSpPr>
            <p:cNvPr id="8" name="Freeform 7"/>
            <p:cNvSpPr/>
            <p:nvPr/>
          </p:nvSpPr>
          <p:spPr>
            <a:xfrm>
              <a:off x="558080" y="1084967"/>
              <a:ext cx="7734300" cy="2723204"/>
            </a:xfrm>
            <a:custGeom>
              <a:avLst/>
              <a:gdLst>
                <a:gd name="connsiteX0" fmla="*/ 0 w 7734300"/>
                <a:gd name="connsiteY0" fmla="*/ 2620962 h 2630487"/>
                <a:gd name="connsiteX1" fmla="*/ 1609725 w 7734300"/>
                <a:gd name="connsiteY1" fmla="*/ 2420937 h 2630487"/>
                <a:gd name="connsiteX2" fmla="*/ 2743200 w 7734300"/>
                <a:gd name="connsiteY2" fmla="*/ 1839912 h 2630487"/>
                <a:gd name="connsiteX3" fmla="*/ 4124325 w 7734300"/>
                <a:gd name="connsiteY3" fmla="*/ 696912 h 2630487"/>
                <a:gd name="connsiteX4" fmla="*/ 5229225 w 7734300"/>
                <a:gd name="connsiteY4" fmla="*/ 39687 h 2630487"/>
                <a:gd name="connsiteX5" fmla="*/ 6305550 w 7734300"/>
                <a:gd name="connsiteY5" fmla="*/ 935037 h 2630487"/>
                <a:gd name="connsiteX6" fmla="*/ 6896100 w 7734300"/>
                <a:gd name="connsiteY6" fmla="*/ 1858962 h 2630487"/>
                <a:gd name="connsiteX7" fmla="*/ 7734300 w 7734300"/>
                <a:gd name="connsiteY7" fmla="*/ 2630487 h 2630487"/>
                <a:gd name="connsiteX0" fmla="*/ 0 w 7734300"/>
                <a:gd name="connsiteY0" fmla="*/ 2597146 h 2606671"/>
                <a:gd name="connsiteX1" fmla="*/ 1609725 w 7734300"/>
                <a:gd name="connsiteY1" fmla="*/ 2397121 h 2606671"/>
                <a:gd name="connsiteX2" fmla="*/ 2743200 w 7734300"/>
                <a:gd name="connsiteY2" fmla="*/ 1816096 h 2606671"/>
                <a:gd name="connsiteX3" fmla="*/ 4124325 w 7734300"/>
                <a:gd name="connsiteY3" fmla="*/ 673096 h 2606671"/>
                <a:gd name="connsiteX4" fmla="*/ 5229225 w 7734300"/>
                <a:gd name="connsiteY4" fmla="*/ 15871 h 2606671"/>
                <a:gd name="connsiteX5" fmla="*/ 6162642 w 7734300"/>
                <a:gd name="connsiteY5" fmla="*/ 768321 h 2606671"/>
                <a:gd name="connsiteX6" fmla="*/ 6896100 w 7734300"/>
                <a:gd name="connsiteY6" fmla="*/ 1835146 h 2606671"/>
                <a:gd name="connsiteX7" fmla="*/ 7734300 w 7734300"/>
                <a:gd name="connsiteY7" fmla="*/ 2606671 h 2606671"/>
                <a:gd name="connsiteX0" fmla="*/ 0 w 7734300"/>
                <a:gd name="connsiteY0" fmla="*/ 2597146 h 2606671"/>
                <a:gd name="connsiteX1" fmla="*/ 1609725 w 7734300"/>
                <a:gd name="connsiteY1" fmla="*/ 2397121 h 2606671"/>
                <a:gd name="connsiteX2" fmla="*/ 2743200 w 7734300"/>
                <a:gd name="connsiteY2" fmla="*/ 1816096 h 2606671"/>
                <a:gd name="connsiteX3" fmla="*/ 4124325 w 7734300"/>
                <a:gd name="connsiteY3" fmla="*/ 673096 h 2606671"/>
                <a:gd name="connsiteX4" fmla="*/ 5229225 w 7734300"/>
                <a:gd name="connsiteY4" fmla="*/ 15871 h 2606671"/>
                <a:gd name="connsiteX5" fmla="*/ 6162642 w 7734300"/>
                <a:gd name="connsiteY5" fmla="*/ 768321 h 2606671"/>
                <a:gd name="connsiteX6" fmla="*/ 6896100 w 7734300"/>
                <a:gd name="connsiteY6" fmla="*/ 1835146 h 2606671"/>
                <a:gd name="connsiteX7" fmla="*/ 7734300 w 7734300"/>
                <a:gd name="connsiteY7" fmla="*/ 2606671 h 2606671"/>
                <a:gd name="connsiteX0" fmla="*/ 0 w 7734300"/>
                <a:gd name="connsiteY0" fmla="*/ 2811484 h 2821009"/>
                <a:gd name="connsiteX1" fmla="*/ 1609725 w 7734300"/>
                <a:gd name="connsiteY1" fmla="*/ 2611459 h 2821009"/>
                <a:gd name="connsiteX2" fmla="*/ 2743200 w 7734300"/>
                <a:gd name="connsiteY2" fmla="*/ 2030434 h 2821009"/>
                <a:gd name="connsiteX3" fmla="*/ 4124325 w 7734300"/>
                <a:gd name="connsiteY3" fmla="*/ 887434 h 2821009"/>
                <a:gd name="connsiteX4" fmla="*/ 5229225 w 7734300"/>
                <a:gd name="connsiteY4" fmla="*/ 15871 h 2821009"/>
                <a:gd name="connsiteX5" fmla="*/ 6162642 w 7734300"/>
                <a:gd name="connsiteY5" fmla="*/ 982659 h 2821009"/>
                <a:gd name="connsiteX6" fmla="*/ 6896100 w 7734300"/>
                <a:gd name="connsiteY6" fmla="*/ 2049484 h 2821009"/>
                <a:gd name="connsiteX7" fmla="*/ 7734300 w 7734300"/>
                <a:gd name="connsiteY7" fmla="*/ 2821009 h 2821009"/>
                <a:gd name="connsiteX0" fmla="*/ 0 w 7734300"/>
                <a:gd name="connsiteY0" fmla="*/ 2811484 h 2821009"/>
                <a:gd name="connsiteX1" fmla="*/ 1609725 w 7734300"/>
                <a:gd name="connsiteY1" fmla="*/ 2611459 h 2821009"/>
                <a:gd name="connsiteX2" fmla="*/ 2743200 w 7734300"/>
                <a:gd name="connsiteY2" fmla="*/ 2030434 h 2821009"/>
                <a:gd name="connsiteX3" fmla="*/ 4124325 w 7734300"/>
                <a:gd name="connsiteY3" fmla="*/ 887434 h 2821009"/>
                <a:gd name="connsiteX4" fmla="*/ 5229225 w 7734300"/>
                <a:gd name="connsiteY4" fmla="*/ 15871 h 2821009"/>
                <a:gd name="connsiteX5" fmla="*/ 6162642 w 7734300"/>
                <a:gd name="connsiteY5" fmla="*/ 982659 h 2821009"/>
                <a:gd name="connsiteX6" fmla="*/ 6896100 w 7734300"/>
                <a:gd name="connsiteY6" fmla="*/ 2049484 h 2821009"/>
                <a:gd name="connsiteX7" fmla="*/ 7734300 w 7734300"/>
                <a:gd name="connsiteY7" fmla="*/ 2821009 h 2821009"/>
                <a:gd name="connsiteX0" fmla="*/ 0 w 7734300"/>
                <a:gd name="connsiteY0" fmla="*/ 2859082 h 2868607"/>
                <a:gd name="connsiteX1" fmla="*/ 1609725 w 7734300"/>
                <a:gd name="connsiteY1" fmla="*/ 2659057 h 2868607"/>
                <a:gd name="connsiteX2" fmla="*/ 2743200 w 7734300"/>
                <a:gd name="connsiteY2" fmla="*/ 2078032 h 2868607"/>
                <a:gd name="connsiteX3" fmla="*/ 4124325 w 7734300"/>
                <a:gd name="connsiteY3" fmla="*/ 935032 h 2868607"/>
                <a:gd name="connsiteX4" fmla="*/ 5229225 w 7734300"/>
                <a:gd name="connsiteY4" fmla="*/ 63469 h 2868607"/>
                <a:gd name="connsiteX5" fmla="*/ 6162642 w 7734300"/>
                <a:gd name="connsiteY5" fmla="*/ 1030257 h 2868607"/>
                <a:gd name="connsiteX6" fmla="*/ 6896100 w 7734300"/>
                <a:gd name="connsiteY6" fmla="*/ 2097082 h 2868607"/>
                <a:gd name="connsiteX7" fmla="*/ 7734300 w 7734300"/>
                <a:gd name="connsiteY7" fmla="*/ 2868607 h 2868607"/>
                <a:gd name="connsiteX0" fmla="*/ 0 w 7734300"/>
                <a:gd name="connsiteY0" fmla="*/ 2859082 h 2868607"/>
                <a:gd name="connsiteX1" fmla="*/ 1609725 w 7734300"/>
                <a:gd name="connsiteY1" fmla="*/ 2659057 h 2868607"/>
                <a:gd name="connsiteX2" fmla="*/ 2743200 w 7734300"/>
                <a:gd name="connsiteY2" fmla="*/ 2078032 h 2868607"/>
                <a:gd name="connsiteX3" fmla="*/ 4124325 w 7734300"/>
                <a:gd name="connsiteY3" fmla="*/ 935032 h 2868607"/>
                <a:gd name="connsiteX4" fmla="*/ 5229225 w 7734300"/>
                <a:gd name="connsiteY4" fmla="*/ 63469 h 2868607"/>
                <a:gd name="connsiteX5" fmla="*/ 6162642 w 7734300"/>
                <a:gd name="connsiteY5" fmla="*/ 1030257 h 2868607"/>
                <a:gd name="connsiteX6" fmla="*/ 6896100 w 7734300"/>
                <a:gd name="connsiteY6" fmla="*/ 2097082 h 2868607"/>
                <a:gd name="connsiteX7" fmla="*/ 7734300 w 7734300"/>
                <a:gd name="connsiteY7" fmla="*/ 2868607 h 2868607"/>
                <a:gd name="connsiteX0" fmla="*/ 0 w 7734300"/>
                <a:gd name="connsiteY0" fmla="*/ 2859082 h 2868607"/>
                <a:gd name="connsiteX1" fmla="*/ 1609725 w 7734300"/>
                <a:gd name="connsiteY1" fmla="*/ 2659057 h 2868607"/>
                <a:gd name="connsiteX2" fmla="*/ 2743200 w 7734300"/>
                <a:gd name="connsiteY2" fmla="*/ 2078032 h 2868607"/>
                <a:gd name="connsiteX3" fmla="*/ 4124325 w 7734300"/>
                <a:gd name="connsiteY3" fmla="*/ 935032 h 2868607"/>
                <a:gd name="connsiteX4" fmla="*/ 5229225 w 7734300"/>
                <a:gd name="connsiteY4" fmla="*/ 63469 h 2868607"/>
                <a:gd name="connsiteX5" fmla="*/ 6162642 w 7734300"/>
                <a:gd name="connsiteY5" fmla="*/ 1030257 h 2868607"/>
                <a:gd name="connsiteX6" fmla="*/ 6896100 w 7734300"/>
                <a:gd name="connsiteY6" fmla="*/ 2097082 h 2868607"/>
                <a:gd name="connsiteX7" fmla="*/ 7734300 w 7734300"/>
                <a:gd name="connsiteY7" fmla="*/ 2868607 h 2868607"/>
                <a:gd name="connsiteX0" fmla="*/ 0 w 7734300"/>
                <a:gd name="connsiteY0" fmla="*/ 2859082 h 2868607"/>
                <a:gd name="connsiteX1" fmla="*/ 1609725 w 7734300"/>
                <a:gd name="connsiteY1" fmla="*/ 2659057 h 2868607"/>
                <a:gd name="connsiteX2" fmla="*/ 2743200 w 7734300"/>
                <a:gd name="connsiteY2" fmla="*/ 2078032 h 2868607"/>
                <a:gd name="connsiteX3" fmla="*/ 4124325 w 7734300"/>
                <a:gd name="connsiteY3" fmla="*/ 935032 h 2868607"/>
                <a:gd name="connsiteX4" fmla="*/ 5229225 w 7734300"/>
                <a:gd name="connsiteY4" fmla="*/ 63469 h 2868607"/>
                <a:gd name="connsiteX5" fmla="*/ 6162642 w 7734300"/>
                <a:gd name="connsiteY5" fmla="*/ 1030257 h 2868607"/>
                <a:gd name="connsiteX6" fmla="*/ 6896100 w 7734300"/>
                <a:gd name="connsiteY6" fmla="*/ 2097082 h 2868607"/>
                <a:gd name="connsiteX7" fmla="*/ 7734300 w 7734300"/>
                <a:gd name="connsiteY7" fmla="*/ 2868607 h 2868607"/>
                <a:gd name="connsiteX0" fmla="*/ 0 w 7734300"/>
                <a:gd name="connsiteY0" fmla="*/ 2859082 h 2868607"/>
                <a:gd name="connsiteX1" fmla="*/ 1609725 w 7734300"/>
                <a:gd name="connsiteY1" fmla="*/ 2659057 h 2868607"/>
                <a:gd name="connsiteX2" fmla="*/ 2743200 w 7734300"/>
                <a:gd name="connsiteY2" fmla="*/ 2078032 h 2868607"/>
                <a:gd name="connsiteX3" fmla="*/ 4124325 w 7734300"/>
                <a:gd name="connsiteY3" fmla="*/ 935032 h 2868607"/>
                <a:gd name="connsiteX4" fmla="*/ 5229225 w 7734300"/>
                <a:gd name="connsiteY4" fmla="*/ 63469 h 2868607"/>
                <a:gd name="connsiteX5" fmla="*/ 6162642 w 7734300"/>
                <a:gd name="connsiteY5" fmla="*/ 1030257 h 2868607"/>
                <a:gd name="connsiteX6" fmla="*/ 6896100 w 7734300"/>
                <a:gd name="connsiteY6" fmla="*/ 2097082 h 2868607"/>
                <a:gd name="connsiteX7" fmla="*/ 7734300 w 7734300"/>
                <a:gd name="connsiteY7" fmla="*/ 2868607 h 2868607"/>
                <a:gd name="connsiteX0" fmla="*/ 0 w 7734300"/>
                <a:gd name="connsiteY0" fmla="*/ 2859082 h 2868607"/>
                <a:gd name="connsiteX1" fmla="*/ 1609725 w 7734300"/>
                <a:gd name="connsiteY1" fmla="*/ 2659057 h 2868607"/>
                <a:gd name="connsiteX2" fmla="*/ 2743200 w 7734300"/>
                <a:gd name="connsiteY2" fmla="*/ 2078032 h 2868607"/>
                <a:gd name="connsiteX3" fmla="*/ 4124325 w 7734300"/>
                <a:gd name="connsiteY3" fmla="*/ 935032 h 2868607"/>
                <a:gd name="connsiteX4" fmla="*/ 5229225 w 7734300"/>
                <a:gd name="connsiteY4" fmla="*/ 63469 h 2868607"/>
                <a:gd name="connsiteX5" fmla="*/ 6162642 w 7734300"/>
                <a:gd name="connsiteY5" fmla="*/ 1030257 h 2868607"/>
                <a:gd name="connsiteX6" fmla="*/ 6896100 w 7734300"/>
                <a:gd name="connsiteY6" fmla="*/ 2097082 h 2868607"/>
                <a:gd name="connsiteX7" fmla="*/ 7734300 w 7734300"/>
                <a:gd name="connsiteY7" fmla="*/ 2868607 h 2868607"/>
                <a:gd name="connsiteX0" fmla="*/ 0 w 7734300"/>
                <a:gd name="connsiteY0" fmla="*/ 2859082 h 2868607"/>
                <a:gd name="connsiteX1" fmla="*/ 1609725 w 7734300"/>
                <a:gd name="connsiteY1" fmla="*/ 2659057 h 2868607"/>
                <a:gd name="connsiteX2" fmla="*/ 2743200 w 7734300"/>
                <a:gd name="connsiteY2" fmla="*/ 2078032 h 2868607"/>
                <a:gd name="connsiteX3" fmla="*/ 4071936 w 7734300"/>
                <a:gd name="connsiteY3" fmla="*/ 906457 h 2868607"/>
                <a:gd name="connsiteX4" fmla="*/ 5229225 w 7734300"/>
                <a:gd name="connsiteY4" fmla="*/ 63469 h 2868607"/>
                <a:gd name="connsiteX5" fmla="*/ 6162642 w 7734300"/>
                <a:gd name="connsiteY5" fmla="*/ 1030257 h 2868607"/>
                <a:gd name="connsiteX6" fmla="*/ 6896100 w 7734300"/>
                <a:gd name="connsiteY6" fmla="*/ 2097082 h 2868607"/>
                <a:gd name="connsiteX7" fmla="*/ 7734300 w 7734300"/>
                <a:gd name="connsiteY7" fmla="*/ 2868607 h 2868607"/>
                <a:gd name="connsiteX0" fmla="*/ 0 w 7734300"/>
                <a:gd name="connsiteY0" fmla="*/ 2859082 h 2868607"/>
                <a:gd name="connsiteX1" fmla="*/ 1609725 w 7734300"/>
                <a:gd name="connsiteY1" fmla="*/ 2659057 h 2868607"/>
                <a:gd name="connsiteX2" fmla="*/ 2743200 w 7734300"/>
                <a:gd name="connsiteY2" fmla="*/ 2078032 h 2868607"/>
                <a:gd name="connsiteX3" fmla="*/ 4071936 w 7734300"/>
                <a:gd name="connsiteY3" fmla="*/ 906457 h 2868607"/>
                <a:gd name="connsiteX4" fmla="*/ 5229225 w 7734300"/>
                <a:gd name="connsiteY4" fmla="*/ 63469 h 2868607"/>
                <a:gd name="connsiteX5" fmla="*/ 6162642 w 7734300"/>
                <a:gd name="connsiteY5" fmla="*/ 1030257 h 2868607"/>
                <a:gd name="connsiteX6" fmla="*/ 6896100 w 7734300"/>
                <a:gd name="connsiteY6" fmla="*/ 2097082 h 2868607"/>
                <a:gd name="connsiteX7" fmla="*/ 7734300 w 7734300"/>
                <a:gd name="connsiteY7" fmla="*/ 2868607 h 2868607"/>
                <a:gd name="connsiteX0" fmla="*/ 0 w 7734300"/>
                <a:gd name="connsiteY0" fmla="*/ 2859082 h 2868607"/>
                <a:gd name="connsiteX1" fmla="*/ 1609725 w 7734300"/>
                <a:gd name="connsiteY1" fmla="*/ 2659057 h 2868607"/>
                <a:gd name="connsiteX2" fmla="*/ 2743200 w 7734300"/>
                <a:gd name="connsiteY2" fmla="*/ 2078032 h 2868607"/>
                <a:gd name="connsiteX3" fmla="*/ 4071936 w 7734300"/>
                <a:gd name="connsiteY3" fmla="*/ 877882 h 2868607"/>
                <a:gd name="connsiteX4" fmla="*/ 5229225 w 7734300"/>
                <a:gd name="connsiteY4" fmla="*/ 63469 h 2868607"/>
                <a:gd name="connsiteX5" fmla="*/ 6162642 w 7734300"/>
                <a:gd name="connsiteY5" fmla="*/ 1030257 h 2868607"/>
                <a:gd name="connsiteX6" fmla="*/ 6896100 w 7734300"/>
                <a:gd name="connsiteY6" fmla="*/ 2097082 h 2868607"/>
                <a:gd name="connsiteX7" fmla="*/ 7734300 w 7734300"/>
                <a:gd name="connsiteY7" fmla="*/ 2868607 h 286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4300" h="2868607">
                  <a:moveTo>
                    <a:pt x="0" y="2859082"/>
                  </a:moveTo>
                  <a:cubicBezTo>
                    <a:pt x="576262" y="2824157"/>
                    <a:pt x="1152525" y="2789232"/>
                    <a:pt x="1609725" y="2659057"/>
                  </a:cubicBezTo>
                  <a:cubicBezTo>
                    <a:pt x="2066925" y="2528882"/>
                    <a:pt x="2332832" y="2374894"/>
                    <a:pt x="2743200" y="2078032"/>
                  </a:cubicBezTo>
                  <a:cubicBezTo>
                    <a:pt x="3153568" y="1781170"/>
                    <a:pt x="3657599" y="1213642"/>
                    <a:pt x="4071936" y="877882"/>
                  </a:cubicBezTo>
                  <a:cubicBezTo>
                    <a:pt x="4466421" y="537372"/>
                    <a:pt x="4799012" y="0"/>
                    <a:pt x="5229225" y="63469"/>
                  </a:cubicBezTo>
                  <a:cubicBezTo>
                    <a:pt x="5678471" y="50792"/>
                    <a:pt x="5880054" y="598459"/>
                    <a:pt x="6162642" y="1030257"/>
                  </a:cubicBezTo>
                  <a:cubicBezTo>
                    <a:pt x="6411863" y="1414430"/>
                    <a:pt x="6634157" y="1790690"/>
                    <a:pt x="6896100" y="2097082"/>
                  </a:cubicBezTo>
                  <a:cubicBezTo>
                    <a:pt x="7158043" y="2403474"/>
                    <a:pt x="7486624" y="2706670"/>
                    <a:pt x="7734300" y="2868607"/>
                  </a:cubicBezTo>
                </a:path>
              </a:pathLst>
            </a:custGeom>
            <a:ln w="38100">
              <a:solidFill>
                <a:srgbClr val="C0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CA"/>
            </a:p>
          </p:txBody>
        </p:sp>
        <p:cxnSp>
          <p:nvCxnSpPr>
            <p:cNvPr id="10" name="Straight Connector 9"/>
            <p:cNvCxnSpPr>
              <a:stCxn id="8" idx="1"/>
            </p:cNvCxnSpPr>
            <p:nvPr/>
          </p:nvCxnSpPr>
          <p:spPr>
            <a:xfrm>
              <a:off x="2167805" y="3609243"/>
              <a:ext cx="1588" cy="1989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8" idx="2"/>
            </p:cNvCxnSpPr>
            <p:nvPr/>
          </p:nvCxnSpPr>
          <p:spPr>
            <a:xfrm>
              <a:off x="3301280" y="3057668"/>
              <a:ext cx="1588" cy="7505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4987205" y="2552814"/>
              <a:ext cx="1588" cy="1154385"/>
            </a:xfrm>
            <a:prstGeom prst="line">
              <a:avLst/>
            </a:prstGeom>
            <a:ln>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8" idx="5"/>
            </p:cNvCxnSpPr>
            <p:nvPr/>
          </p:nvCxnSpPr>
          <p:spPr>
            <a:xfrm>
              <a:off x="6720722" y="2063003"/>
              <a:ext cx="1621" cy="17451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558080" y="1084967"/>
              <a:ext cx="0" cy="62089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8178080" y="3808171"/>
              <a:ext cx="381000" cy="150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2" name="Group 43"/>
            <p:cNvGrpSpPr>
              <a:grpSpLocks/>
            </p:cNvGrpSpPr>
            <p:nvPr/>
          </p:nvGrpSpPr>
          <p:grpSpPr bwMode="auto">
            <a:xfrm>
              <a:off x="558080" y="2358862"/>
              <a:ext cx="2143125" cy="1471914"/>
              <a:chOff x="571500" y="2831550"/>
              <a:chExt cx="2143125" cy="1549950"/>
            </a:xfrm>
          </p:grpSpPr>
          <p:sp>
            <p:nvSpPr>
              <p:cNvPr id="35" name="Freeform 34"/>
              <p:cNvSpPr/>
              <p:nvPr/>
            </p:nvSpPr>
            <p:spPr>
              <a:xfrm>
                <a:off x="571500" y="3156392"/>
                <a:ext cx="2143125" cy="1225108"/>
              </a:xfrm>
              <a:custGeom>
                <a:avLst/>
                <a:gdLst>
                  <a:gd name="connsiteX0" fmla="*/ 0 w 2143125"/>
                  <a:gd name="connsiteY0" fmla="*/ 1225550 h 1225550"/>
                  <a:gd name="connsiteX1" fmla="*/ 266700 w 2143125"/>
                  <a:gd name="connsiteY1" fmla="*/ 644525 h 1225550"/>
                  <a:gd name="connsiteX2" fmla="*/ 600075 w 2143125"/>
                  <a:gd name="connsiteY2" fmla="*/ 139700 h 1225550"/>
                  <a:gd name="connsiteX3" fmla="*/ 962025 w 2143125"/>
                  <a:gd name="connsiteY3" fmla="*/ 53975 h 1225550"/>
                  <a:gd name="connsiteX4" fmla="*/ 1438275 w 2143125"/>
                  <a:gd name="connsiteY4" fmla="*/ 463550 h 1225550"/>
                  <a:gd name="connsiteX5" fmla="*/ 1885950 w 2143125"/>
                  <a:gd name="connsiteY5" fmla="*/ 1054100 h 1225550"/>
                  <a:gd name="connsiteX6" fmla="*/ 2143125 w 2143125"/>
                  <a:gd name="connsiteY6" fmla="*/ 1196975 h 122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43125" h="1225550">
                    <a:moveTo>
                      <a:pt x="0" y="1225550"/>
                    </a:moveTo>
                    <a:cubicBezTo>
                      <a:pt x="83344" y="1025525"/>
                      <a:pt x="166688" y="825500"/>
                      <a:pt x="266700" y="644525"/>
                    </a:cubicBezTo>
                    <a:cubicBezTo>
                      <a:pt x="366712" y="463550"/>
                      <a:pt x="484188" y="238125"/>
                      <a:pt x="600075" y="139700"/>
                    </a:cubicBezTo>
                    <a:cubicBezTo>
                      <a:pt x="715963" y="41275"/>
                      <a:pt x="822325" y="0"/>
                      <a:pt x="962025" y="53975"/>
                    </a:cubicBezTo>
                    <a:cubicBezTo>
                      <a:pt x="1101725" y="107950"/>
                      <a:pt x="1284288" y="296863"/>
                      <a:pt x="1438275" y="463550"/>
                    </a:cubicBezTo>
                    <a:cubicBezTo>
                      <a:pt x="1592262" y="630237"/>
                      <a:pt x="1768475" y="931863"/>
                      <a:pt x="1885950" y="1054100"/>
                    </a:cubicBezTo>
                    <a:cubicBezTo>
                      <a:pt x="2003425" y="1176337"/>
                      <a:pt x="2073275" y="1186656"/>
                      <a:pt x="2143125" y="1196975"/>
                    </a:cubicBezTo>
                  </a:path>
                </a:pathLst>
              </a:cu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CA"/>
              </a:p>
            </p:txBody>
          </p:sp>
          <p:sp>
            <p:nvSpPr>
              <p:cNvPr id="45088" name="TextBox 39"/>
              <p:cNvSpPr txBox="1">
                <a:spLocks noChangeArrowheads="1"/>
              </p:cNvSpPr>
              <p:nvPr/>
            </p:nvSpPr>
            <p:spPr bwMode="auto">
              <a:xfrm>
                <a:off x="809625" y="2831550"/>
                <a:ext cx="1043876" cy="388913"/>
              </a:xfrm>
              <a:prstGeom prst="rect">
                <a:avLst/>
              </a:prstGeom>
              <a:noFill/>
              <a:ln w="9525">
                <a:noFill/>
                <a:miter lim="800000"/>
                <a:headEnd/>
                <a:tailEnd/>
              </a:ln>
            </p:spPr>
            <p:txBody>
              <a:bodyPr wrap="square">
                <a:spAutoFit/>
              </a:bodyPr>
              <a:lstStyle/>
              <a:p>
                <a:r>
                  <a:rPr lang="en-CA" dirty="0">
                    <a:latin typeface="Calibri" panose="020F0502020204030204" pitchFamily="34" charset="0"/>
                  </a:rPr>
                  <a:t>Initiation</a:t>
                </a:r>
              </a:p>
            </p:txBody>
          </p:sp>
        </p:grpSp>
        <p:grpSp>
          <p:nvGrpSpPr>
            <p:cNvPr id="3" name="Group 44"/>
            <p:cNvGrpSpPr>
              <a:grpSpLocks/>
            </p:cNvGrpSpPr>
            <p:nvPr/>
          </p:nvGrpSpPr>
          <p:grpSpPr bwMode="auto">
            <a:xfrm>
              <a:off x="577130" y="1820398"/>
              <a:ext cx="7705725" cy="2010378"/>
              <a:chOff x="590550" y="2264331"/>
              <a:chExt cx="7705725" cy="2117169"/>
            </a:xfrm>
          </p:grpSpPr>
          <p:sp>
            <p:nvSpPr>
              <p:cNvPr id="36" name="Freeform 35"/>
              <p:cNvSpPr/>
              <p:nvPr/>
            </p:nvSpPr>
            <p:spPr>
              <a:xfrm>
                <a:off x="590550" y="2634122"/>
                <a:ext cx="7705725" cy="1747378"/>
              </a:xfrm>
              <a:custGeom>
                <a:avLst/>
                <a:gdLst>
                  <a:gd name="connsiteX0" fmla="*/ 0 w 7705725"/>
                  <a:gd name="connsiteY0" fmla="*/ 1747837 h 1747837"/>
                  <a:gd name="connsiteX1" fmla="*/ 466725 w 7705725"/>
                  <a:gd name="connsiteY1" fmla="*/ 1309687 h 1747837"/>
                  <a:gd name="connsiteX2" fmla="*/ 1247775 w 7705725"/>
                  <a:gd name="connsiteY2" fmla="*/ 538162 h 1747837"/>
                  <a:gd name="connsiteX3" fmla="*/ 1924050 w 7705725"/>
                  <a:gd name="connsiteY3" fmla="*/ 138112 h 1747837"/>
                  <a:gd name="connsiteX4" fmla="*/ 2638425 w 7705725"/>
                  <a:gd name="connsiteY4" fmla="*/ 42862 h 1747837"/>
                  <a:gd name="connsiteX5" fmla="*/ 3533775 w 7705725"/>
                  <a:gd name="connsiteY5" fmla="*/ 395287 h 1747837"/>
                  <a:gd name="connsiteX6" fmla="*/ 4676775 w 7705725"/>
                  <a:gd name="connsiteY6" fmla="*/ 890587 h 1747837"/>
                  <a:gd name="connsiteX7" fmla="*/ 5886450 w 7705725"/>
                  <a:gd name="connsiteY7" fmla="*/ 1309687 h 1747837"/>
                  <a:gd name="connsiteX8" fmla="*/ 7058025 w 7705725"/>
                  <a:gd name="connsiteY8" fmla="*/ 1595437 h 1747837"/>
                  <a:gd name="connsiteX9" fmla="*/ 7705725 w 7705725"/>
                  <a:gd name="connsiteY9" fmla="*/ 1700212 h 17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05725" h="1747837">
                    <a:moveTo>
                      <a:pt x="0" y="1747837"/>
                    </a:moveTo>
                    <a:cubicBezTo>
                      <a:pt x="129381" y="1629568"/>
                      <a:pt x="258763" y="1511299"/>
                      <a:pt x="466725" y="1309687"/>
                    </a:cubicBezTo>
                    <a:cubicBezTo>
                      <a:pt x="674687" y="1108075"/>
                      <a:pt x="1004888" y="733424"/>
                      <a:pt x="1247775" y="538162"/>
                    </a:cubicBezTo>
                    <a:cubicBezTo>
                      <a:pt x="1490662" y="342900"/>
                      <a:pt x="1692275" y="220662"/>
                      <a:pt x="1924050" y="138112"/>
                    </a:cubicBezTo>
                    <a:cubicBezTo>
                      <a:pt x="2155825" y="55562"/>
                      <a:pt x="2370138" y="0"/>
                      <a:pt x="2638425" y="42862"/>
                    </a:cubicBezTo>
                    <a:cubicBezTo>
                      <a:pt x="2906712" y="85724"/>
                      <a:pt x="3194050" y="254000"/>
                      <a:pt x="3533775" y="395287"/>
                    </a:cubicBezTo>
                    <a:cubicBezTo>
                      <a:pt x="3873500" y="536575"/>
                      <a:pt x="4284663" y="738187"/>
                      <a:pt x="4676775" y="890587"/>
                    </a:cubicBezTo>
                    <a:cubicBezTo>
                      <a:pt x="5068887" y="1042987"/>
                      <a:pt x="5489575" y="1192212"/>
                      <a:pt x="5886450" y="1309687"/>
                    </a:cubicBezTo>
                    <a:cubicBezTo>
                      <a:pt x="6283325" y="1427162"/>
                      <a:pt x="6754813" y="1530350"/>
                      <a:pt x="7058025" y="1595437"/>
                    </a:cubicBezTo>
                    <a:cubicBezTo>
                      <a:pt x="7361237" y="1660524"/>
                      <a:pt x="7596188" y="1679575"/>
                      <a:pt x="7705725" y="1700212"/>
                    </a:cubicBezTo>
                  </a:path>
                </a:pathLst>
              </a:cu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CA"/>
              </a:p>
            </p:txBody>
          </p:sp>
          <p:sp>
            <p:nvSpPr>
              <p:cNvPr id="45086" name="TextBox 40"/>
              <p:cNvSpPr txBox="1">
                <a:spLocks noChangeArrowheads="1"/>
              </p:cNvSpPr>
              <p:nvPr/>
            </p:nvSpPr>
            <p:spPr bwMode="auto">
              <a:xfrm>
                <a:off x="2410427" y="2264331"/>
                <a:ext cx="994183" cy="388951"/>
              </a:xfrm>
              <a:prstGeom prst="rect">
                <a:avLst/>
              </a:prstGeom>
              <a:noFill/>
              <a:ln w="9525">
                <a:noFill/>
                <a:miter lim="800000"/>
                <a:headEnd/>
                <a:tailEnd/>
              </a:ln>
            </p:spPr>
            <p:txBody>
              <a:bodyPr wrap="none">
                <a:spAutoFit/>
              </a:bodyPr>
              <a:lstStyle/>
              <a:p>
                <a:r>
                  <a:rPr lang="en-CA" dirty="0">
                    <a:latin typeface="Calibri" panose="020F0502020204030204" pitchFamily="34" charset="0"/>
                  </a:rPr>
                  <a:t>Planning</a:t>
                </a:r>
              </a:p>
            </p:txBody>
          </p:sp>
        </p:grpSp>
        <p:grpSp>
          <p:nvGrpSpPr>
            <p:cNvPr id="4" name="Group 45"/>
            <p:cNvGrpSpPr>
              <a:grpSpLocks/>
            </p:cNvGrpSpPr>
            <p:nvPr/>
          </p:nvGrpSpPr>
          <p:grpSpPr bwMode="auto">
            <a:xfrm>
              <a:off x="872405" y="1354726"/>
              <a:ext cx="7334250" cy="2457965"/>
              <a:chOff x="885825" y="1773237"/>
              <a:chExt cx="7334250" cy="2589213"/>
            </a:xfrm>
          </p:grpSpPr>
          <p:sp>
            <p:nvSpPr>
              <p:cNvPr id="37" name="Freeform 36"/>
              <p:cNvSpPr/>
              <p:nvPr/>
            </p:nvSpPr>
            <p:spPr>
              <a:xfrm>
                <a:off x="885825" y="1773237"/>
                <a:ext cx="7334250" cy="2589213"/>
              </a:xfrm>
              <a:custGeom>
                <a:avLst/>
                <a:gdLst>
                  <a:gd name="connsiteX0" fmla="*/ 0 w 7334250"/>
                  <a:gd name="connsiteY0" fmla="*/ 2589213 h 2589213"/>
                  <a:gd name="connsiteX1" fmla="*/ 742950 w 7334250"/>
                  <a:gd name="connsiteY1" fmla="*/ 2436813 h 2589213"/>
                  <a:gd name="connsiteX2" fmla="*/ 1400175 w 7334250"/>
                  <a:gd name="connsiteY2" fmla="*/ 2112963 h 2589213"/>
                  <a:gd name="connsiteX3" fmla="*/ 2028825 w 7334250"/>
                  <a:gd name="connsiteY3" fmla="*/ 1608138 h 2589213"/>
                  <a:gd name="connsiteX4" fmla="*/ 2543175 w 7334250"/>
                  <a:gd name="connsiteY4" fmla="*/ 1027113 h 2589213"/>
                  <a:gd name="connsiteX5" fmla="*/ 3105150 w 7334250"/>
                  <a:gd name="connsiteY5" fmla="*/ 407988 h 2589213"/>
                  <a:gd name="connsiteX6" fmla="*/ 3667125 w 7334250"/>
                  <a:gd name="connsiteY6" fmla="*/ 74613 h 2589213"/>
                  <a:gd name="connsiteX7" fmla="*/ 4267200 w 7334250"/>
                  <a:gd name="connsiteY7" fmla="*/ 36513 h 2589213"/>
                  <a:gd name="connsiteX8" fmla="*/ 4914900 w 7334250"/>
                  <a:gd name="connsiteY8" fmla="*/ 293688 h 2589213"/>
                  <a:gd name="connsiteX9" fmla="*/ 5553075 w 7334250"/>
                  <a:gd name="connsiteY9" fmla="*/ 1103313 h 2589213"/>
                  <a:gd name="connsiteX10" fmla="*/ 5981700 w 7334250"/>
                  <a:gd name="connsiteY10" fmla="*/ 1779588 h 2589213"/>
                  <a:gd name="connsiteX11" fmla="*/ 6534150 w 7334250"/>
                  <a:gd name="connsiteY11" fmla="*/ 2246313 h 2589213"/>
                  <a:gd name="connsiteX12" fmla="*/ 7334250 w 7334250"/>
                  <a:gd name="connsiteY12" fmla="*/ 2579688 h 2589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34250" h="2589213">
                    <a:moveTo>
                      <a:pt x="0" y="2589213"/>
                    </a:moveTo>
                    <a:cubicBezTo>
                      <a:pt x="254794" y="2552700"/>
                      <a:pt x="509588" y="2516188"/>
                      <a:pt x="742950" y="2436813"/>
                    </a:cubicBezTo>
                    <a:cubicBezTo>
                      <a:pt x="976313" y="2357438"/>
                      <a:pt x="1185863" y="2251075"/>
                      <a:pt x="1400175" y="2112963"/>
                    </a:cubicBezTo>
                    <a:cubicBezTo>
                      <a:pt x="1614487" y="1974851"/>
                      <a:pt x="1838325" y="1789113"/>
                      <a:pt x="2028825" y="1608138"/>
                    </a:cubicBezTo>
                    <a:cubicBezTo>
                      <a:pt x="2219325" y="1427163"/>
                      <a:pt x="2363788" y="1227138"/>
                      <a:pt x="2543175" y="1027113"/>
                    </a:cubicBezTo>
                    <a:cubicBezTo>
                      <a:pt x="2722563" y="827088"/>
                      <a:pt x="2917825" y="566738"/>
                      <a:pt x="3105150" y="407988"/>
                    </a:cubicBezTo>
                    <a:cubicBezTo>
                      <a:pt x="3292475" y="249238"/>
                      <a:pt x="3473450" y="136525"/>
                      <a:pt x="3667125" y="74613"/>
                    </a:cubicBezTo>
                    <a:cubicBezTo>
                      <a:pt x="3860800" y="12701"/>
                      <a:pt x="4059237" y="0"/>
                      <a:pt x="4267200" y="36513"/>
                    </a:cubicBezTo>
                    <a:cubicBezTo>
                      <a:pt x="4475163" y="73026"/>
                      <a:pt x="4700588" y="115888"/>
                      <a:pt x="4914900" y="293688"/>
                    </a:cubicBezTo>
                    <a:cubicBezTo>
                      <a:pt x="5129212" y="471488"/>
                      <a:pt x="5375275" y="855663"/>
                      <a:pt x="5553075" y="1103313"/>
                    </a:cubicBezTo>
                    <a:cubicBezTo>
                      <a:pt x="5730875" y="1350963"/>
                      <a:pt x="5818188" y="1589088"/>
                      <a:pt x="5981700" y="1779588"/>
                    </a:cubicBezTo>
                    <a:cubicBezTo>
                      <a:pt x="6145213" y="1970088"/>
                      <a:pt x="6308725" y="2112963"/>
                      <a:pt x="6534150" y="2246313"/>
                    </a:cubicBezTo>
                    <a:cubicBezTo>
                      <a:pt x="6759575" y="2379663"/>
                      <a:pt x="7046912" y="2479675"/>
                      <a:pt x="7334250" y="2579688"/>
                    </a:cubicBezTo>
                  </a:path>
                </a:pathLst>
              </a:cu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CA"/>
              </a:p>
            </p:txBody>
          </p:sp>
          <p:sp>
            <p:nvSpPr>
              <p:cNvPr id="45084" name="TextBox 41"/>
              <p:cNvSpPr txBox="1">
                <a:spLocks noChangeArrowheads="1"/>
              </p:cNvSpPr>
              <p:nvPr/>
            </p:nvSpPr>
            <p:spPr bwMode="auto">
              <a:xfrm>
                <a:off x="4322828" y="2057679"/>
                <a:ext cx="1214371" cy="972633"/>
              </a:xfrm>
              <a:prstGeom prst="rect">
                <a:avLst/>
              </a:prstGeom>
              <a:noFill/>
              <a:ln w="9525">
                <a:noFill/>
                <a:miter lim="800000"/>
                <a:headEnd/>
                <a:tailEnd/>
              </a:ln>
            </p:spPr>
            <p:txBody>
              <a:bodyPr wrap="none">
                <a:spAutoFit/>
              </a:bodyPr>
              <a:lstStyle/>
              <a:p>
                <a:pPr algn="ctr"/>
                <a:r>
                  <a:rPr lang="en-CA" dirty="0">
                    <a:latin typeface="Calibri" panose="020F0502020204030204" pitchFamily="34" charset="0"/>
                  </a:rPr>
                  <a:t>Executing</a:t>
                </a:r>
              </a:p>
              <a:p>
                <a:pPr algn="ctr"/>
                <a:r>
                  <a:rPr lang="en-CA" dirty="0">
                    <a:latin typeface="Calibri" panose="020F0502020204030204" pitchFamily="34" charset="0"/>
                  </a:rPr>
                  <a:t>&amp;</a:t>
                </a:r>
              </a:p>
              <a:p>
                <a:pPr algn="ctr"/>
                <a:r>
                  <a:rPr lang="en-CA" dirty="0">
                    <a:latin typeface="Calibri" panose="020F0502020204030204" pitchFamily="34" charset="0"/>
                  </a:rPr>
                  <a:t>Controlling</a:t>
                </a:r>
              </a:p>
            </p:txBody>
          </p:sp>
        </p:grpSp>
        <p:grpSp>
          <p:nvGrpSpPr>
            <p:cNvPr id="5" name="Group 46"/>
            <p:cNvGrpSpPr>
              <a:grpSpLocks/>
            </p:cNvGrpSpPr>
            <p:nvPr/>
          </p:nvGrpSpPr>
          <p:grpSpPr bwMode="auto">
            <a:xfrm>
              <a:off x="6130205" y="2552814"/>
              <a:ext cx="2057400" cy="1241793"/>
              <a:chOff x="6143625" y="3035856"/>
              <a:chExt cx="2057768" cy="1307544"/>
            </a:xfrm>
          </p:grpSpPr>
          <p:sp>
            <p:nvSpPr>
              <p:cNvPr id="39" name="Freeform 38"/>
              <p:cNvSpPr/>
              <p:nvPr/>
            </p:nvSpPr>
            <p:spPr>
              <a:xfrm>
                <a:off x="6143625" y="3405587"/>
                <a:ext cx="2057768" cy="937813"/>
              </a:xfrm>
              <a:custGeom>
                <a:avLst/>
                <a:gdLst>
                  <a:gd name="connsiteX0" fmla="*/ 0 w 2057400"/>
                  <a:gd name="connsiteY0" fmla="*/ 938212 h 938212"/>
                  <a:gd name="connsiteX1" fmla="*/ 295275 w 2057400"/>
                  <a:gd name="connsiteY1" fmla="*/ 833437 h 938212"/>
                  <a:gd name="connsiteX2" fmla="*/ 609600 w 2057400"/>
                  <a:gd name="connsiteY2" fmla="*/ 585787 h 938212"/>
                  <a:gd name="connsiteX3" fmla="*/ 866775 w 2057400"/>
                  <a:gd name="connsiteY3" fmla="*/ 157162 h 938212"/>
                  <a:gd name="connsiteX4" fmla="*/ 1257300 w 2057400"/>
                  <a:gd name="connsiteY4" fmla="*/ 4762 h 938212"/>
                  <a:gd name="connsiteX5" fmla="*/ 1628775 w 2057400"/>
                  <a:gd name="connsiteY5" fmla="*/ 185737 h 938212"/>
                  <a:gd name="connsiteX6" fmla="*/ 1790700 w 2057400"/>
                  <a:gd name="connsiteY6" fmla="*/ 595312 h 938212"/>
                  <a:gd name="connsiteX7" fmla="*/ 2057400 w 2057400"/>
                  <a:gd name="connsiteY7" fmla="*/ 909637 h 93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57400" h="938212">
                    <a:moveTo>
                      <a:pt x="0" y="938212"/>
                    </a:moveTo>
                    <a:cubicBezTo>
                      <a:pt x="96837" y="915193"/>
                      <a:pt x="193675" y="892175"/>
                      <a:pt x="295275" y="833437"/>
                    </a:cubicBezTo>
                    <a:cubicBezTo>
                      <a:pt x="396875" y="774700"/>
                      <a:pt x="514350" y="698499"/>
                      <a:pt x="609600" y="585787"/>
                    </a:cubicBezTo>
                    <a:cubicBezTo>
                      <a:pt x="704850" y="473075"/>
                      <a:pt x="758825" y="253999"/>
                      <a:pt x="866775" y="157162"/>
                    </a:cubicBezTo>
                    <a:cubicBezTo>
                      <a:pt x="974725" y="60325"/>
                      <a:pt x="1130300" y="0"/>
                      <a:pt x="1257300" y="4762"/>
                    </a:cubicBezTo>
                    <a:cubicBezTo>
                      <a:pt x="1384300" y="9524"/>
                      <a:pt x="1539875" y="87312"/>
                      <a:pt x="1628775" y="185737"/>
                    </a:cubicBezTo>
                    <a:cubicBezTo>
                      <a:pt x="1717675" y="284162"/>
                      <a:pt x="1719263" y="474662"/>
                      <a:pt x="1790700" y="595312"/>
                    </a:cubicBezTo>
                    <a:cubicBezTo>
                      <a:pt x="1862137" y="715962"/>
                      <a:pt x="1959768" y="812799"/>
                      <a:pt x="2057400" y="909637"/>
                    </a:cubicBezTo>
                  </a:path>
                </a:pathLst>
              </a:custGeom>
              <a:ln w="19050">
                <a:solidFill>
                  <a:schemeClr val="accent2"/>
                </a:solidFill>
              </a:ln>
              <a:effectLst/>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CA"/>
              </a:p>
            </p:txBody>
          </p:sp>
          <p:sp>
            <p:nvSpPr>
              <p:cNvPr id="45082" name="TextBox 42"/>
              <p:cNvSpPr txBox="1">
                <a:spLocks noChangeArrowheads="1"/>
              </p:cNvSpPr>
              <p:nvPr/>
            </p:nvSpPr>
            <p:spPr bwMode="auto">
              <a:xfrm>
                <a:off x="7275866" y="3035856"/>
                <a:ext cx="856478" cy="388888"/>
              </a:xfrm>
              <a:prstGeom prst="rect">
                <a:avLst/>
              </a:prstGeom>
              <a:noFill/>
              <a:ln w="9525">
                <a:noFill/>
                <a:miter lim="800000"/>
                <a:headEnd/>
                <a:tailEnd/>
              </a:ln>
            </p:spPr>
            <p:txBody>
              <a:bodyPr wrap="none">
                <a:spAutoFit/>
              </a:bodyPr>
              <a:lstStyle/>
              <a:p>
                <a:r>
                  <a:rPr lang="en-CA" dirty="0">
                    <a:latin typeface="Calibri" panose="020F0502020204030204" pitchFamily="34" charset="0"/>
                  </a:rPr>
                  <a:t>Closing</a:t>
                </a:r>
              </a:p>
            </p:txBody>
          </p:sp>
        </p:grpSp>
      </p:grpSp>
      <p:sp>
        <p:nvSpPr>
          <p:cNvPr id="40" name="Oval 8"/>
          <p:cNvSpPr>
            <a:spLocks noChangeArrowheads="1"/>
          </p:cNvSpPr>
          <p:nvPr/>
        </p:nvSpPr>
        <p:spPr bwMode="auto">
          <a:xfrm>
            <a:off x="179388" y="6216650"/>
            <a:ext cx="485775" cy="525463"/>
          </a:xfrm>
          <a:prstGeom prst="ellipse">
            <a:avLst/>
          </a:prstGeom>
          <a:solidFill>
            <a:srgbClr val="FF0000"/>
          </a:solidFill>
          <a:ln w="9525">
            <a:solidFill>
              <a:schemeClr val="tx1"/>
            </a:solidFill>
            <a:round/>
            <a:headEnd/>
            <a:tailEnd/>
          </a:ln>
        </p:spPr>
        <p:txBody>
          <a:bodyPr wrap="none" anchor="ctr"/>
          <a:lstStyle/>
          <a:p>
            <a:endParaRPr lang="en-CA"/>
          </a:p>
        </p:txBody>
      </p:sp>
      <p:sp>
        <p:nvSpPr>
          <p:cNvPr id="13" name="Slide Number Placeholder 12">
            <a:extLst>
              <a:ext uri="{FF2B5EF4-FFF2-40B4-BE49-F238E27FC236}">
                <a16:creationId xmlns:a16="http://schemas.microsoft.com/office/drawing/2014/main" id="{27FB6861-91D3-4DC3-94F7-F8538E1C68B8}"/>
              </a:ext>
            </a:extLst>
          </p:cNvPr>
          <p:cNvSpPr>
            <a:spLocks noGrp="1"/>
          </p:cNvSpPr>
          <p:nvPr>
            <p:ph type="sldNum" sz="quarter" idx="12"/>
          </p:nvPr>
        </p:nvSpPr>
        <p:spPr/>
        <p:txBody>
          <a:bodyPr/>
          <a:lstStyle/>
          <a:p>
            <a:fld id="{E31375A4-56A4-47D6-9801-1991572033F7}" type="slidenum">
              <a:rPr lang="en-US" smtClean="0">
                <a:solidFill>
                  <a:prstClr val="black"/>
                </a:solidFill>
              </a:rPr>
              <a:pPr/>
              <a:t>11</a:t>
            </a:fld>
            <a:endParaRPr lang="en-US">
              <a:solidFill>
                <a:prstClr val="black"/>
              </a:solidFill>
            </a:endParaRPr>
          </a:p>
        </p:txBody>
      </p:sp>
      <p:sp>
        <p:nvSpPr>
          <p:cNvPr id="6" name="Date Placeholder 5">
            <a:extLst>
              <a:ext uri="{FF2B5EF4-FFF2-40B4-BE49-F238E27FC236}">
                <a16:creationId xmlns:a16="http://schemas.microsoft.com/office/drawing/2014/main" id="{CCE00092-533C-4F49-40FF-38C8486E08C3}"/>
              </a:ext>
            </a:extLst>
          </p:cNvPr>
          <p:cNvSpPr>
            <a:spLocks noGrp="1"/>
          </p:cNvSpPr>
          <p:nvPr>
            <p:ph type="dt" sz="half" idx="10"/>
          </p:nvPr>
        </p:nvSpPr>
        <p:spPr/>
        <p:txBody>
          <a:bodyPr/>
          <a:lstStyle/>
          <a:p>
            <a:r>
              <a:rPr lang="en-US">
                <a:solidFill>
                  <a:prstClr val="black"/>
                </a:solidFill>
              </a:rPr>
              <a:t>G.R. Labbé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sz="3600" dirty="0">
                <a:latin typeface="Calibri" panose="020F0502020204030204" pitchFamily="34" charset="0"/>
              </a:rPr>
              <a:t>Initiating the Project</a:t>
            </a:r>
          </a:p>
        </p:txBody>
      </p:sp>
      <p:sp>
        <p:nvSpPr>
          <p:cNvPr id="3" name="Content Placeholder 2"/>
          <p:cNvSpPr>
            <a:spLocks noGrp="1"/>
          </p:cNvSpPr>
          <p:nvPr>
            <p:ph idx="1"/>
          </p:nvPr>
        </p:nvSpPr>
        <p:spPr>
          <a:xfrm>
            <a:off x="971550" y="1828800"/>
            <a:ext cx="7200900" cy="4114800"/>
          </a:xfrm>
        </p:spPr>
        <p:txBody>
          <a:bodyPr/>
          <a:lstStyle/>
          <a:p>
            <a:pPr>
              <a:buNone/>
            </a:pPr>
            <a:r>
              <a:rPr lang="en-CA" sz="2400" dirty="0">
                <a:latin typeface="Calibri" panose="020F0502020204030204" pitchFamily="34" charset="0"/>
              </a:rPr>
              <a:t>To begin this process, you must first understand </a:t>
            </a:r>
            <a:r>
              <a:rPr lang="en-CA" sz="2400" dirty="0">
                <a:solidFill>
                  <a:srgbClr val="00B050"/>
                </a:solidFill>
                <a:latin typeface="Calibri" panose="020F0502020204030204" pitchFamily="34" charset="0"/>
              </a:rPr>
              <a:t>what</a:t>
            </a:r>
            <a:r>
              <a:rPr lang="en-CA" sz="2400" dirty="0">
                <a:latin typeface="Calibri" panose="020F0502020204030204" pitchFamily="34" charset="0"/>
              </a:rPr>
              <a:t> it is you are </a:t>
            </a:r>
            <a:r>
              <a:rPr lang="en-CA" sz="2400" dirty="0">
                <a:solidFill>
                  <a:srgbClr val="00B050"/>
                </a:solidFill>
                <a:latin typeface="Calibri" panose="020F0502020204030204" pitchFamily="34" charset="0"/>
              </a:rPr>
              <a:t>trying to do </a:t>
            </a:r>
            <a:r>
              <a:rPr lang="en-CA" sz="2400" dirty="0">
                <a:latin typeface="Calibri" panose="020F0502020204030204" pitchFamily="34" charset="0"/>
              </a:rPr>
              <a:t>and </a:t>
            </a:r>
            <a:r>
              <a:rPr lang="en-CA" sz="2400" dirty="0">
                <a:solidFill>
                  <a:srgbClr val="00B050"/>
                </a:solidFill>
                <a:latin typeface="Calibri" panose="020F0502020204030204" pitchFamily="34" charset="0"/>
              </a:rPr>
              <a:t>why you should do it</a:t>
            </a:r>
            <a:r>
              <a:rPr lang="en-CA" dirty="0">
                <a:latin typeface="Calibri" panose="020F0502020204030204" pitchFamily="34" charset="0"/>
              </a:rPr>
              <a:t>. </a:t>
            </a:r>
          </a:p>
          <a:p>
            <a:pPr marL="457200" indent="-457200">
              <a:buFont typeface="+mj-lt"/>
              <a:buAutoNum type="arabicPeriod"/>
            </a:pPr>
            <a:r>
              <a:rPr lang="en-CA" sz="2400" dirty="0">
                <a:latin typeface="Calibri" panose="020F0502020204030204" pitchFamily="34" charset="0"/>
              </a:rPr>
              <a:t>You must </a:t>
            </a:r>
            <a:r>
              <a:rPr lang="en-CA" sz="2400" b="1" dirty="0">
                <a:latin typeface="Calibri" panose="020F0502020204030204" pitchFamily="34" charset="0"/>
              </a:rPr>
              <a:t>define</a:t>
            </a:r>
            <a:r>
              <a:rPr lang="en-CA" sz="2400" dirty="0">
                <a:latin typeface="Calibri" panose="020F0502020204030204" pitchFamily="34" charset="0"/>
              </a:rPr>
              <a:t> the business case for the project. Does it fit within your Project Portfolio?</a:t>
            </a:r>
          </a:p>
          <a:p>
            <a:pPr marL="457200" indent="-457200">
              <a:buFont typeface="+mj-lt"/>
              <a:buAutoNum type="arabicPeriod"/>
            </a:pPr>
            <a:r>
              <a:rPr lang="en-CA" sz="2400" dirty="0">
                <a:latin typeface="Calibri" panose="020F0502020204030204" pitchFamily="34" charset="0"/>
              </a:rPr>
              <a:t>Are there </a:t>
            </a:r>
            <a:r>
              <a:rPr lang="en-CA" sz="2400" b="1" dirty="0">
                <a:latin typeface="Calibri" panose="020F0502020204030204" pitchFamily="34" charset="0"/>
              </a:rPr>
              <a:t>Project Sponsors </a:t>
            </a:r>
            <a:r>
              <a:rPr lang="en-CA" sz="2400" dirty="0">
                <a:latin typeface="Calibri" panose="020F0502020204030204" pitchFamily="34" charset="0"/>
              </a:rPr>
              <a:t>available and who are they?</a:t>
            </a:r>
          </a:p>
          <a:p>
            <a:pPr marL="457200" indent="-457200">
              <a:buFont typeface="+mj-lt"/>
              <a:buAutoNum type="arabicPeriod"/>
            </a:pPr>
            <a:r>
              <a:rPr lang="en-CA" sz="2400" dirty="0">
                <a:latin typeface="Calibri" panose="020F0502020204030204" pitchFamily="34" charset="0"/>
              </a:rPr>
              <a:t>Create the </a:t>
            </a:r>
            <a:r>
              <a:rPr lang="en-CA" sz="2400" b="1" dirty="0">
                <a:latin typeface="Calibri" panose="020F0502020204030204" pitchFamily="34" charset="0"/>
              </a:rPr>
              <a:t>Project Charter </a:t>
            </a:r>
            <a:r>
              <a:rPr lang="en-CA" sz="2400" dirty="0">
                <a:latin typeface="Calibri" panose="020F0502020204030204" pitchFamily="34" charset="0"/>
              </a:rPr>
              <a:t>and obtain sign off from all the involved parties.</a:t>
            </a:r>
          </a:p>
        </p:txBody>
      </p:sp>
      <p:sp>
        <p:nvSpPr>
          <p:cNvPr id="4" name="Oval 8"/>
          <p:cNvSpPr>
            <a:spLocks noChangeArrowheads="1"/>
          </p:cNvSpPr>
          <p:nvPr/>
        </p:nvSpPr>
        <p:spPr bwMode="auto">
          <a:xfrm>
            <a:off x="179388" y="6216650"/>
            <a:ext cx="485775" cy="525463"/>
          </a:xfrm>
          <a:prstGeom prst="ellipse">
            <a:avLst/>
          </a:prstGeom>
          <a:solidFill>
            <a:srgbClr val="FF0000"/>
          </a:solidFill>
          <a:ln w="9525">
            <a:solidFill>
              <a:schemeClr val="tx1"/>
            </a:solidFill>
            <a:round/>
            <a:headEnd/>
            <a:tailEnd/>
          </a:ln>
        </p:spPr>
        <p:txBody>
          <a:bodyPr wrap="none" anchor="ctr"/>
          <a:lstStyle/>
          <a:p>
            <a:endParaRPr lang="en-CA" dirty="0"/>
          </a:p>
        </p:txBody>
      </p:sp>
      <p:sp>
        <p:nvSpPr>
          <p:cNvPr id="8" name="Slide Number Placeholder 7">
            <a:extLst>
              <a:ext uri="{FF2B5EF4-FFF2-40B4-BE49-F238E27FC236}">
                <a16:creationId xmlns:a16="http://schemas.microsoft.com/office/drawing/2014/main" id="{DB6A0079-F80F-444D-AB91-638047BB2BFC}"/>
              </a:ext>
            </a:extLst>
          </p:cNvPr>
          <p:cNvSpPr>
            <a:spLocks noGrp="1"/>
          </p:cNvSpPr>
          <p:nvPr>
            <p:ph type="sldNum" sz="quarter" idx="12"/>
          </p:nvPr>
        </p:nvSpPr>
        <p:spPr/>
        <p:txBody>
          <a:bodyPr/>
          <a:lstStyle/>
          <a:p>
            <a:fld id="{E31375A4-56A4-47D6-9801-1991572033F7}" type="slidenum">
              <a:rPr lang="en-US" smtClean="0">
                <a:solidFill>
                  <a:prstClr val="black"/>
                </a:solidFill>
              </a:rPr>
              <a:pPr/>
              <a:t>12</a:t>
            </a:fld>
            <a:endParaRPr lang="en-US">
              <a:solidFill>
                <a:prstClr val="black"/>
              </a:solidFill>
            </a:endParaRPr>
          </a:p>
        </p:txBody>
      </p:sp>
      <p:sp>
        <p:nvSpPr>
          <p:cNvPr id="5" name="Date Placeholder 4">
            <a:extLst>
              <a:ext uri="{FF2B5EF4-FFF2-40B4-BE49-F238E27FC236}">
                <a16:creationId xmlns:a16="http://schemas.microsoft.com/office/drawing/2014/main" id="{D457D604-FC8A-EB1C-F573-7CD490CC0BE0}"/>
              </a:ext>
            </a:extLst>
          </p:cNvPr>
          <p:cNvSpPr>
            <a:spLocks noGrp="1"/>
          </p:cNvSpPr>
          <p:nvPr>
            <p:ph type="dt" sz="half" idx="10"/>
          </p:nvPr>
        </p:nvSpPr>
        <p:spPr/>
        <p:txBody>
          <a:bodyPr/>
          <a:lstStyle/>
          <a:p>
            <a:r>
              <a:rPr lang="en-US">
                <a:solidFill>
                  <a:prstClr val="black"/>
                </a:solidFill>
              </a:rPr>
              <a:t>G.R. Labbé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7866229" cy="582884"/>
          </a:xfrm>
        </p:spPr>
        <p:txBody>
          <a:bodyPr>
            <a:noAutofit/>
          </a:bodyPr>
          <a:lstStyle/>
          <a:p>
            <a:pPr algn="ctr"/>
            <a:r>
              <a:rPr lang="en-CA" sz="3600" dirty="0">
                <a:latin typeface="Calibri" panose="020F0502020204030204" pitchFamily="34" charset="0"/>
              </a:rPr>
              <a:t>Planning the Project</a:t>
            </a:r>
          </a:p>
        </p:txBody>
      </p:sp>
      <p:sp>
        <p:nvSpPr>
          <p:cNvPr id="3" name="Content Placeholder 2"/>
          <p:cNvSpPr>
            <a:spLocks noGrp="1"/>
          </p:cNvSpPr>
          <p:nvPr>
            <p:ph idx="1"/>
          </p:nvPr>
        </p:nvSpPr>
        <p:spPr>
          <a:xfrm>
            <a:off x="323467" y="1015700"/>
            <a:ext cx="8686800" cy="5115197"/>
          </a:xfrm>
        </p:spPr>
        <p:txBody>
          <a:bodyPr>
            <a:normAutofit lnSpcReduction="10000"/>
          </a:bodyPr>
          <a:lstStyle/>
          <a:p>
            <a:r>
              <a:rPr lang="en-CA" sz="2400" dirty="0">
                <a:latin typeface="Calibri" panose="020F0502020204030204" pitchFamily="34" charset="0"/>
              </a:rPr>
              <a:t>This is the stage that determines the ultimate success or failure of your project. It is here that the largest amount of work is done to prepare the tools that will be used for the actual management of the project.</a:t>
            </a:r>
          </a:p>
          <a:p>
            <a:pPr marL="457200" indent="-457200">
              <a:buFont typeface="+mj-lt"/>
              <a:buAutoNum type="arabicPeriod"/>
            </a:pPr>
            <a:r>
              <a:rPr lang="en-CA" sz="2400" dirty="0">
                <a:latin typeface="Calibri" panose="020F0502020204030204" pitchFamily="34" charset="0"/>
              </a:rPr>
              <a:t>Create the </a:t>
            </a:r>
            <a:r>
              <a:rPr lang="en-CA" sz="2400" dirty="0">
                <a:solidFill>
                  <a:srgbClr val="00B050"/>
                </a:solidFill>
                <a:latin typeface="Calibri" panose="020F0502020204030204" pitchFamily="34" charset="0"/>
              </a:rPr>
              <a:t>Scope Statement</a:t>
            </a:r>
          </a:p>
          <a:p>
            <a:pPr marL="457200" indent="-457200">
              <a:buFont typeface="+mj-lt"/>
              <a:buAutoNum type="arabicPeriod"/>
            </a:pPr>
            <a:r>
              <a:rPr lang="en-CA" sz="2400" dirty="0">
                <a:latin typeface="Calibri" panose="020F0502020204030204" pitchFamily="34" charset="0"/>
              </a:rPr>
              <a:t>Create the </a:t>
            </a:r>
            <a:r>
              <a:rPr lang="en-CA" sz="2400" dirty="0">
                <a:solidFill>
                  <a:srgbClr val="00B050"/>
                </a:solidFill>
                <a:latin typeface="Calibri" panose="020F0502020204030204" pitchFamily="34" charset="0"/>
              </a:rPr>
              <a:t>Work Breakdown Structure </a:t>
            </a:r>
            <a:r>
              <a:rPr lang="en-CA" sz="2400" i="1" dirty="0">
                <a:latin typeface="Calibri" panose="020F0502020204030204" pitchFamily="34" charset="0"/>
              </a:rPr>
              <a:t>(WBS)</a:t>
            </a:r>
          </a:p>
          <a:p>
            <a:pPr marL="457200" indent="-457200">
              <a:buFont typeface="+mj-lt"/>
              <a:buAutoNum type="arabicPeriod"/>
            </a:pPr>
            <a:r>
              <a:rPr lang="en-CA" sz="2400" dirty="0">
                <a:latin typeface="Calibri" panose="020F0502020204030204" pitchFamily="34" charset="0"/>
              </a:rPr>
              <a:t>Create the </a:t>
            </a:r>
            <a:r>
              <a:rPr lang="en-CA" sz="2400" dirty="0">
                <a:solidFill>
                  <a:srgbClr val="00B050"/>
                </a:solidFill>
                <a:latin typeface="Calibri" panose="020F0502020204030204" pitchFamily="34" charset="0"/>
              </a:rPr>
              <a:t>Network Diagram </a:t>
            </a:r>
            <a:r>
              <a:rPr lang="en-CA" sz="2400" i="1" dirty="0">
                <a:latin typeface="Calibri" panose="020F0502020204030204" pitchFamily="34" charset="0"/>
              </a:rPr>
              <a:t>(AON)</a:t>
            </a:r>
          </a:p>
          <a:p>
            <a:pPr marL="457200" indent="-457200">
              <a:buFont typeface="+mj-lt"/>
              <a:buAutoNum type="arabicPeriod"/>
            </a:pPr>
            <a:r>
              <a:rPr lang="en-CA" sz="2400" dirty="0">
                <a:latin typeface="Calibri" panose="020F0502020204030204" pitchFamily="34" charset="0"/>
              </a:rPr>
              <a:t>Create the </a:t>
            </a:r>
            <a:r>
              <a:rPr lang="en-CA" sz="2400" dirty="0">
                <a:solidFill>
                  <a:srgbClr val="00B050"/>
                </a:solidFill>
                <a:latin typeface="Calibri" panose="020F0502020204030204" pitchFamily="34" charset="0"/>
              </a:rPr>
              <a:t>Budget</a:t>
            </a:r>
          </a:p>
          <a:p>
            <a:pPr marL="457200" indent="-457200">
              <a:buFont typeface="+mj-lt"/>
              <a:buAutoNum type="arabicPeriod"/>
            </a:pPr>
            <a:r>
              <a:rPr lang="en-CA" sz="2400" dirty="0">
                <a:latin typeface="Calibri" panose="020F0502020204030204" pitchFamily="34" charset="0"/>
              </a:rPr>
              <a:t>Create the </a:t>
            </a:r>
            <a:r>
              <a:rPr lang="en-CA" sz="2400" dirty="0">
                <a:solidFill>
                  <a:srgbClr val="00B050"/>
                </a:solidFill>
                <a:latin typeface="Calibri" panose="020F0502020204030204" pitchFamily="34" charset="0"/>
              </a:rPr>
              <a:t>Risk Assessment </a:t>
            </a:r>
            <a:r>
              <a:rPr lang="en-CA" sz="2400" dirty="0">
                <a:latin typeface="Calibri" panose="020F0502020204030204" pitchFamily="34" charset="0"/>
              </a:rPr>
              <a:t>and </a:t>
            </a:r>
            <a:r>
              <a:rPr lang="en-CA" sz="2400" dirty="0">
                <a:solidFill>
                  <a:srgbClr val="00B050"/>
                </a:solidFill>
                <a:latin typeface="Calibri" panose="020F0502020204030204" pitchFamily="34" charset="0"/>
              </a:rPr>
              <a:t>Mitigation Plans</a:t>
            </a:r>
          </a:p>
          <a:p>
            <a:pPr marL="457200" indent="-457200">
              <a:buFont typeface="+mj-lt"/>
              <a:buAutoNum type="arabicPeriod"/>
            </a:pPr>
            <a:r>
              <a:rPr lang="en-CA" sz="2400" dirty="0">
                <a:latin typeface="Calibri" panose="020F0502020204030204" pitchFamily="34" charset="0"/>
              </a:rPr>
              <a:t>Determine Quality Standards</a:t>
            </a:r>
          </a:p>
          <a:p>
            <a:pPr marL="457200" indent="-457200">
              <a:buFont typeface="+mj-lt"/>
              <a:buAutoNum type="arabicPeriod"/>
            </a:pPr>
            <a:r>
              <a:rPr lang="en-CA" sz="2400" dirty="0">
                <a:latin typeface="Calibri" panose="020F0502020204030204" pitchFamily="34" charset="0"/>
              </a:rPr>
              <a:t>Create the </a:t>
            </a:r>
            <a:r>
              <a:rPr lang="en-CA" sz="2400" dirty="0">
                <a:solidFill>
                  <a:srgbClr val="00B050"/>
                </a:solidFill>
                <a:latin typeface="Calibri" panose="020F0502020204030204" pitchFamily="34" charset="0"/>
              </a:rPr>
              <a:t>Project Control System</a:t>
            </a:r>
          </a:p>
          <a:p>
            <a:pPr marL="457200" indent="-457200">
              <a:buFont typeface="+mj-lt"/>
              <a:buAutoNum type="arabicPeriod"/>
            </a:pPr>
            <a:r>
              <a:rPr lang="en-CA" sz="2400" dirty="0">
                <a:latin typeface="Calibri" panose="020F0502020204030204" pitchFamily="34" charset="0"/>
              </a:rPr>
              <a:t>Create the </a:t>
            </a:r>
            <a:r>
              <a:rPr lang="en-CA" sz="2400" dirty="0">
                <a:solidFill>
                  <a:srgbClr val="00B050"/>
                </a:solidFill>
                <a:latin typeface="Calibri" panose="020F0502020204030204" pitchFamily="34" charset="0"/>
              </a:rPr>
              <a:t>Communication Protocols</a:t>
            </a:r>
          </a:p>
          <a:p>
            <a:pPr marL="457200" indent="-457200">
              <a:buFont typeface="+mj-lt"/>
              <a:buAutoNum type="arabicPeriod"/>
            </a:pPr>
            <a:endParaRPr lang="en-CA" sz="2400" dirty="0"/>
          </a:p>
        </p:txBody>
      </p:sp>
      <p:sp>
        <p:nvSpPr>
          <p:cNvPr id="4" name="Oval 8"/>
          <p:cNvSpPr>
            <a:spLocks noChangeArrowheads="1"/>
          </p:cNvSpPr>
          <p:nvPr/>
        </p:nvSpPr>
        <p:spPr bwMode="auto">
          <a:xfrm>
            <a:off x="179389" y="6410597"/>
            <a:ext cx="288156" cy="331516"/>
          </a:xfrm>
          <a:prstGeom prst="ellipse">
            <a:avLst/>
          </a:prstGeom>
          <a:solidFill>
            <a:srgbClr val="FF0000"/>
          </a:solidFill>
          <a:ln w="9525">
            <a:solidFill>
              <a:schemeClr val="tx1"/>
            </a:solidFill>
            <a:round/>
            <a:headEnd/>
            <a:tailEnd/>
          </a:ln>
        </p:spPr>
        <p:txBody>
          <a:bodyPr wrap="none" anchor="ctr"/>
          <a:lstStyle/>
          <a:p>
            <a:endParaRPr lang="en-CA" dirty="0"/>
          </a:p>
        </p:txBody>
      </p:sp>
      <p:sp>
        <p:nvSpPr>
          <p:cNvPr id="8" name="Slide Number Placeholder 7">
            <a:extLst>
              <a:ext uri="{FF2B5EF4-FFF2-40B4-BE49-F238E27FC236}">
                <a16:creationId xmlns:a16="http://schemas.microsoft.com/office/drawing/2014/main" id="{3D323345-40C3-49AA-823F-D93D4BD53C87}"/>
              </a:ext>
            </a:extLst>
          </p:cNvPr>
          <p:cNvSpPr>
            <a:spLocks noGrp="1"/>
          </p:cNvSpPr>
          <p:nvPr>
            <p:ph type="sldNum" sz="quarter" idx="12"/>
          </p:nvPr>
        </p:nvSpPr>
        <p:spPr/>
        <p:txBody>
          <a:bodyPr/>
          <a:lstStyle/>
          <a:p>
            <a:fld id="{E31375A4-56A4-47D6-9801-1991572033F7}" type="slidenum">
              <a:rPr lang="en-US" smtClean="0">
                <a:solidFill>
                  <a:prstClr val="black"/>
                </a:solidFill>
              </a:rPr>
              <a:pPr/>
              <a:t>13</a:t>
            </a:fld>
            <a:endParaRPr lang="en-US">
              <a:solidFill>
                <a:prstClr val="black"/>
              </a:solidFill>
            </a:endParaRPr>
          </a:p>
        </p:txBody>
      </p:sp>
      <p:sp>
        <p:nvSpPr>
          <p:cNvPr id="5" name="Date Placeholder 4">
            <a:extLst>
              <a:ext uri="{FF2B5EF4-FFF2-40B4-BE49-F238E27FC236}">
                <a16:creationId xmlns:a16="http://schemas.microsoft.com/office/drawing/2014/main" id="{77A6833A-1950-2463-3831-EDB9329B6525}"/>
              </a:ext>
            </a:extLst>
          </p:cNvPr>
          <p:cNvSpPr>
            <a:spLocks noGrp="1"/>
          </p:cNvSpPr>
          <p:nvPr>
            <p:ph type="dt" sz="half" idx="10"/>
          </p:nvPr>
        </p:nvSpPr>
        <p:spPr/>
        <p:txBody>
          <a:bodyPr/>
          <a:lstStyle/>
          <a:p>
            <a:r>
              <a:rPr lang="en-US">
                <a:solidFill>
                  <a:prstClr val="black"/>
                </a:solidFill>
              </a:rPr>
              <a:t>G.R. Labbé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381000"/>
            <a:ext cx="7200900" cy="527720"/>
          </a:xfrm>
        </p:spPr>
        <p:txBody>
          <a:bodyPr>
            <a:noAutofit/>
          </a:bodyPr>
          <a:lstStyle/>
          <a:p>
            <a:pPr algn="ctr"/>
            <a:r>
              <a:rPr lang="en-CA" sz="3600" dirty="0">
                <a:latin typeface="Calibri" panose="020F0502020204030204" pitchFamily="34" charset="0"/>
              </a:rPr>
              <a:t>EXECUTIon</a:t>
            </a:r>
          </a:p>
        </p:txBody>
      </p:sp>
      <p:sp>
        <p:nvSpPr>
          <p:cNvPr id="3" name="Content Placeholder 2"/>
          <p:cNvSpPr>
            <a:spLocks noGrp="1"/>
          </p:cNvSpPr>
          <p:nvPr>
            <p:ph idx="1"/>
          </p:nvPr>
        </p:nvSpPr>
        <p:spPr>
          <a:xfrm>
            <a:off x="971550" y="1124744"/>
            <a:ext cx="7200900" cy="4818856"/>
          </a:xfrm>
        </p:spPr>
        <p:txBody>
          <a:bodyPr/>
          <a:lstStyle/>
          <a:p>
            <a:r>
              <a:rPr lang="en-CA" sz="2400" dirty="0">
                <a:latin typeface="Calibri" panose="020F0502020204030204" pitchFamily="34" charset="0"/>
              </a:rPr>
              <a:t>This is where the </a:t>
            </a:r>
            <a:r>
              <a:rPr lang="en-CA" sz="2400" dirty="0">
                <a:solidFill>
                  <a:srgbClr val="00B050"/>
                </a:solidFill>
                <a:latin typeface="Calibri" panose="020F0502020204030204" pitchFamily="34" charset="0"/>
              </a:rPr>
              <a:t>Project Manager </a:t>
            </a:r>
            <a:r>
              <a:rPr lang="en-CA" sz="2400" dirty="0">
                <a:latin typeface="Calibri" panose="020F0502020204030204" pitchFamily="34" charset="0"/>
              </a:rPr>
              <a:t>transitions from being an </a:t>
            </a:r>
            <a:r>
              <a:rPr lang="en-CA" sz="2400" b="1" dirty="0">
                <a:latin typeface="Calibri" panose="020F0502020204030204" pitchFamily="34" charset="0"/>
              </a:rPr>
              <a:t>active participant </a:t>
            </a:r>
            <a:r>
              <a:rPr lang="en-CA" sz="2400" dirty="0">
                <a:latin typeface="Calibri" panose="020F0502020204030204" pitchFamily="34" charset="0"/>
              </a:rPr>
              <a:t>in the process to being more of an </a:t>
            </a:r>
            <a:r>
              <a:rPr lang="en-CA" sz="2400" b="1" dirty="0">
                <a:latin typeface="Calibri" panose="020F0502020204030204" pitchFamily="34" charset="0"/>
              </a:rPr>
              <a:t>observer</a:t>
            </a:r>
            <a:r>
              <a:rPr lang="en-CA" sz="2400" dirty="0">
                <a:latin typeface="Calibri" panose="020F0502020204030204" pitchFamily="34" charset="0"/>
              </a:rPr>
              <a:t> of the process.</a:t>
            </a:r>
          </a:p>
          <a:p>
            <a:r>
              <a:rPr lang="en-CA" sz="2400" dirty="0">
                <a:latin typeface="Calibri" panose="020F0502020204030204" pitchFamily="34" charset="0"/>
              </a:rPr>
              <a:t> </a:t>
            </a:r>
            <a:r>
              <a:rPr lang="en-CA" sz="2400" dirty="0">
                <a:solidFill>
                  <a:srgbClr val="00B050"/>
                </a:solidFill>
                <a:latin typeface="Calibri" panose="020F0502020204030204" pitchFamily="34" charset="0"/>
              </a:rPr>
              <a:t>Control</a:t>
            </a:r>
            <a:r>
              <a:rPr lang="en-CA" sz="2400" dirty="0">
                <a:latin typeface="Calibri" panose="020F0502020204030204" pitchFamily="34" charset="0"/>
              </a:rPr>
              <a:t> must be maintained to ensure that all tasks are being completed on time, on budget and meeting all quality requirements. </a:t>
            </a:r>
          </a:p>
          <a:p>
            <a:r>
              <a:rPr lang="en-CA" sz="2400" dirty="0">
                <a:latin typeface="Calibri" panose="020F0502020204030204" pitchFamily="34" charset="0"/>
              </a:rPr>
              <a:t>The Project Manager must be able to focus on the details and see the big picture at the same time. Leadership qualities are most important during this phase of the project. </a:t>
            </a:r>
          </a:p>
          <a:p>
            <a:r>
              <a:rPr lang="en-CA" sz="2400" dirty="0">
                <a:latin typeface="Calibri" panose="020F0502020204030204" pitchFamily="34" charset="0"/>
              </a:rPr>
              <a:t>This is where you lead your team and </a:t>
            </a:r>
            <a:r>
              <a:rPr lang="en-CA" sz="2400" dirty="0">
                <a:solidFill>
                  <a:srgbClr val="00B050"/>
                </a:solidFill>
                <a:latin typeface="Calibri" panose="020F0502020204030204" pitchFamily="34" charset="0"/>
              </a:rPr>
              <a:t>manage the project</a:t>
            </a:r>
            <a:r>
              <a:rPr lang="en-CA" sz="2400" dirty="0">
                <a:latin typeface="Calibri" panose="020F0502020204030204" pitchFamily="34" charset="0"/>
              </a:rPr>
              <a:t>.</a:t>
            </a:r>
          </a:p>
        </p:txBody>
      </p:sp>
      <p:sp>
        <p:nvSpPr>
          <p:cNvPr id="4" name="Oval 8"/>
          <p:cNvSpPr>
            <a:spLocks noChangeArrowheads="1"/>
          </p:cNvSpPr>
          <p:nvPr/>
        </p:nvSpPr>
        <p:spPr bwMode="auto">
          <a:xfrm>
            <a:off x="179389" y="6410597"/>
            <a:ext cx="288156" cy="331516"/>
          </a:xfrm>
          <a:prstGeom prst="ellipse">
            <a:avLst/>
          </a:prstGeom>
          <a:solidFill>
            <a:srgbClr val="FF0000"/>
          </a:solidFill>
          <a:ln w="9525">
            <a:solidFill>
              <a:schemeClr val="tx1"/>
            </a:solidFill>
            <a:round/>
            <a:headEnd/>
            <a:tailEnd/>
          </a:ln>
        </p:spPr>
        <p:txBody>
          <a:bodyPr wrap="none" anchor="ctr"/>
          <a:lstStyle/>
          <a:p>
            <a:endParaRPr lang="en-CA"/>
          </a:p>
        </p:txBody>
      </p:sp>
      <p:sp>
        <p:nvSpPr>
          <p:cNvPr id="8" name="Slide Number Placeholder 7">
            <a:extLst>
              <a:ext uri="{FF2B5EF4-FFF2-40B4-BE49-F238E27FC236}">
                <a16:creationId xmlns:a16="http://schemas.microsoft.com/office/drawing/2014/main" id="{4AD4A84B-EA54-4111-9085-EABD48D3B470}"/>
              </a:ext>
            </a:extLst>
          </p:cNvPr>
          <p:cNvSpPr>
            <a:spLocks noGrp="1"/>
          </p:cNvSpPr>
          <p:nvPr>
            <p:ph type="sldNum" sz="quarter" idx="12"/>
          </p:nvPr>
        </p:nvSpPr>
        <p:spPr/>
        <p:txBody>
          <a:bodyPr/>
          <a:lstStyle/>
          <a:p>
            <a:fld id="{E31375A4-56A4-47D6-9801-1991572033F7}" type="slidenum">
              <a:rPr lang="en-US" smtClean="0">
                <a:solidFill>
                  <a:prstClr val="black"/>
                </a:solidFill>
              </a:rPr>
              <a:pPr/>
              <a:t>14</a:t>
            </a:fld>
            <a:endParaRPr lang="en-US">
              <a:solidFill>
                <a:prstClr val="black"/>
              </a:solidFill>
            </a:endParaRPr>
          </a:p>
        </p:txBody>
      </p:sp>
      <p:sp>
        <p:nvSpPr>
          <p:cNvPr id="5" name="Date Placeholder 4">
            <a:extLst>
              <a:ext uri="{FF2B5EF4-FFF2-40B4-BE49-F238E27FC236}">
                <a16:creationId xmlns:a16="http://schemas.microsoft.com/office/drawing/2014/main" id="{FFB9ABA6-C8D5-FACE-F358-5A6C950C718B}"/>
              </a:ext>
            </a:extLst>
          </p:cNvPr>
          <p:cNvSpPr>
            <a:spLocks noGrp="1"/>
          </p:cNvSpPr>
          <p:nvPr>
            <p:ph type="dt" sz="half" idx="10"/>
          </p:nvPr>
        </p:nvSpPr>
        <p:spPr/>
        <p:txBody>
          <a:bodyPr/>
          <a:lstStyle/>
          <a:p>
            <a:r>
              <a:rPr lang="en-US">
                <a:solidFill>
                  <a:prstClr val="black"/>
                </a:solidFill>
              </a:rPr>
              <a:t>G.R. Labbé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381000"/>
            <a:ext cx="7200900" cy="599728"/>
          </a:xfrm>
        </p:spPr>
        <p:txBody>
          <a:bodyPr>
            <a:normAutofit/>
          </a:bodyPr>
          <a:lstStyle/>
          <a:p>
            <a:pPr algn="ctr"/>
            <a:r>
              <a:rPr lang="en-CA" sz="3600" dirty="0">
                <a:latin typeface="Calibri" panose="020F0502020204030204" pitchFamily="34" charset="0"/>
              </a:rPr>
              <a:t>Controlling</a:t>
            </a:r>
          </a:p>
        </p:txBody>
      </p:sp>
      <p:sp>
        <p:nvSpPr>
          <p:cNvPr id="3" name="Content Placeholder 2"/>
          <p:cNvSpPr>
            <a:spLocks noGrp="1"/>
          </p:cNvSpPr>
          <p:nvPr>
            <p:ph idx="1"/>
          </p:nvPr>
        </p:nvSpPr>
        <p:spPr>
          <a:xfrm>
            <a:off x="971550" y="1828800"/>
            <a:ext cx="7200900" cy="3184376"/>
          </a:xfrm>
        </p:spPr>
        <p:txBody>
          <a:bodyPr/>
          <a:lstStyle/>
          <a:p>
            <a:r>
              <a:rPr lang="en-CA" sz="2400" dirty="0">
                <a:latin typeface="Calibri" panose="020F0502020204030204" pitchFamily="34" charset="0"/>
              </a:rPr>
              <a:t>All the </a:t>
            </a:r>
            <a:r>
              <a:rPr lang="en-CA" sz="2400" dirty="0">
                <a:solidFill>
                  <a:srgbClr val="00B050"/>
                </a:solidFill>
                <a:latin typeface="Calibri" panose="020F0502020204030204" pitchFamily="34" charset="0"/>
              </a:rPr>
              <a:t>Control Processes </a:t>
            </a:r>
            <a:r>
              <a:rPr lang="en-CA" sz="2400" dirty="0">
                <a:latin typeface="Calibri" panose="020F0502020204030204" pitchFamily="34" charset="0"/>
              </a:rPr>
              <a:t>put in place during the planning phase are now put to the test. </a:t>
            </a:r>
          </a:p>
          <a:p>
            <a:r>
              <a:rPr lang="en-CA" sz="2400" dirty="0">
                <a:latin typeface="Calibri" panose="020F0502020204030204" pitchFamily="34" charset="0"/>
              </a:rPr>
              <a:t>Scope control, change management, schedule control become </a:t>
            </a:r>
            <a:r>
              <a:rPr lang="en-CA" sz="2400" b="1" dirty="0">
                <a:latin typeface="Calibri" panose="020F0502020204030204" pitchFamily="34" charset="0"/>
              </a:rPr>
              <a:t>daily review items</a:t>
            </a:r>
            <a:r>
              <a:rPr lang="en-CA" sz="2400" dirty="0">
                <a:latin typeface="Calibri" panose="020F0502020204030204" pitchFamily="34" charset="0"/>
              </a:rPr>
              <a:t>. </a:t>
            </a:r>
          </a:p>
          <a:p>
            <a:r>
              <a:rPr lang="en-CA" sz="2400" dirty="0">
                <a:latin typeface="Calibri" panose="020F0502020204030204" pitchFamily="34" charset="0"/>
              </a:rPr>
              <a:t>This phase of the project overlaps the </a:t>
            </a:r>
            <a:r>
              <a:rPr lang="en-CA" sz="2400" dirty="0">
                <a:solidFill>
                  <a:srgbClr val="00B050"/>
                </a:solidFill>
                <a:latin typeface="Calibri" panose="020F0502020204030204" pitchFamily="34" charset="0"/>
              </a:rPr>
              <a:t>Execution</a:t>
            </a:r>
            <a:r>
              <a:rPr lang="en-CA" sz="2400" dirty="0">
                <a:latin typeface="Calibri" panose="020F0502020204030204" pitchFamily="34" charset="0"/>
              </a:rPr>
              <a:t> phase and are sometimes grouped as one phase in some textbooks.</a:t>
            </a:r>
          </a:p>
        </p:txBody>
      </p:sp>
      <p:sp>
        <p:nvSpPr>
          <p:cNvPr id="4" name="Oval 8"/>
          <p:cNvSpPr>
            <a:spLocks noChangeArrowheads="1"/>
          </p:cNvSpPr>
          <p:nvPr/>
        </p:nvSpPr>
        <p:spPr bwMode="auto">
          <a:xfrm>
            <a:off x="179389" y="6410597"/>
            <a:ext cx="288156" cy="331516"/>
          </a:xfrm>
          <a:prstGeom prst="ellipse">
            <a:avLst/>
          </a:prstGeom>
          <a:solidFill>
            <a:srgbClr val="FF0000"/>
          </a:solidFill>
          <a:ln w="9525">
            <a:solidFill>
              <a:schemeClr val="tx1"/>
            </a:solidFill>
            <a:round/>
            <a:headEnd/>
            <a:tailEnd/>
          </a:ln>
        </p:spPr>
        <p:txBody>
          <a:bodyPr wrap="none" anchor="ctr"/>
          <a:lstStyle/>
          <a:p>
            <a:endParaRPr lang="en-CA"/>
          </a:p>
        </p:txBody>
      </p:sp>
      <p:sp>
        <p:nvSpPr>
          <p:cNvPr id="8" name="Slide Number Placeholder 7">
            <a:extLst>
              <a:ext uri="{FF2B5EF4-FFF2-40B4-BE49-F238E27FC236}">
                <a16:creationId xmlns:a16="http://schemas.microsoft.com/office/drawing/2014/main" id="{AF201AEA-11C4-4750-AB98-21E36B865F4A}"/>
              </a:ext>
            </a:extLst>
          </p:cNvPr>
          <p:cNvSpPr>
            <a:spLocks noGrp="1"/>
          </p:cNvSpPr>
          <p:nvPr>
            <p:ph type="sldNum" sz="quarter" idx="12"/>
          </p:nvPr>
        </p:nvSpPr>
        <p:spPr/>
        <p:txBody>
          <a:bodyPr/>
          <a:lstStyle/>
          <a:p>
            <a:fld id="{E31375A4-56A4-47D6-9801-1991572033F7}" type="slidenum">
              <a:rPr lang="en-US" smtClean="0">
                <a:solidFill>
                  <a:prstClr val="black"/>
                </a:solidFill>
              </a:rPr>
              <a:pPr/>
              <a:t>15</a:t>
            </a:fld>
            <a:endParaRPr lang="en-US">
              <a:solidFill>
                <a:prstClr val="black"/>
              </a:solidFill>
            </a:endParaRPr>
          </a:p>
        </p:txBody>
      </p:sp>
      <p:sp>
        <p:nvSpPr>
          <p:cNvPr id="5" name="Date Placeholder 4">
            <a:extLst>
              <a:ext uri="{FF2B5EF4-FFF2-40B4-BE49-F238E27FC236}">
                <a16:creationId xmlns:a16="http://schemas.microsoft.com/office/drawing/2014/main" id="{93350E12-3CAC-2457-4906-391D55D9E6BC}"/>
              </a:ext>
            </a:extLst>
          </p:cNvPr>
          <p:cNvSpPr>
            <a:spLocks noGrp="1"/>
          </p:cNvSpPr>
          <p:nvPr>
            <p:ph type="dt" sz="half" idx="10"/>
          </p:nvPr>
        </p:nvSpPr>
        <p:spPr/>
        <p:txBody>
          <a:bodyPr/>
          <a:lstStyle/>
          <a:p>
            <a:r>
              <a:rPr lang="en-US">
                <a:solidFill>
                  <a:prstClr val="black"/>
                </a:solidFill>
              </a:rPr>
              <a:t>G.R. Labbé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381000"/>
            <a:ext cx="7200900" cy="599728"/>
          </a:xfrm>
        </p:spPr>
        <p:txBody>
          <a:bodyPr>
            <a:normAutofit/>
          </a:bodyPr>
          <a:lstStyle/>
          <a:p>
            <a:pPr algn="ctr"/>
            <a:r>
              <a:rPr lang="en-CA" sz="3600" dirty="0">
                <a:latin typeface="Calibri" panose="020F0502020204030204" pitchFamily="34" charset="0"/>
              </a:rPr>
              <a:t>Closing</a:t>
            </a:r>
          </a:p>
        </p:txBody>
      </p:sp>
      <p:sp>
        <p:nvSpPr>
          <p:cNvPr id="3" name="Content Placeholder 2"/>
          <p:cNvSpPr>
            <a:spLocks noGrp="1"/>
          </p:cNvSpPr>
          <p:nvPr>
            <p:ph idx="1"/>
          </p:nvPr>
        </p:nvSpPr>
        <p:spPr>
          <a:xfrm>
            <a:off x="971550" y="1268760"/>
            <a:ext cx="7200900" cy="4674840"/>
          </a:xfrm>
        </p:spPr>
        <p:txBody>
          <a:bodyPr/>
          <a:lstStyle/>
          <a:p>
            <a:r>
              <a:rPr lang="en-CA" sz="2400" dirty="0">
                <a:latin typeface="Calibri" panose="020F0502020204030204" pitchFamily="34" charset="0"/>
              </a:rPr>
              <a:t>This is where the final reviews of budget, schedule and scope are completed. </a:t>
            </a:r>
            <a:r>
              <a:rPr lang="en-CA" sz="2400" dirty="0">
                <a:solidFill>
                  <a:srgbClr val="00B050"/>
                </a:solidFill>
                <a:latin typeface="Calibri" panose="020F0502020204030204" pitchFamily="34" charset="0"/>
              </a:rPr>
              <a:t>Customer sign off </a:t>
            </a:r>
            <a:r>
              <a:rPr lang="en-CA" sz="2400" dirty="0">
                <a:latin typeface="Calibri" panose="020F0502020204030204" pitchFamily="34" charset="0"/>
              </a:rPr>
              <a:t>is obtained and resources are returned to their home departments. </a:t>
            </a:r>
          </a:p>
          <a:p>
            <a:r>
              <a:rPr lang="en-CA" sz="2400" dirty="0">
                <a:latin typeface="Calibri" panose="020F0502020204030204" pitchFamily="34" charset="0"/>
              </a:rPr>
              <a:t>This is the most difficult phase to complete effectively and has the most impact on future projects.</a:t>
            </a:r>
          </a:p>
          <a:p>
            <a:pPr marL="457200" indent="-457200">
              <a:buFont typeface="+mj-lt"/>
              <a:buAutoNum type="arabicPeriod"/>
            </a:pPr>
            <a:r>
              <a:rPr lang="en-CA" sz="2400" dirty="0">
                <a:latin typeface="Calibri" panose="020F0502020204030204" pitchFamily="34" charset="0"/>
              </a:rPr>
              <a:t>Create </a:t>
            </a:r>
            <a:r>
              <a:rPr lang="en-CA" sz="2400" b="1" dirty="0">
                <a:latin typeface="Calibri" panose="020F0502020204030204" pitchFamily="34" charset="0"/>
              </a:rPr>
              <a:t>final project report</a:t>
            </a:r>
          </a:p>
          <a:p>
            <a:pPr marL="457200" indent="-457200">
              <a:buFont typeface="+mj-lt"/>
              <a:buAutoNum type="arabicPeriod"/>
            </a:pPr>
            <a:r>
              <a:rPr lang="en-CA" sz="2400" dirty="0">
                <a:latin typeface="Calibri" panose="020F0502020204030204" pitchFamily="34" charset="0"/>
              </a:rPr>
              <a:t>Conduct </a:t>
            </a:r>
            <a:r>
              <a:rPr lang="en-CA" sz="2400" b="1" dirty="0">
                <a:latin typeface="Calibri" panose="020F0502020204030204" pitchFamily="34" charset="0"/>
              </a:rPr>
              <a:t>lessons learned</a:t>
            </a:r>
          </a:p>
          <a:p>
            <a:pPr marL="457200" indent="-457200">
              <a:buFont typeface="+mj-lt"/>
              <a:buAutoNum type="arabicPeriod"/>
            </a:pPr>
            <a:r>
              <a:rPr lang="en-CA" sz="2400" dirty="0">
                <a:latin typeface="Calibri" panose="020F0502020204030204" pitchFamily="34" charset="0"/>
              </a:rPr>
              <a:t>Obtain final payments and provide final payments for any contracted services.</a:t>
            </a:r>
          </a:p>
        </p:txBody>
      </p:sp>
      <p:sp>
        <p:nvSpPr>
          <p:cNvPr id="4" name="Oval 8"/>
          <p:cNvSpPr>
            <a:spLocks noChangeArrowheads="1"/>
          </p:cNvSpPr>
          <p:nvPr/>
        </p:nvSpPr>
        <p:spPr bwMode="auto">
          <a:xfrm>
            <a:off x="179389" y="6410597"/>
            <a:ext cx="288156" cy="331516"/>
          </a:xfrm>
          <a:prstGeom prst="ellipse">
            <a:avLst/>
          </a:prstGeom>
          <a:solidFill>
            <a:srgbClr val="FF0000"/>
          </a:solidFill>
          <a:ln w="9525">
            <a:solidFill>
              <a:schemeClr val="tx1"/>
            </a:solidFill>
            <a:round/>
            <a:headEnd/>
            <a:tailEnd/>
          </a:ln>
        </p:spPr>
        <p:txBody>
          <a:bodyPr wrap="none" anchor="ctr"/>
          <a:lstStyle/>
          <a:p>
            <a:endParaRPr lang="en-CA"/>
          </a:p>
        </p:txBody>
      </p:sp>
      <p:sp>
        <p:nvSpPr>
          <p:cNvPr id="8" name="Slide Number Placeholder 7">
            <a:extLst>
              <a:ext uri="{FF2B5EF4-FFF2-40B4-BE49-F238E27FC236}">
                <a16:creationId xmlns:a16="http://schemas.microsoft.com/office/drawing/2014/main" id="{FDE7DF82-4A7F-47C2-B460-62746B19AEB8}"/>
              </a:ext>
            </a:extLst>
          </p:cNvPr>
          <p:cNvSpPr>
            <a:spLocks noGrp="1"/>
          </p:cNvSpPr>
          <p:nvPr>
            <p:ph type="sldNum" sz="quarter" idx="12"/>
          </p:nvPr>
        </p:nvSpPr>
        <p:spPr/>
        <p:txBody>
          <a:bodyPr/>
          <a:lstStyle/>
          <a:p>
            <a:fld id="{E31375A4-56A4-47D6-9801-1991572033F7}" type="slidenum">
              <a:rPr lang="en-US" smtClean="0">
                <a:solidFill>
                  <a:prstClr val="black"/>
                </a:solidFill>
              </a:rPr>
              <a:pPr/>
              <a:t>16</a:t>
            </a:fld>
            <a:endParaRPr lang="en-US">
              <a:solidFill>
                <a:prstClr val="black"/>
              </a:solidFill>
            </a:endParaRPr>
          </a:p>
        </p:txBody>
      </p:sp>
      <p:sp>
        <p:nvSpPr>
          <p:cNvPr id="5" name="Date Placeholder 4">
            <a:extLst>
              <a:ext uri="{FF2B5EF4-FFF2-40B4-BE49-F238E27FC236}">
                <a16:creationId xmlns:a16="http://schemas.microsoft.com/office/drawing/2014/main" id="{98485671-B83F-07B2-1CBA-05A587D8E527}"/>
              </a:ext>
            </a:extLst>
          </p:cNvPr>
          <p:cNvSpPr>
            <a:spLocks noGrp="1"/>
          </p:cNvSpPr>
          <p:nvPr>
            <p:ph type="dt" sz="half" idx="10"/>
          </p:nvPr>
        </p:nvSpPr>
        <p:spPr/>
        <p:txBody>
          <a:bodyPr/>
          <a:lstStyle/>
          <a:p>
            <a:r>
              <a:rPr lang="en-US">
                <a:solidFill>
                  <a:prstClr val="black"/>
                </a:solidFill>
              </a:rPr>
              <a:t>G.R. Labbé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304800" y="296862"/>
            <a:ext cx="8686800" cy="1259930"/>
          </a:xfrm>
        </p:spPr>
        <p:txBody>
          <a:bodyPr>
            <a:noAutofit/>
          </a:bodyPr>
          <a:lstStyle/>
          <a:p>
            <a:pPr algn="ctr" fontAlgn="auto">
              <a:spcAft>
                <a:spcPts val="0"/>
              </a:spcAft>
              <a:defRPr/>
            </a:pPr>
            <a:r>
              <a:rPr lang="en-US" sz="2800" dirty="0">
                <a:latin typeface="Calibri" panose="020F0502020204030204" pitchFamily="34" charset="0"/>
              </a:rPr>
              <a:t>The Hierarchy of Consideration FOR Important Decision Making for Project Managers</a:t>
            </a:r>
            <a:endParaRPr lang="en-CA" sz="2800" dirty="0">
              <a:latin typeface="Calibri" panose="020F0502020204030204" pitchFamily="34" charset="0"/>
            </a:endParaRPr>
          </a:p>
        </p:txBody>
      </p:sp>
      <p:sp>
        <p:nvSpPr>
          <p:cNvPr id="62466" name="Rectangle 3"/>
          <p:cNvSpPr>
            <a:spLocks noGrp="1" noChangeArrowheads="1"/>
          </p:cNvSpPr>
          <p:nvPr>
            <p:ph idx="1"/>
          </p:nvPr>
        </p:nvSpPr>
        <p:spPr>
          <a:xfrm>
            <a:off x="1187450" y="2270125"/>
            <a:ext cx="6858000" cy="2598738"/>
          </a:xfrm>
        </p:spPr>
        <p:txBody>
          <a:bodyPr/>
          <a:lstStyle/>
          <a:p>
            <a:pPr marL="609600" indent="-609600">
              <a:buFontTx/>
              <a:buAutoNum type="arabicPeriod"/>
            </a:pPr>
            <a:r>
              <a:rPr lang="en-US" sz="2400" dirty="0">
                <a:latin typeface="Arial" charset="0"/>
              </a:rPr>
              <a:t>Safety</a:t>
            </a:r>
          </a:p>
          <a:p>
            <a:pPr marL="609600" indent="-609600">
              <a:buFontTx/>
              <a:buAutoNum type="arabicPeriod"/>
            </a:pPr>
            <a:r>
              <a:rPr lang="en-US" sz="2400" dirty="0">
                <a:latin typeface="Arial" charset="0"/>
              </a:rPr>
              <a:t>What is best for the company I represent?</a:t>
            </a:r>
          </a:p>
          <a:p>
            <a:pPr marL="609600" indent="-609600">
              <a:buFontTx/>
              <a:buAutoNum type="arabicPeriod"/>
            </a:pPr>
            <a:r>
              <a:rPr lang="en-US" sz="2400" dirty="0">
                <a:latin typeface="Arial" charset="0"/>
              </a:rPr>
              <a:t>What is best for the Project sponsor?</a:t>
            </a:r>
          </a:p>
          <a:p>
            <a:pPr marL="609600" indent="-609600">
              <a:buFontTx/>
              <a:buAutoNum type="arabicPeriod"/>
            </a:pPr>
            <a:r>
              <a:rPr lang="en-US" sz="2400" dirty="0">
                <a:latin typeface="Arial" charset="0"/>
              </a:rPr>
              <a:t>What is best for the customer?</a:t>
            </a:r>
          </a:p>
          <a:p>
            <a:pPr marL="609600" indent="-609600">
              <a:buFontTx/>
              <a:buAutoNum type="arabicPeriod"/>
            </a:pPr>
            <a:r>
              <a:rPr lang="en-US" sz="2400" dirty="0">
                <a:latin typeface="Arial" charset="0"/>
              </a:rPr>
              <a:t>What is best for the suppliers? </a:t>
            </a:r>
            <a:endParaRPr lang="en-CA" sz="2400" dirty="0">
              <a:latin typeface="Arial" charset="0"/>
            </a:endParaRPr>
          </a:p>
        </p:txBody>
      </p:sp>
      <p:sp>
        <p:nvSpPr>
          <p:cNvPr id="4" name="Oval 8"/>
          <p:cNvSpPr>
            <a:spLocks noChangeArrowheads="1"/>
          </p:cNvSpPr>
          <p:nvPr/>
        </p:nvSpPr>
        <p:spPr bwMode="auto">
          <a:xfrm>
            <a:off x="179388" y="6216650"/>
            <a:ext cx="485775" cy="525463"/>
          </a:xfrm>
          <a:prstGeom prst="ellipse">
            <a:avLst/>
          </a:prstGeom>
          <a:solidFill>
            <a:srgbClr val="FF0000"/>
          </a:solidFill>
          <a:ln w="9525">
            <a:solidFill>
              <a:schemeClr val="tx1"/>
            </a:solidFill>
            <a:round/>
            <a:headEnd/>
            <a:tailEnd/>
          </a:ln>
        </p:spPr>
        <p:txBody>
          <a:bodyPr wrap="none" anchor="ctr"/>
          <a:lstStyle/>
          <a:p>
            <a:endParaRPr lang="en-CA"/>
          </a:p>
        </p:txBody>
      </p:sp>
      <p:sp>
        <p:nvSpPr>
          <p:cNvPr id="6" name="Slide Number Placeholder 5">
            <a:extLst>
              <a:ext uri="{FF2B5EF4-FFF2-40B4-BE49-F238E27FC236}">
                <a16:creationId xmlns:a16="http://schemas.microsoft.com/office/drawing/2014/main" id="{7778F169-44C9-4A12-A0B8-26A54403AF90}"/>
              </a:ext>
            </a:extLst>
          </p:cNvPr>
          <p:cNvSpPr>
            <a:spLocks noGrp="1"/>
          </p:cNvSpPr>
          <p:nvPr>
            <p:ph type="sldNum" sz="quarter" idx="12"/>
          </p:nvPr>
        </p:nvSpPr>
        <p:spPr/>
        <p:txBody>
          <a:bodyPr/>
          <a:lstStyle/>
          <a:p>
            <a:fld id="{E31375A4-56A4-47D6-9801-1991572033F7}" type="slidenum">
              <a:rPr lang="en-US" smtClean="0">
                <a:solidFill>
                  <a:prstClr val="black"/>
                </a:solidFill>
              </a:rPr>
              <a:pPr/>
              <a:t>17</a:t>
            </a:fld>
            <a:endParaRPr lang="en-US">
              <a:solidFill>
                <a:prstClr val="black"/>
              </a:solidFill>
            </a:endParaRPr>
          </a:p>
        </p:txBody>
      </p:sp>
      <p:sp>
        <p:nvSpPr>
          <p:cNvPr id="2" name="Date Placeholder 1">
            <a:extLst>
              <a:ext uri="{FF2B5EF4-FFF2-40B4-BE49-F238E27FC236}">
                <a16:creationId xmlns:a16="http://schemas.microsoft.com/office/drawing/2014/main" id="{AA18617F-9FAC-78FC-5877-DA585F75FF22}"/>
              </a:ext>
            </a:extLst>
          </p:cNvPr>
          <p:cNvSpPr>
            <a:spLocks noGrp="1"/>
          </p:cNvSpPr>
          <p:nvPr>
            <p:ph type="dt" sz="half" idx="10"/>
          </p:nvPr>
        </p:nvSpPr>
        <p:spPr/>
        <p:txBody>
          <a:bodyPr/>
          <a:lstStyle/>
          <a:p>
            <a:r>
              <a:rPr lang="en-US">
                <a:solidFill>
                  <a:prstClr val="black"/>
                </a:solidFill>
              </a:rPr>
              <a:t>G.R. Labbé</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971550" y="381000"/>
            <a:ext cx="7200900" cy="527720"/>
          </a:xfrm>
        </p:spPr>
        <p:txBody>
          <a:bodyPr>
            <a:normAutofit/>
          </a:bodyPr>
          <a:lstStyle/>
          <a:p>
            <a:pPr algn="ctr" fontAlgn="auto">
              <a:spcAft>
                <a:spcPts val="0"/>
              </a:spcAft>
              <a:defRPr/>
            </a:pPr>
            <a:r>
              <a:rPr lang="en-US" sz="2800" dirty="0">
                <a:latin typeface="Calibri" panose="020F0502020204030204" pitchFamily="34" charset="0"/>
              </a:rPr>
              <a:t>Code of Ethics for Project Managers</a:t>
            </a:r>
          </a:p>
        </p:txBody>
      </p:sp>
      <p:sp>
        <p:nvSpPr>
          <p:cNvPr id="74754" name="Rectangle 3"/>
          <p:cNvSpPr>
            <a:spLocks noGrp="1" noChangeArrowheads="1"/>
          </p:cNvSpPr>
          <p:nvPr>
            <p:ph idx="1"/>
          </p:nvPr>
        </p:nvSpPr>
        <p:spPr>
          <a:xfrm>
            <a:off x="971550" y="1196752"/>
            <a:ext cx="7200900" cy="4746848"/>
          </a:xfrm>
        </p:spPr>
        <p:txBody>
          <a:bodyPr>
            <a:normAutofit/>
          </a:bodyPr>
          <a:lstStyle/>
          <a:p>
            <a:pPr algn="just"/>
            <a:r>
              <a:rPr lang="en-US" sz="2000" b="1" dirty="0">
                <a:latin typeface="Calibri" panose="020F0502020204030204" pitchFamily="34" charset="0"/>
              </a:rPr>
              <a:t>Ethics</a:t>
            </a:r>
            <a:r>
              <a:rPr lang="en-US" sz="2000" dirty="0">
                <a:latin typeface="Calibri" panose="020F0502020204030204" pitchFamily="34" charset="0"/>
              </a:rPr>
              <a:t> (</a:t>
            </a:r>
            <a:r>
              <a:rPr lang="en-US" sz="2000" i="1" dirty="0">
                <a:latin typeface="Calibri" panose="020F0502020204030204" pitchFamily="34" charset="0"/>
              </a:rPr>
              <a:t>definition)</a:t>
            </a:r>
            <a:r>
              <a:rPr lang="en-US" sz="2000" dirty="0">
                <a:latin typeface="Calibri" panose="020F0502020204030204" pitchFamily="34" charset="0"/>
              </a:rPr>
              <a:t> – "That branch of philosophy dealing with values relating to </a:t>
            </a:r>
            <a:r>
              <a:rPr lang="en-US" sz="2000" dirty="0">
                <a:solidFill>
                  <a:srgbClr val="00B050"/>
                </a:solidFill>
                <a:latin typeface="Calibri" panose="020F0502020204030204" pitchFamily="34" charset="0"/>
              </a:rPr>
              <a:t>human conduct</a:t>
            </a:r>
            <a:r>
              <a:rPr lang="en-US" sz="2000" dirty="0">
                <a:latin typeface="Calibri" panose="020F0502020204030204" pitchFamily="34" charset="0"/>
              </a:rPr>
              <a:t>, with respect to the rightness and wrongness of certain actions and to the goodness and badness of the motives and ends of such actions.</a:t>
            </a:r>
          </a:p>
          <a:p>
            <a:pPr algn="just"/>
            <a:r>
              <a:rPr lang="en-US" sz="2000" dirty="0">
                <a:latin typeface="Calibri" panose="020F0502020204030204" pitchFamily="34" charset="0"/>
              </a:rPr>
              <a:t>So, you can violate ethics without breaking laws – that is the implication.  But like all rules that are broken, there are consequences. </a:t>
            </a:r>
          </a:p>
          <a:p>
            <a:pPr algn="just"/>
            <a:r>
              <a:rPr lang="en-US" sz="2000" dirty="0">
                <a:latin typeface="Calibri" panose="020F0502020204030204" pitchFamily="34" charset="0"/>
              </a:rPr>
              <a:t>In this case, if you were an </a:t>
            </a:r>
            <a:r>
              <a:rPr lang="en-US" sz="2000" dirty="0">
                <a:solidFill>
                  <a:srgbClr val="00B050"/>
                </a:solidFill>
                <a:latin typeface="Calibri" panose="020F0502020204030204" pitchFamily="34" charset="0"/>
              </a:rPr>
              <a:t>accredited project manager</a:t>
            </a:r>
            <a:r>
              <a:rPr lang="en-US" sz="2000" dirty="0">
                <a:latin typeface="Calibri" panose="020F0502020204030204" pitchFamily="34" charset="0"/>
              </a:rPr>
              <a:t>, a viable career choice for you, you would have to swear to uphold the </a:t>
            </a:r>
            <a:r>
              <a:rPr lang="en-US" sz="2000" b="1" dirty="0">
                <a:latin typeface="Calibri" panose="020F0502020204030204" pitchFamily="34" charset="0"/>
              </a:rPr>
              <a:t>Project Management Institute Code of Ethics</a:t>
            </a:r>
            <a:r>
              <a:rPr lang="en-US" sz="2000" dirty="0">
                <a:latin typeface="Calibri" panose="020F0502020204030204" pitchFamily="34" charset="0"/>
              </a:rPr>
              <a:t>.  Were you to break the code, you would place yourself in conflict with your profession and risk losing your position in business.  Violating it severely enough could have legal ramifications.</a:t>
            </a:r>
          </a:p>
        </p:txBody>
      </p:sp>
      <p:sp>
        <p:nvSpPr>
          <p:cNvPr id="4" name="Oval 8"/>
          <p:cNvSpPr>
            <a:spLocks noChangeArrowheads="1"/>
          </p:cNvSpPr>
          <p:nvPr/>
        </p:nvSpPr>
        <p:spPr bwMode="auto">
          <a:xfrm>
            <a:off x="179388" y="6216650"/>
            <a:ext cx="485775" cy="525463"/>
          </a:xfrm>
          <a:prstGeom prst="ellipse">
            <a:avLst/>
          </a:prstGeom>
          <a:solidFill>
            <a:srgbClr val="FF0000"/>
          </a:solidFill>
          <a:ln w="9525">
            <a:solidFill>
              <a:schemeClr val="tx1"/>
            </a:solidFill>
            <a:round/>
            <a:headEnd/>
            <a:tailEnd/>
          </a:ln>
        </p:spPr>
        <p:txBody>
          <a:bodyPr wrap="none" anchor="ctr"/>
          <a:lstStyle/>
          <a:p>
            <a:endParaRPr lang="en-CA"/>
          </a:p>
        </p:txBody>
      </p:sp>
      <p:sp>
        <p:nvSpPr>
          <p:cNvPr id="6" name="Slide Number Placeholder 5">
            <a:extLst>
              <a:ext uri="{FF2B5EF4-FFF2-40B4-BE49-F238E27FC236}">
                <a16:creationId xmlns:a16="http://schemas.microsoft.com/office/drawing/2014/main" id="{D57F7792-794D-4B84-8A46-92F1A6B413A1}"/>
              </a:ext>
            </a:extLst>
          </p:cNvPr>
          <p:cNvSpPr>
            <a:spLocks noGrp="1"/>
          </p:cNvSpPr>
          <p:nvPr>
            <p:ph type="sldNum" sz="quarter" idx="12"/>
          </p:nvPr>
        </p:nvSpPr>
        <p:spPr/>
        <p:txBody>
          <a:bodyPr/>
          <a:lstStyle/>
          <a:p>
            <a:fld id="{E31375A4-56A4-47D6-9801-1991572033F7}" type="slidenum">
              <a:rPr lang="en-US" smtClean="0">
                <a:solidFill>
                  <a:prstClr val="black"/>
                </a:solidFill>
              </a:rPr>
              <a:pPr/>
              <a:t>18</a:t>
            </a:fld>
            <a:endParaRPr lang="en-US">
              <a:solidFill>
                <a:prstClr val="black"/>
              </a:solidFill>
            </a:endParaRPr>
          </a:p>
        </p:txBody>
      </p:sp>
      <p:sp>
        <p:nvSpPr>
          <p:cNvPr id="2" name="Date Placeholder 1">
            <a:extLst>
              <a:ext uri="{FF2B5EF4-FFF2-40B4-BE49-F238E27FC236}">
                <a16:creationId xmlns:a16="http://schemas.microsoft.com/office/drawing/2014/main" id="{FE0F6475-9A24-EA78-2EB8-A78467466B75}"/>
              </a:ext>
            </a:extLst>
          </p:cNvPr>
          <p:cNvSpPr>
            <a:spLocks noGrp="1"/>
          </p:cNvSpPr>
          <p:nvPr>
            <p:ph type="dt" sz="half" idx="10"/>
          </p:nvPr>
        </p:nvSpPr>
        <p:spPr/>
        <p:txBody>
          <a:bodyPr/>
          <a:lstStyle/>
          <a:p>
            <a:r>
              <a:rPr lang="en-US">
                <a:solidFill>
                  <a:prstClr val="black"/>
                </a:solidFill>
              </a:rPr>
              <a:t>G.R. Labbé</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971550" y="381000"/>
            <a:ext cx="7200900" cy="599728"/>
          </a:xfrm>
        </p:spPr>
        <p:txBody>
          <a:bodyPr>
            <a:normAutofit/>
          </a:bodyPr>
          <a:lstStyle/>
          <a:p>
            <a:pPr algn="ctr" fontAlgn="auto">
              <a:spcAft>
                <a:spcPts val="0"/>
              </a:spcAft>
              <a:defRPr/>
            </a:pPr>
            <a:r>
              <a:rPr lang="en-US" sz="3200" dirty="0">
                <a:latin typeface="Calibri" panose="020F0502020204030204" pitchFamily="34" charset="0"/>
              </a:rPr>
              <a:t>PMI Code of Ethics – Key Aspects</a:t>
            </a:r>
          </a:p>
        </p:txBody>
      </p:sp>
      <p:sp>
        <p:nvSpPr>
          <p:cNvPr id="75778" name="Rectangle 3"/>
          <p:cNvSpPr>
            <a:spLocks noGrp="1" noChangeArrowheads="1"/>
          </p:cNvSpPr>
          <p:nvPr>
            <p:ph idx="1"/>
          </p:nvPr>
        </p:nvSpPr>
        <p:spPr>
          <a:xfrm>
            <a:off x="971550" y="1196752"/>
            <a:ext cx="7200900" cy="4746848"/>
          </a:xfrm>
        </p:spPr>
        <p:txBody>
          <a:bodyPr>
            <a:noAutofit/>
          </a:bodyPr>
          <a:lstStyle/>
          <a:p>
            <a:pPr algn="just"/>
            <a:r>
              <a:rPr lang="en-US" sz="2400" dirty="0">
                <a:latin typeface="Calibri" panose="020F0502020204030204" pitchFamily="34" charset="0"/>
              </a:rPr>
              <a:t>The code is to be adhered to by all PMI members, PMI applicants, and PMI volunteers.  College students studying the art of project management and its materials are not bound to this code of ethics.</a:t>
            </a:r>
          </a:p>
          <a:p>
            <a:pPr algn="just"/>
            <a:r>
              <a:rPr lang="en-US" sz="2400" dirty="0">
                <a:latin typeface="Calibri" panose="020F0502020204030204" pitchFamily="34" charset="0"/>
              </a:rPr>
              <a:t>The </a:t>
            </a:r>
            <a:r>
              <a:rPr lang="en-US" sz="2400" dirty="0">
                <a:solidFill>
                  <a:srgbClr val="00B050"/>
                </a:solidFill>
                <a:latin typeface="Calibri" panose="020F0502020204030204" pitchFamily="34" charset="0"/>
              </a:rPr>
              <a:t>guiding principle </a:t>
            </a:r>
            <a:r>
              <a:rPr lang="en-US" sz="2400" dirty="0">
                <a:latin typeface="Calibri" panose="020F0502020204030204" pitchFamily="34" charset="0"/>
              </a:rPr>
              <a:t>of the document is:  "As practitioners of project management, we are bound to do what is right and honorable."</a:t>
            </a:r>
          </a:p>
          <a:p>
            <a:pPr algn="just"/>
            <a:r>
              <a:rPr lang="en-US" sz="2400" dirty="0">
                <a:latin typeface="Calibri" panose="020F0502020204030204" pitchFamily="34" charset="0"/>
              </a:rPr>
              <a:t>The code consists of both aspirational, and mandatory standards of behavior.</a:t>
            </a:r>
          </a:p>
          <a:p>
            <a:pPr algn="just"/>
            <a:r>
              <a:rPr lang="en-US" sz="2400" b="1" dirty="0">
                <a:latin typeface="Calibri" panose="020F0502020204030204" pitchFamily="34" charset="0"/>
              </a:rPr>
              <a:t>RESPONSIBILTY</a:t>
            </a:r>
            <a:r>
              <a:rPr lang="en-US" sz="2400" dirty="0">
                <a:latin typeface="Calibri" panose="020F0502020204030204" pitchFamily="34" charset="0"/>
              </a:rPr>
              <a:t>, </a:t>
            </a:r>
            <a:r>
              <a:rPr lang="en-US" sz="2400" b="1" dirty="0">
                <a:latin typeface="Calibri" panose="020F0502020204030204" pitchFamily="34" charset="0"/>
              </a:rPr>
              <a:t>RESPECT</a:t>
            </a:r>
            <a:r>
              <a:rPr lang="en-US" sz="2400" dirty="0">
                <a:latin typeface="Calibri" panose="020F0502020204030204" pitchFamily="34" charset="0"/>
              </a:rPr>
              <a:t>, </a:t>
            </a:r>
            <a:r>
              <a:rPr lang="en-US" sz="2400" b="1" dirty="0">
                <a:latin typeface="Calibri" panose="020F0502020204030204" pitchFamily="34" charset="0"/>
              </a:rPr>
              <a:t>FAIRNESS</a:t>
            </a:r>
            <a:r>
              <a:rPr lang="en-US" sz="2400" dirty="0">
                <a:latin typeface="Calibri" panose="020F0502020204030204" pitchFamily="34" charset="0"/>
              </a:rPr>
              <a:t>, AND </a:t>
            </a:r>
            <a:r>
              <a:rPr lang="en-US" sz="2400" b="1" dirty="0">
                <a:latin typeface="Calibri" panose="020F0502020204030204" pitchFamily="34" charset="0"/>
              </a:rPr>
              <a:t>HONESTY</a:t>
            </a:r>
            <a:r>
              <a:rPr lang="en-US" sz="2400" dirty="0">
                <a:latin typeface="Calibri" panose="020F0502020204030204" pitchFamily="34" charset="0"/>
              </a:rPr>
              <a:t> are the 4 pillars of the project management code of ethics.</a:t>
            </a:r>
          </a:p>
        </p:txBody>
      </p:sp>
      <p:sp>
        <p:nvSpPr>
          <p:cNvPr id="4"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a:p>
        </p:txBody>
      </p:sp>
      <p:sp>
        <p:nvSpPr>
          <p:cNvPr id="6" name="Slide Number Placeholder 5">
            <a:extLst>
              <a:ext uri="{FF2B5EF4-FFF2-40B4-BE49-F238E27FC236}">
                <a16:creationId xmlns:a16="http://schemas.microsoft.com/office/drawing/2014/main" id="{2EE5CE5A-71D9-48C9-94F2-52D8880B8CD3}"/>
              </a:ext>
            </a:extLst>
          </p:cNvPr>
          <p:cNvSpPr>
            <a:spLocks noGrp="1"/>
          </p:cNvSpPr>
          <p:nvPr>
            <p:ph type="sldNum" sz="quarter" idx="12"/>
          </p:nvPr>
        </p:nvSpPr>
        <p:spPr/>
        <p:txBody>
          <a:bodyPr/>
          <a:lstStyle/>
          <a:p>
            <a:fld id="{E31375A4-56A4-47D6-9801-1991572033F7}" type="slidenum">
              <a:rPr lang="en-US" smtClean="0">
                <a:solidFill>
                  <a:prstClr val="black"/>
                </a:solidFill>
              </a:rPr>
              <a:pPr/>
              <a:t>19</a:t>
            </a:fld>
            <a:endParaRPr lang="en-US">
              <a:solidFill>
                <a:prstClr val="black"/>
              </a:solidFill>
            </a:endParaRPr>
          </a:p>
        </p:txBody>
      </p:sp>
      <p:sp>
        <p:nvSpPr>
          <p:cNvPr id="2" name="Date Placeholder 1">
            <a:extLst>
              <a:ext uri="{FF2B5EF4-FFF2-40B4-BE49-F238E27FC236}">
                <a16:creationId xmlns:a16="http://schemas.microsoft.com/office/drawing/2014/main" id="{4B6F0B25-50F2-60EB-84B8-D376BE13EEE4}"/>
              </a:ext>
            </a:extLst>
          </p:cNvPr>
          <p:cNvSpPr>
            <a:spLocks noGrp="1"/>
          </p:cNvSpPr>
          <p:nvPr>
            <p:ph type="dt" sz="half" idx="10"/>
          </p:nvPr>
        </p:nvSpPr>
        <p:spPr/>
        <p:txBody>
          <a:bodyPr/>
          <a:lstStyle/>
          <a:p>
            <a:r>
              <a:rPr lang="en-US">
                <a:solidFill>
                  <a:prstClr val="black"/>
                </a:solidFill>
              </a:rPr>
              <a:t>G.R. Labbé</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71549" y="825679"/>
            <a:ext cx="7200900" cy="553998"/>
          </a:xfrm>
          <a:prstGeom prst="rect">
            <a:avLst/>
          </a:prstGeom>
        </p:spPr>
        <p:txBody>
          <a:bodyPr vert="horz" wrap="square" lIns="0" tIns="0" rIns="0" bIns="0" rtlCol="0">
            <a:spAutoFit/>
          </a:bodyPr>
          <a:lstStyle/>
          <a:p>
            <a:pPr marL="12700" marR="6350" algn="ctr">
              <a:lnSpc>
                <a:spcPct val="100000"/>
              </a:lnSpc>
            </a:pPr>
            <a:r>
              <a:rPr sz="3600" spc="-30" dirty="0">
                <a:latin typeface="Calibri" panose="020F0502020204030204" pitchFamily="34" charset="0"/>
              </a:rPr>
              <a:t>P</a:t>
            </a:r>
            <a:r>
              <a:rPr sz="3600" spc="-60" dirty="0">
                <a:latin typeface="Calibri" panose="020F0502020204030204" pitchFamily="34" charset="0"/>
              </a:rPr>
              <a:t>R</a:t>
            </a:r>
            <a:r>
              <a:rPr sz="3600" spc="-30" dirty="0">
                <a:latin typeface="Calibri" panose="020F0502020204030204" pitchFamily="34" charset="0"/>
              </a:rPr>
              <a:t>OJ</a:t>
            </a:r>
            <a:r>
              <a:rPr sz="3600" spc="-15" dirty="0">
                <a:latin typeface="Calibri" panose="020F0502020204030204" pitchFamily="34" charset="0"/>
              </a:rPr>
              <a:t>E</a:t>
            </a:r>
            <a:r>
              <a:rPr sz="3600" spc="-5" dirty="0">
                <a:latin typeface="Calibri" panose="020F0502020204030204" pitchFamily="34" charset="0"/>
              </a:rPr>
              <a:t>C</a:t>
            </a:r>
            <a:r>
              <a:rPr sz="3600" dirty="0">
                <a:latin typeface="Calibri" panose="020F0502020204030204" pitchFamily="34" charset="0"/>
              </a:rPr>
              <a:t>T</a:t>
            </a:r>
            <a:r>
              <a:rPr sz="3600" spc="5" dirty="0">
                <a:latin typeface="Calibri" panose="020F0502020204030204" pitchFamily="34" charset="0"/>
              </a:rPr>
              <a:t> </a:t>
            </a:r>
            <a:r>
              <a:rPr sz="3600" spc="-5" dirty="0">
                <a:latin typeface="Calibri" panose="020F0502020204030204" pitchFamily="34" charset="0"/>
              </a:rPr>
              <a:t>C</a:t>
            </a:r>
            <a:r>
              <a:rPr sz="3600" spc="-35" dirty="0">
                <a:latin typeface="Calibri" panose="020F0502020204030204" pitchFamily="34" charset="0"/>
              </a:rPr>
              <a:t>OMM</a:t>
            </a:r>
            <a:r>
              <a:rPr sz="3600" spc="-40" dirty="0">
                <a:latin typeface="Calibri" panose="020F0502020204030204" pitchFamily="34" charset="0"/>
              </a:rPr>
              <a:t>U</a:t>
            </a:r>
            <a:r>
              <a:rPr sz="3600" spc="-25" dirty="0">
                <a:latin typeface="Calibri" panose="020F0502020204030204" pitchFamily="34" charset="0"/>
              </a:rPr>
              <a:t>NIC</a:t>
            </a:r>
            <a:r>
              <a:rPr sz="3600" spc="-195" dirty="0">
                <a:latin typeface="Calibri" panose="020F0502020204030204" pitchFamily="34" charset="0"/>
              </a:rPr>
              <a:t>A</a:t>
            </a:r>
            <a:r>
              <a:rPr sz="3600" spc="-25" dirty="0">
                <a:latin typeface="Calibri" panose="020F0502020204030204" pitchFamily="34" charset="0"/>
              </a:rPr>
              <a:t>TIONS</a:t>
            </a:r>
            <a:endParaRPr sz="3600" dirty="0">
              <a:latin typeface="Calibri" panose="020F0502020204030204" pitchFamily="34" charset="0"/>
            </a:endParaRPr>
          </a:p>
        </p:txBody>
      </p:sp>
      <p:sp>
        <p:nvSpPr>
          <p:cNvPr id="4" name="object 4"/>
          <p:cNvSpPr txBox="1"/>
          <p:nvPr/>
        </p:nvSpPr>
        <p:spPr>
          <a:xfrm>
            <a:off x="730104" y="2060848"/>
            <a:ext cx="7683791" cy="2321148"/>
          </a:xfrm>
          <a:prstGeom prst="rect">
            <a:avLst/>
          </a:prstGeom>
        </p:spPr>
        <p:txBody>
          <a:bodyPr vert="horz" wrap="square" lIns="0" tIns="0" rIns="0" bIns="0" rtlCol="0">
            <a:spAutoFit/>
          </a:bodyPr>
          <a:lstStyle/>
          <a:p>
            <a:pPr marL="354330" marR="6350" indent="-341630" fontAlgn="auto">
              <a:lnSpc>
                <a:spcPts val="2590"/>
              </a:lnSpc>
              <a:spcBef>
                <a:spcPts val="0"/>
              </a:spcBef>
              <a:spcAft>
                <a:spcPts val="0"/>
              </a:spcAft>
              <a:tabLst>
                <a:tab pos="6957695" algn="l"/>
              </a:tabLst>
            </a:pPr>
            <a:r>
              <a:rPr lang="en-US" sz="2400" spc="-15" dirty="0">
                <a:solidFill>
                  <a:srgbClr val="4D3A2F"/>
                </a:solidFill>
                <a:latin typeface="Calibri" panose="020F0502020204030204" pitchFamily="34" charset="0"/>
                <a:cs typeface="Franklin Gothic Book"/>
              </a:rPr>
              <a:t>All</a:t>
            </a:r>
            <a:r>
              <a:rPr lang="en-US" sz="2400" spc="-5" dirty="0">
                <a:solidFill>
                  <a:srgbClr val="4D3A2F"/>
                </a:solidFill>
                <a:latin typeface="Calibri" panose="020F0502020204030204" pitchFamily="34" charset="0"/>
                <a:cs typeface="Franklin Gothic Book"/>
              </a:rPr>
              <a:t> </a:t>
            </a:r>
            <a:r>
              <a:rPr lang="en-US" sz="2400" spc="-15" dirty="0">
                <a:solidFill>
                  <a:srgbClr val="4D3A2F"/>
                </a:solidFill>
                <a:latin typeface="Calibri" panose="020F0502020204030204" pitchFamily="34" charset="0"/>
                <a:cs typeface="Franklin Gothic Book"/>
              </a:rPr>
              <a:t>the</a:t>
            </a:r>
            <a:r>
              <a:rPr lang="en-US" sz="2400" spc="-5" dirty="0">
                <a:solidFill>
                  <a:srgbClr val="4D3A2F"/>
                </a:solidFill>
                <a:latin typeface="Calibri" panose="020F0502020204030204" pitchFamily="34" charset="0"/>
                <a:cs typeface="Franklin Gothic Book"/>
              </a:rPr>
              <a:t> p</a:t>
            </a:r>
            <a:r>
              <a:rPr lang="en-US" sz="2400" spc="-65" dirty="0">
                <a:solidFill>
                  <a:srgbClr val="4D3A2F"/>
                </a:solidFill>
                <a:latin typeface="Calibri" panose="020F0502020204030204" pitchFamily="34" charset="0"/>
                <a:cs typeface="Franklin Gothic Book"/>
              </a:rPr>
              <a:t>r</a:t>
            </a:r>
            <a:r>
              <a:rPr lang="en-US" sz="2400" spc="-15" dirty="0">
                <a:solidFill>
                  <a:srgbClr val="4D3A2F"/>
                </a:solidFill>
                <a:latin typeface="Calibri" panose="020F0502020204030204" pitchFamily="34" charset="0"/>
                <a:cs typeface="Franklin Gothic Book"/>
              </a:rPr>
              <a:t>oc</a:t>
            </a:r>
            <a:r>
              <a:rPr lang="en-US" sz="2400" spc="-20" dirty="0">
                <a:solidFill>
                  <a:srgbClr val="4D3A2F"/>
                </a:solidFill>
                <a:latin typeface="Calibri" panose="020F0502020204030204" pitchFamily="34" charset="0"/>
                <a:cs typeface="Franklin Gothic Book"/>
              </a:rPr>
              <a:t>es</a:t>
            </a:r>
            <a:r>
              <a:rPr lang="en-US" sz="2400" spc="-15" dirty="0">
                <a:solidFill>
                  <a:srgbClr val="4D3A2F"/>
                </a:solidFill>
                <a:latin typeface="Calibri" panose="020F0502020204030204" pitchFamily="34" charset="0"/>
                <a:cs typeface="Franklin Gothic Book"/>
              </a:rPr>
              <a:t>s</a:t>
            </a:r>
            <a:r>
              <a:rPr lang="en-US" sz="2400" dirty="0">
                <a:solidFill>
                  <a:srgbClr val="4D3A2F"/>
                </a:solidFill>
                <a:latin typeface="Calibri" panose="020F0502020204030204" pitchFamily="34" charset="0"/>
                <a:cs typeface="Franklin Gothic Book"/>
              </a:rPr>
              <a:t> </a:t>
            </a:r>
            <a:r>
              <a:rPr lang="en-US" sz="2400" spc="-15" dirty="0">
                <a:solidFill>
                  <a:srgbClr val="4D3A2F"/>
                </a:solidFill>
                <a:latin typeface="Calibri" panose="020F0502020204030204" pitchFamily="34" charset="0"/>
                <a:cs typeface="Franklin Gothic Book"/>
              </a:rPr>
              <a:t>th</a:t>
            </a:r>
            <a:r>
              <a:rPr lang="en-US" sz="2400" spc="-20" dirty="0">
                <a:solidFill>
                  <a:srgbClr val="4D3A2F"/>
                </a:solidFill>
                <a:latin typeface="Calibri" panose="020F0502020204030204" pitchFamily="34" charset="0"/>
                <a:cs typeface="Franklin Gothic Book"/>
              </a:rPr>
              <a:t>a</a:t>
            </a:r>
            <a:r>
              <a:rPr lang="en-US" sz="2400" spc="-10" dirty="0">
                <a:solidFill>
                  <a:srgbClr val="4D3A2F"/>
                </a:solidFill>
                <a:latin typeface="Calibri" panose="020F0502020204030204" pitchFamily="34" charset="0"/>
                <a:cs typeface="Franklin Gothic Book"/>
              </a:rPr>
              <a:t>t</a:t>
            </a:r>
            <a:r>
              <a:rPr lang="en-US" sz="2400" dirty="0">
                <a:solidFill>
                  <a:srgbClr val="4D3A2F"/>
                </a:solidFill>
                <a:latin typeface="Calibri" panose="020F0502020204030204" pitchFamily="34" charset="0"/>
                <a:cs typeface="Franklin Gothic Book"/>
              </a:rPr>
              <a:t> </a:t>
            </a:r>
            <a:r>
              <a:rPr lang="en-US" sz="2400" spc="-10" dirty="0">
                <a:solidFill>
                  <a:srgbClr val="4D3A2F"/>
                </a:solidFill>
                <a:latin typeface="Calibri" panose="020F0502020204030204" pitchFamily="34" charset="0"/>
                <a:cs typeface="Franklin Gothic Book"/>
              </a:rPr>
              <a:t>a</a:t>
            </a:r>
            <a:r>
              <a:rPr lang="en-US" sz="2400" spc="-15" dirty="0">
                <a:solidFill>
                  <a:srgbClr val="4D3A2F"/>
                </a:solidFill>
                <a:latin typeface="Calibri" panose="020F0502020204030204" pitchFamily="34" charset="0"/>
                <a:cs typeface="Franklin Gothic Book"/>
              </a:rPr>
              <a:t>re</a:t>
            </a:r>
            <a:r>
              <a:rPr lang="en-US" sz="2400" dirty="0">
                <a:solidFill>
                  <a:srgbClr val="4D3A2F"/>
                </a:solidFill>
                <a:latin typeface="Calibri" panose="020F0502020204030204" pitchFamily="34" charset="0"/>
                <a:cs typeface="Franklin Gothic Book"/>
              </a:rPr>
              <a:t> </a:t>
            </a:r>
            <a:r>
              <a:rPr lang="en-US" sz="2400" spc="-20" dirty="0">
                <a:solidFill>
                  <a:srgbClr val="4D3A2F"/>
                </a:solidFill>
                <a:latin typeface="Calibri" panose="020F0502020204030204" pitchFamily="34" charset="0"/>
                <a:cs typeface="Franklin Gothic Book"/>
              </a:rPr>
              <a:t>re</a:t>
            </a:r>
            <a:r>
              <a:rPr lang="en-US" sz="2400" spc="-45" dirty="0">
                <a:solidFill>
                  <a:srgbClr val="4D3A2F"/>
                </a:solidFill>
                <a:latin typeface="Calibri" panose="020F0502020204030204" pitchFamily="34" charset="0"/>
                <a:cs typeface="Franklin Gothic Book"/>
              </a:rPr>
              <a:t>q</a:t>
            </a:r>
            <a:r>
              <a:rPr lang="en-US" sz="2400" spc="-30" dirty="0">
                <a:solidFill>
                  <a:srgbClr val="4D3A2F"/>
                </a:solidFill>
                <a:latin typeface="Calibri" panose="020F0502020204030204" pitchFamily="34" charset="0"/>
                <a:cs typeface="Franklin Gothic Book"/>
              </a:rPr>
              <a:t>u</a:t>
            </a:r>
            <a:r>
              <a:rPr lang="en-US" sz="2400" spc="-15" dirty="0">
                <a:solidFill>
                  <a:srgbClr val="4D3A2F"/>
                </a:solidFill>
                <a:latin typeface="Calibri" panose="020F0502020204030204" pitchFamily="34" charset="0"/>
                <a:cs typeface="Franklin Gothic Book"/>
              </a:rPr>
              <a:t>ired</a:t>
            </a:r>
            <a:r>
              <a:rPr lang="en-US" sz="2400" spc="5" dirty="0">
                <a:solidFill>
                  <a:srgbClr val="4D3A2F"/>
                </a:solidFill>
                <a:latin typeface="Calibri" panose="020F0502020204030204" pitchFamily="34" charset="0"/>
                <a:cs typeface="Franklin Gothic Book"/>
              </a:rPr>
              <a:t> </a:t>
            </a:r>
            <a:r>
              <a:rPr lang="en-US" sz="2400" spc="-40" dirty="0">
                <a:solidFill>
                  <a:srgbClr val="4D3A2F"/>
                </a:solidFill>
                <a:latin typeface="Calibri" panose="020F0502020204030204" pitchFamily="34" charset="0"/>
                <a:cs typeface="Franklin Gothic Book"/>
              </a:rPr>
              <a:t>t</a:t>
            </a:r>
            <a:r>
              <a:rPr lang="en-US" sz="2400" spc="-15" dirty="0">
                <a:solidFill>
                  <a:srgbClr val="4D3A2F"/>
                </a:solidFill>
                <a:latin typeface="Calibri" panose="020F0502020204030204" pitchFamily="34" charset="0"/>
                <a:cs typeface="Franklin Gothic Book"/>
              </a:rPr>
              <a:t>o</a:t>
            </a:r>
            <a:r>
              <a:rPr lang="en-US" sz="2400" dirty="0">
                <a:solidFill>
                  <a:srgbClr val="4D3A2F"/>
                </a:solidFill>
                <a:latin typeface="Calibri" panose="020F0502020204030204" pitchFamily="34" charset="0"/>
                <a:cs typeface="Franklin Gothic Book"/>
              </a:rPr>
              <a:t> </a:t>
            </a:r>
            <a:r>
              <a:rPr lang="en-US" sz="2400" spc="-20" dirty="0">
                <a:solidFill>
                  <a:srgbClr val="4D3A2F"/>
                </a:solidFill>
                <a:latin typeface="Calibri" panose="020F0502020204030204" pitchFamily="34" charset="0"/>
                <a:cs typeface="Franklin Gothic Book"/>
              </a:rPr>
              <a:t>e</a:t>
            </a:r>
            <a:r>
              <a:rPr lang="en-US" sz="2400" spc="-30" dirty="0">
                <a:solidFill>
                  <a:srgbClr val="4D3A2F"/>
                </a:solidFill>
                <a:latin typeface="Calibri" panose="020F0502020204030204" pitchFamily="34" charset="0"/>
                <a:cs typeface="Franklin Gothic Book"/>
              </a:rPr>
              <a:t>n</a:t>
            </a:r>
            <a:r>
              <a:rPr lang="en-US" sz="2400" spc="-20" dirty="0">
                <a:solidFill>
                  <a:srgbClr val="4D3A2F"/>
                </a:solidFill>
                <a:latin typeface="Calibri" panose="020F0502020204030204" pitchFamily="34" charset="0"/>
                <a:cs typeface="Franklin Gothic Book"/>
              </a:rPr>
              <a:t>sur</a:t>
            </a:r>
            <a:r>
              <a:rPr lang="en-US" sz="2400" spc="-15" dirty="0">
                <a:solidFill>
                  <a:srgbClr val="4D3A2F"/>
                </a:solidFill>
                <a:latin typeface="Calibri" panose="020F0502020204030204" pitchFamily="34" charset="0"/>
                <a:cs typeface="Franklin Gothic Book"/>
              </a:rPr>
              <a:t>e</a:t>
            </a:r>
            <a:r>
              <a:rPr lang="en-US" sz="2400" spc="5" dirty="0">
                <a:solidFill>
                  <a:srgbClr val="4D3A2F"/>
                </a:solidFill>
                <a:latin typeface="Calibri" panose="020F0502020204030204" pitchFamily="34" charset="0"/>
                <a:cs typeface="Franklin Gothic Book"/>
              </a:rPr>
              <a:t> </a:t>
            </a:r>
            <a:r>
              <a:rPr lang="en-US" sz="2400" spc="-5" dirty="0">
                <a:solidFill>
                  <a:srgbClr val="4D3A2F"/>
                </a:solidFill>
                <a:latin typeface="Calibri" panose="020F0502020204030204" pitchFamily="34" charset="0"/>
                <a:cs typeface="Franklin Gothic Book"/>
              </a:rPr>
              <a:t>t</a:t>
            </a:r>
            <a:r>
              <a:rPr lang="en-US" sz="2400" spc="5" dirty="0">
                <a:solidFill>
                  <a:srgbClr val="4D3A2F"/>
                </a:solidFill>
                <a:latin typeface="Calibri" panose="020F0502020204030204" pitchFamily="34" charset="0"/>
                <a:cs typeface="Franklin Gothic Book"/>
              </a:rPr>
              <a:t>i</a:t>
            </a:r>
            <a:r>
              <a:rPr lang="en-US" sz="2400" spc="-20" dirty="0">
                <a:solidFill>
                  <a:srgbClr val="4D3A2F"/>
                </a:solidFill>
                <a:latin typeface="Calibri" panose="020F0502020204030204" pitchFamily="34" charset="0"/>
                <a:cs typeface="Franklin Gothic Book"/>
              </a:rPr>
              <a:t>mel</a:t>
            </a:r>
            <a:r>
              <a:rPr lang="en-US" sz="2400" spc="-10" dirty="0">
                <a:solidFill>
                  <a:srgbClr val="4D3A2F"/>
                </a:solidFill>
                <a:latin typeface="Calibri" panose="020F0502020204030204" pitchFamily="34" charset="0"/>
                <a:cs typeface="Franklin Gothic Book"/>
              </a:rPr>
              <a:t>y</a:t>
            </a:r>
            <a:r>
              <a:rPr lang="en-US" sz="2400" dirty="0">
                <a:solidFill>
                  <a:srgbClr val="4D3A2F"/>
                </a:solidFill>
                <a:latin typeface="Calibri" panose="020F0502020204030204" pitchFamily="34" charset="0"/>
                <a:cs typeface="Franklin Gothic Book"/>
              </a:rPr>
              <a:t> </a:t>
            </a:r>
            <a:r>
              <a:rPr lang="en-US" sz="2400" spc="-20" dirty="0">
                <a:solidFill>
                  <a:srgbClr val="4D3A2F"/>
                </a:solidFill>
                <a:latin typeface="Calibri" panose="020F0502020204030204" pitchFamily="34" charset="0"/>
                <a:cs typeface="Franklin Gothic Book"/>
              </a:rPr>
              <a:t>and</a:t>
            </a:r>
          </a:p>
          <a:p>
            <a:pPr marL="354330" marR="6350" indent="-341630" fontAlgn="auto">
              <a:lnSpc>
                <a:spcPts val="2590"/>
              </a:lnSpc>
              <a:spcBef>
                <a:spcPts val="0"/>
              </a:spcBef>
              <a:spcAft>
                <a:spcPts val="0"/>
              </a:spcAft>
              <a:tabLst>
                <a:tab pos="6957695" algn="l"/>
              </a:tabLst>
            </a:pPr>
            <a:r>
              <a:rPr lang="en-US" sz="2400" spc="-10" dirty="0">
                <a:solidFill>
                  <a:srgbClr val="4D3A2F"/>
                </a:solidFill>
                <a:latin typeface="Calibri" panose="020F0502020204030204" pitchFamily="34" charset="0"/>
                <a:cs typeface="Franklin Gothic Book"/>
              </a:rPr>
              <a:t>a</a:t>
            </a:r>
            <a:r>
              <a:rPr lang="en-US" sz="2400" spc="-5" dirty="0">
                <a:solidFill>
                  <a:srgbClr val="4D3A2F"/>
                </a:solidFill>
                <a:latin typeface="Calibri" panose="020F0502020204030204" pitchFamily="34" charset="0"/>
                <a:cs typeface="Franklin Gothic Book"/>
              </a:rPr>
              <a:t>p</a:t>
            </a:r>
            <a:r>
              <a:rPr lang="en-US" sz="2400" spc="5" dirty="0">
                <a:solidFill>
                  <a:srgbClr val="4D3A2F"/>
                </a:solidFill>
                <a:latin typeface="Calibri" panose="020F0502020204030204" pitchFamily="34" charset="0"/>
                <a:cs typeface="Franklin Gothic Book"/>
              </a:rPr>
              <a:t>p</a:t>
            </a:r>
            <a:r>
              <a:rPr lang="en-US" sz="2400" spc="-65" dirty="0">
                <a:solidFill>
                  <a:srgbClr val="4D3A2F"/>
                </a:solidFill>
                <a:latin typeface="Calibri" panose="020F0502020204030204" pitchFamily="34" charset="0"/>
                <a:cs typeface="Franklin Gothic Book"/>
              </a:rPr>
              <a:t>r</a:t>
            </a:r>
            <a:r>
              <a:rPr lang="en-US" sz="2400" spc="-15" dirty="0">
                <a:solidFill>
                  <a:srgbClr val="4D3A2F"/>
                </a:solidFill>
                <a:latin typeface="Calibri" panose="020F0502020204030204" pitchFamily="34" charset="0"/>
                <a:cs typeface="Franklin Gothic Book"/>
              </a:rPr>
              <a:t>o</a:t>
            </a:r>
            <a:r>
              <a:rPr lang="en-US" sz="2400" spc="-5" dirty="0">
                <a:solidFill>
                  <a:srgbClr val="4D3A2F"/>
                </a:solidFill>
                <a:latin typeface="Calibri" panose="020F0502020204030204" pitchFamily="34" charset="0"/>
                <a:cs typeface="Franklin Gothic Book"/>
              </a:rPr>
              <a:t>pr</a:t>
            </a:r>
            <a:r>
              <a:rPr lang="en-US" sz="2400" spc="5" dirty="0">
                <a:solidFill>
                  <a:srgbClr val="4D3A2F"/>
                </a:solidFill>
                <a:latin typeface="Calibri" panose="020F0502020204030204" pitchFamily="34" charset="0"/>
                <a:cs typeface="Franklin Gothic Book"/>
              </a:rPr>
              <a:t>i</a:t>
            </a:r>
            <a:r>
              <a:rPr lang="en-US" sz="2400" spc="-20" dirty="0">
                <a:solidFill>
                  <a:srgbClr val="4D3A2F"/>
                </a:solidFill>
                <a:latin typeface="Calibri" panose="020F0502020204030204" pitchFamily="34" charset="0"/>
                <a:cs typeface="Franklin Gothic Book"/>
              </a:rPr>
              <a:t>a</a:t>
            </a:r>
            <a:r>
              <a:rPr lang="en-US" sz="2400" spc="-50" dirty="0">
                <a:solidFill>
                  <a:srgbClr val="4D3A2F"/>
                </a:solidFill>
                <a:latin typeface="Calibri" panose="020F0502020204030204" pitchFamily="34" charset="0"/>
                <a:cs typeface="Franklin Gothic Book"/>
              </a:rPr>
              <a:t>t</a:t>
            </a:r>
            <a:r>
              <a:rPr lang="en-US" sz="2400" spc="-15" dirty="0">
                <a:solidFill>
                  <a:srgbClr val="4D3A2F"/>
                </a:solidFill>
                <a:latin typeface="Calibri" panose="020F0502020204030204" pitchFamily="34" charset="0"/>
                <a:cs typeface="Franklin Gothic Book"/>
              </a:rPr>
              <a:t>e</a:t>
            </a:r>
            <a:r>
              <a:rPr lang="en-US" sz="2400" spc="-5" dirty="0">
                <a:solidFill>
                  <a:srgbClr val="4D3A2F"/>
                </a:solidFill>
                <a:latin typeface="Calibri" panose="020F0502020204030204" pitchFamily="34" charset="0"/>
                <a:cs typeface="Franklin Gothic Book"/>
              </a:rPr>
              <a:t> </a:t>
            </a:r>
            <a:r>
              <a:rPr lang="en-US" sz="2400" spc="-15" dirty="0">
                <a:solidFill>
                  <a:srgbClr val="4D3A2F"/>
                </a:solidFill>
                <a:latin typeface="Calibri" panose="020F0502020204030204" pitchFamily="34" charset="0"/>
                <a:cs typeface="Franklin Gothic Book"/>
              </a:rPr>
              <a:t>co</a:t>
            </a:r>
            <a:r>
              <a:rPr lang="en-US" sz="2400" spc="-25" dirty="0">
                <a:solidFill>
                  <a:srgbClr val="4D3A2F"/>
                </a:solidFill>
                <a:latin typeface="Calibri" panose="020F0502020204030204" pitchFamily="34" charset="0"/>
                <a:cs typeface="Franklin Gothic Book"/>
              </a:rPr>
              <a:t>m</a:t>
            </a:r>
            <a:r>
              <a:rPr lang="en-US" sz="2400" spc="-20" dirty="0">
                <a:solidFill>
                  <a:srgbClr val="4D3A2F"/>
                </a:solidFill>
                <a:latin typeface="Calibri" panose="020F0502020204030204" pitchFamily="34" charset="0"/>
                <a:cs typeface="Franklin Gothic Book"/>
              </a:rPr>
              <a:t>m</a:t>
            </a:r>
            <a:r>
              <a:rPr lang="en-US" sz="2400" spc="-30" dirty="0">
                <a:solidFill>
                  <a:srgbClr val="4D3A2F"/>
                </a:solidFill>
                <a:latin typeface="Calibri" panose="020F0502020204030204" pitchFamily="34" charset="0"/>
                <a:cs typeface="Franklin Gothic Book"/>
              </a:rPr>
              <a:t>u</a:t>
            </a:r>
            <a:r>
              <a:rPr lang="en-US" sz="2400" spc="-5" dirty="0">
                <a:solidFill>
                  <a:srgbClr val="4D3A2F"/>
                </a:solidFill>
                <a:latin typeface="Calibri" panose="020F0502020204030204" pitchFamily="34" charset="0"/>
                <a:cs typeface="Franklin Gothic Book"/>
              </a:rPr>
              <a:t>ni</a:t>
            </a:r>
            <a:r>
              <a:rPr lang="en-US" sz="2400" dirty="0">
                <a:solidFill>
                  <a:srgbClr val="4D3A2F"/>
                </a:solidFill>
                <a:latin typeface="Calibri" panose="020F0502020204030204" pitchFamily="34" charset="0"/>
                <a:cs typeface="Franklin Gothic Book"/>
              </a:rPr>
              <a:t>c</a:t>
            </a:r>
            <a:r>
              <a:rPr lang="en-US" sz="2400" spc="-15" dirty="0">
                <a:solidFill>
                  <a:srgbClr val="4D3A2F"/>
                </a:solidFill>
                <a:latin typeface="Calibri" panose="020F0502020204030204" pitchFamily="34" charset="0"/>
                <a:cs typeface="Franklin Gothic Book"/>
              </a:rPr>
              <a:t>at</a:t>
            </a:r>
            <a:r>
              <a:rPr lang="en-US" sz="2400" spc="-5" dirty="0">
                <a:solidFill>
                  <a:srgbClr val="4D3A2F"/>
                </a:solidFill>
                <a:latin typeface="Calibri" panose="020F0502020204030204" pitchFamily="34" charset="0"/>
                <a:cs typeface="Franklin Gothic Book"/>
              </a:rPr>
              <a:t>i</a:t>
            </a:r>
            <a:r>
              <a:rPr lang="en-US" sz="2400" spc="-25" dirty="0">
                <a:solidFill>
                  <a:srgbClr val="4D3A2F"/>
                </a:solidFill>
                <a:latin typeface="Calibri" panose="020F0502020204030204" pitchFamily="34" charset="0"/>
                <a:cs typeface="Franklin Gothic Book"/>
              </a:rPr>
              <a:t>o</a:t>
            </a:r>
            <a:r>
              <a:rPr lang="en-US" sz="2400" spc="-15" dirty="0">
                <a:solidFill>
                  <a:srgbClr val="4D3A2F"/>
                </a:solidFill>
                <a:latin typeface="Calibri" panose="020F0502020204030204" pitchFamily="34" charset="0"/>
                <a:cs typeface="Franklin Gothic Book"/>
              </a:rPr>
              <a:t>n</a:t>
            </a:r>
            <a:r>
              <a:rPr lang="en-US" sz="2400" spc="-5" dirty="0">
                <a:solidFill>
                  <a:srgbClr val="4D3A2F"/>
                </a:solidFill>
                <a:latin typeface="Calibri" panose="020F0502020204030204" pitchFamily="34" charset="0"/>
                <a:cs typeface="Franklin Gothic Book"/>
              </a:rPr>
              <a:t> </a:t>
            </a:r>
            <a:r>
              <a:rPr lang="en-US" sz="2400" spc="-10" dirty="0">
                <a:solidFill>
                  <a:srgbClr val="4D3A2F"/>
                </a:solidFill>
                <a:latin typeface="Calibri" panose="020F0502020204030204" pitchFamily="34" charset="0"/>
                <a:cs typeface="Franklin Gothic Book"/>
              </a:rPr>
              <a:t>of</a:t>
            </a:r>
            <a:r>
              <a:rPr lang="en-US" sz="2400" spc="-5" dirty="0">
                <a:solidFill>
                  <a:srgbClr val="4D3A2F"/>
                </a:solidFill>
                <a:latin typeface="Calibri" panose="020F0502020204030204" pitchFamily="34" charset="0"/>
                <a:cs typeface="Franklin Gothic Book"/>
              </a:rPr>
              <a:t> p</a:t>
            </a:r>
            <a:r>
              <a:rPr lang="en-US" sz="2400" spc="-55" dirty="0">
                <a:solidFill>
                  <a:srgbClr val="4D3A2F"/>
                </a:solidFill>
                <a:latin typeface="Calibri" panose="020F0502020204030204" pitchFamily="34" charset="0"/>
                <a:cs typeface="Franklin Gothic Book"/>
              </a:rPr>
              <a:t>r</a:t>
            </a:r>
            <a:r>
              <a:rPr lang="en-US" sz="2400" spc="-15" dirty="0">
                <a:solidFill>
                  <a:srgbClr val="4D3A2F"/>
                </a:solidFill>
                <a:latin typeface="Calibri" panose="020F0502020204030204" pitchFamily="34" charset="0"/>
                <a:cs typeface="Franklin Gothic Book"/>
              </a:rPr>
              <a:t>oje</a:t>
            </a:r>
            <a:r>
              <a:rPr lang="en-US" sz="2400" spc="-25" dirty="0">
                <a:solidFill>
                  <a:srgbClr val="4D3A2F"/>
                </a:solidFill>
                <a:latin typeface="Calibri" panose="020F0502020204030204" pitchFamily="34" charset="0"/>
                <a:cs typeface="Franklin Gothic Book"/>
              </a:rPr>
              <a:t>c</a:t>
            </a:r>
            <a:r>
              <a:rPr lang="en-US" sz="2400" spc="-10" dirty="0">
                <a:solidFill>
                  <a:srgbClr val="4D3A2F"/>
                </a:solidFill>
                <a:latin typeface="Calibri" panose="020F0502020204030204" pitchFamily="34" charset="0"/>
                <a:cs typeface="Franklin Gothic Book"/>
              </a:rPr>
              <a:t>t</a:t>
            </a:r>
            <a:r>
              <a:rPr lang="en-US" sz="2400" dirty="0">
                <a:solidFill>
                  <a:srgbClr val="4D3A2F"/>
                </a:solidFill>
                <a:latin typeface="Calibri" panose="020F0502020204030204" pitchFamily="34" charset="0"/>
                <a:cs typeface="Franklin Gothic Book"/>
              </a:rPr>
              <a:t> </a:t>
            </a:r>
            <a:r>
              <a:rPr lang="en-US" sz="2400" spc="5" dirty="0">
                <a:solidFill>
                  <a:srgbClr val="4D3A2F"/>
                </a:solidFill>
                <a:latin typeface="Calibri" panose="020F0502020204030204" pitchFamily="34" charset="0"/>
                <a:cs typeface="Franklin Gothic Book"/>
              </a:rPr>
              <a:t>i</a:t>
            </a:r>
            <a:r>
              <a:rPr lang="en-US" sz="2400" spc="-30" dirty="0">
                <a:solidFill>
                  <a:srgbClr val="4D3A2F"/>
                </a:solidFill>
                <a:latin typeface="Calibri" panose="020F0502020204030204" pitchFamily="34" charset="0"/>
                <a:cs typeface="Franklin Gothic Book"/>
              </a:rPr>
              <a:t>n</a:t>
            </a:r>
            <a:r>
              <a:rPr lang="en-US" sz="2400" spc="-70" dirty="0">
                <a:solidFill>
                  <a:srgbClr val="4D3A2F"/>
                </a:solidFill>
                <a:latin typeface="Calibri" panose="020F0502020204030204" pitchFamily="34" charset="0"/>
                <a:cs typeface="Franklin Gothic Book"/>
              </a:rPr>
              <a:t>f</a:t>
            </a:r>
            <a:r>
              <a:rPr lang="en-US" sz="2400" spc="-15" dirty="0">
                <a:solidFill>
                  <a:srgbClr val="4D3A2F"/>
                </a:solidFill>
                <a:latin typeface="Calibri" panose="020F0502020204030204" pitchFamily="34" charset="0"/>
                <a:cs typeface="Franklin Gothic Book"/>
              </a:rPr>
              <a:t>or</a:t>
            </a:r>
            <a:r>
              <a:rPr lang="en-US" sz="2400" spc="-20" dirty="0">
                <a:solidFill>
                  <a:srgbClr val="4D3A2F"/>
                </a:solidFill>
                <a:latin typeface="Calibri" panose="020F0502020204030204" pitchFamily="34" charset="0"/>
                <a:cs typeface="Franklin Gothic Book"/>
              </a:rPr>
              <a:t>m</a:t>
            </a:r>
            <a:r>
              <a:rPr lang="en-US" sz="2400" spc="-15" dirty="0">
                <a:solidFill>
                  <a:srgbClr val="4D3A2F"/>
                </a:solidFill>
                <a:latin typeface="Calibri" panose="020F0502020204030204" pitchFamily="34" charset="0"/>
                <a:cs typeface="Franklin Gothic Book"/>
              </a:rPr>
              <a:t>at</a:t>
            </a:r>
            <a:r>
              <a:rPr lang="en-US" sz="2400" spc="-5" dirty="0">
                <a:solidFill>
                  <a:srgbClr val="4D3A2F"/>
                </a:solidFill>
                <a:latin typeface="Calibri" panose="020F0502020204030204" pitchFamily="34" charset="0"/>
                <a:cs typeface="Franklin Gothic Book"/>
              </a:rPr>
              <a:t>i</a:t>
            </a:r>
            <a:r>
              <a:rPr lang="en-US" sz="2400" spc="-25" dirty="0">
                <a:solidFill>
                  <a:srgbClr val="4D3A2F"/>
                </a:solidFill>
                <a:latin typeface="Calibri" panose="020F0502020204030204" pitchFamily="34" charset="0"/>
                <a:cs typeface="Franklin Gothic Book"/>
              </a:rPr>
              <a:t>o</a:t>
            </a:r>
            <a:r>
              <a:rPr lang="en-US" sz="2400" spc="-20" dirty="0">
                <a:solidFill>
                  <a:srgbClr val="4D3A2F"/>
                </a:solidFill>
                <a:latin typeface="Calibri" panose="020F0502020204030204" pitchFamily="34" charset="0"/>
                <a:cs typeface="Franklin Gothic Book"/>
              </a:rPr>
              <a:t>n</a:t>
            </a:r>
            <a:r>
              <a:rPr lang="en-US" sz="2400" spc="-10" dirty="0">
                <a:solidFill>
                  <a:srgbClr val="4D3A2F"/>
                </a:solidFill>
                <a:latin typeface="Calibri" panose="020F0502020204030204" pitchFamily="34" charset="0"/>
                <a:cs typeface="Franklin Gothic Book"/>
              </a:rPr>
              <a:t>.</a:t>
            </a:r>
            <a:r>
              <a:rPr lang="en-US" sz="2400" dirty="0">
                <a:solidFill>
                  <a:srgbClr val="4D3A2F"/>
                </a:solidFill>
                <a:latin typeface="Calibri" panose="020F0502020204030204" pitchFamily="34" charset="0"/>
                <a:cs typeface="Franklin Gothic Book"/>
              </a:rPr>
              <a:t>	</a:t>
            </a:r>
          </a:p>
          <a:p>
            <a:pPr marL="354330" marR="6350" indent="-341630" fontAlgn="auto">
              <a:lnSpc>
                <a:spcPts val="2590"/>
              </a:lnSpc>
              <a:spcBef>
                <a:spcPts val="0"/>
              </a:spcBef>
              <a:spcAft>
                <a:spcPts val="0"/>
              </a:spcAft>
              <a:tabLst>
                <a:tab pos="6957695" algn="l"/>
              </a:tabLst>
            </a:pPr>
            <a:r>
              <a:rPr lang="en-US" sz="2400" dirty="0">
                <a:solidFill>
                  <a:srgbClr val="4D3A2F"/>
                </a:solidFill>
                <a:latin typeface="Calibri" panose="020F0502020204030204" pitchFamily="34" charset="0"/>
                <a:cs typeface="Franklin Gothic Book"/>
              </a:rPr>
              <a:t>T</a:t>
            </a:r>
            <a:r>
              <a:rPr lang="en-US" sz="2400" spc="-10" dirty="0">
                <a:solidFill>
                  <a:srgbClr val="4D3A2F"/>
                </a:solidFill>
                <a:latin typeface="Calibri" panose="020F0502020204030204" pitchFamily="34" charset="0"/>
                <a:cs typeface="Franklin Gothic Book"/>
              </a:rPr>
              <a:t>h</a:t>
            </a:r>
            <a:r>
              <a:rPr lang="en-US" sz="2400" spc="-20" dirty="0">
                <a:solidFill>
                  <a:srgbClr val="4D3A2F"/>
                </a:solidFill>
                <a:latin typeface="Calibri" panose="020F0502020204030204" pitchFamily="34" charset="0"/>
                <a:cs typeface="Franklin Gothic Book"/>
              </a:rPr>
              <a:t>ese</a:t>
            </a:r>
            <a:r>
              <a:rPr lang="en-US" sz="2400" spc="-15" dirty="0">
                <a:solidFill>
                  <a:srgbClr val="4D3A2F"/>
                </a:solidFill>
                <a:latin typeface="Calibri" panose="020F0502020204030204" pitchFamily="34" charset="0"/>
                <a:cs typeface="Franklin Gothic Book"/>
              </a:rPr>
              <a:t> </a:t>
            </a:r>
            <a:r>
              <a:rPr lang="en-US" sz="2400" spc="5" dirty="0">
                <a:solidFill>
                  <a:srgbClr val="00B050"/>
                </a:solidFill>
                <a:latin typeface="Calibri" panose="020F0502020204030204" pitchFamily="34" charset="0"/>
                <a:cs typeface="Franklin Gothic Book"/>
              </a:rPr>
              <a:t>p</a:t>
            </a:r>
            <a:r>
              <a:rPr lang="en-US" sz="2400" spc="-65" dirty="0">
                <a:solidFill>
                  <a:srgbClr val="00B050"/>
                </a:solidFill>
                <a:latin typeface="Calibri" panose="020F0502020204030204" pitchFamily="34" charset="0"/>
                <a:cs typeface="Franklin Gothic Book"/>
              </a:rPr>
              <a:t>r</a:t>
            </a:r>
            <a:r>
              <a:rPr lang="en-US" sz="2400" spc="-15" dirty="0">
                <a:solidFill>
                  <a:srgbClr val="00B050"/>
                </a:solidFill>
                <a:latin typeface="Calibri" panose="020F0502020204030204" pitchFamily="34" charset="0"/>
                <a:cs typeface="Franklin Gothic Book"/>
              </a:rPr>
              <a:t>oc</a:t>
            </a:r>
            <a:r>
              <a:rPr lang="en-US" sz="2400" spc="-20" dirty="0">
                <a:solidFill>
                  <a:srgbClr val="00B050"/>
                </a:solidFill>
                <a:latin typeface="Calibri" panose="020F0502020204030204" pitchFamily="34" charset="0"/>
                <a:cs typeface="Franklin Gothic Book"/>
              </a:rPr>
              <a:t>es</a:t>
            </a:r>
            <a:r>
              <a:rPr lang="en-US" sz="2400" spc="-15" dirty="0">
                <a:solidFill>
                  <a:srgbClr val="00B050"/>
                </a:solidFill>
                <a:latin typeface="Calibri" panose="020F0502020204030204" pitchFamily="34" charset="0"/>
                <a:cs typeface="Franklin Gothic Book"/>
              </a:rPr>
              <a:t>s</a:t>
            </a:r>
            <a:r>
              <a:rPr lang="en-US" sz="2400" spc="-25" dirty="0">
                <a:solidFill>
                  <a:srgbClr val="00B050"/>
                </a:solidFill>
                <a:latin typeface="Calibri" panose="020F0502020204030204" pitchFamily="34" charset="0"/>
                <a:cs typeface="Franklin Gothic Book"/>
              </a:rPr>
              <a:t>e</a:t>
            </a:r>
            <a:r>
              <a:rPr lang="en-US" sz="2400" spc="-15" dirty="0">
                <a:solidFill>
                  <a:srgbClr val="00B050"/>
                </a:solidFill>
                <a:latin typeface="Calibri" panose="020F0502020204030204" pitchFamily="34" charset="0"/>
                <a:cs typeface="Franklin Gothic Book"/>
              </a:rPr>
              <a:t>s</a:t>
            </a:r>
            <a:r>
              <a:rPr lang="en-US" sz="2400" spc="5" dirty="0">
                <a:solidFill>
                  <a:srgbClr val="4D3A2F"/>
                </a:solidFill>
                <a:latin typeface="Calibri" panose="020F0502020204030204" pitchFamily="34" charset="0"/>
                <a:cs typeface="Franklin Gothic Book"/>
              </a:rPr>
              <a:t> </a:t>
            </a:r>
            <a:r>
              <a:rPr lang="en-US" sz="2400" spc="-5" dirty="0">
                <a:solidFill>
                  <a:srgbClr val="4D3A2F"/>
                </a:solidFill>
                <a:latin typeface="Calibri" panose="020F0502020204030204" pitchFamily="34" charset="0"/>
                <a:cs typeface="Franklin Gothic Book"/>
              </a:rPr>
              <a:t>in</a:t>
            </a:r>
            <a:r>
              <a:rPr lang="en-US" sz="2400" spc="-10" dirty="0">
                <a:solidFill>
                  <a:srgbClr val="4D3A2F"/>
                </a:solidFill>
                <a:latin typeface="Calibri" panose="020F0502020204030204" pitchFamily="34" charset="0"/>
                <a:cs typeface="Franklin Gothic Book"/>
              </a:rPr>
              <a:t>cl</a:t>
            </a:r>
            <a:r>
              <a:rPr lang="en-US" sz="2400" spc="-30" dirty="0">
                <a:solidFill>
                  <a:srgbClr val="4D3A2F"/>
                </a:solidFill>
                <a:latin typeface="Calibri" panose="020F0502020204030204" pitchFamily="34" charset="0"/>
                <a:cs typeface="Franklin Gothic Book"/>
              </a:rPr>
              <a:t>u</a:t>
            </a:r>
            <a:r>
              <a:rPr lang="en-US" sz="2400" spc="-10" dirty="0">
                <a:solidFill>
                  <a:srgbClr val="4D3A2F"/>
                </a:solidFill>
                <a:latin typeface="Calibri" panose="020F0502020204030204" pitchFamily="34" charset="0"/>
                <a:cs typeface="Franklin Gothic Book"/>
              </a:rPr>
              <a:t>d</a:t>
            </a:r>
            <a:r>
              <a:rPr lang="en-US" sz="2400" spc="-15" dirty="0">
                <a:solidFill>
                  <a:srgbClr val="4D3A2F"/>
                </a:solidFill>
                <a:latin typeface="Calibri" panose="020F0502020204030204" pitchFamily="34" charset="0"/>
                <a:cs typeface="Franklin Gothic Book"/>
              </a:rPr>
              <a:t>e:</a:t>
            </a:r>
          </a:p>
          <a:p>
            <a:pPr marL="354330" marR="6350" indent="-341630" fontAlgn="auto">
              <a:lnSpc>
                <a:spcPts val="2590"/>
              </a:lnSpc>
              <a:spcBef>
                <a:spcPts val="0"/>
              </a:spcBef>
              <a:spcAft>
                <a:spcPts val="0"/>
              </a:spcAft>
              <a:tabLst>
                <a:tab pos="6957695" algn="l"/>
              </a:tabLst>
            </a:pPr>
            <a:endParaRPr lang="en-US" sz="2400" dirty="0">
              <a:solidFill>
                <a:prstClr val="black"/>
              </a:solidFill>
              <a:latin typeface="Calibri" panose="020F0502020204030204" pitchFamily="34" charset="0"/>
              <a:cs typeface="Franklin Gothic Book"/>
            </a:endParaRPr>
          </a:p>
          <a:p>
            <a:pPr marL="354330" indent="-341630" fontAlgn="auto">
              <a:lnSpc>
                <a:spcPts val="2405"/>
              </a:lnSpc>
              <a:spcBef>
                <a:spcPts val="0"/>
              </a:spcBef>
              <a:spcAft>
                <a:spcPts val="0"/>
              </a:spcAft>
              <a:buClr>
                <a:srgbClr val="EFA12D"/>
              </a:buClr>
              <a:buFont typeface="Franklin Gothic Book"/>
              <a:buAutoNum type="arabicParenR"/>
              <a:tabLst>
                <a:tab pos="354330" algn="l"/>
              </a:tabLst>
            </a:pPr>
            <a:r>
              <a:rPr lang="en-US" sz="2400" spc="5" dirty="0">
                <a:solidFill>
                  <a:srgbClr val="4D3A2F"/>
                </a:solidFill>
                <a:latin typeface="Calibri" panose="020F0502020204030204" pitchFamily="34" charset="0"/>
                <a:cs typeface="Franklin Gothic Book"/>
              </a:rPr>
              <a:t>P</a:t>
            </a:r>
            <a:r>
              <a:rPr lang="en-US" sz="2400" spc="-15" dirty="0">
                <a:solidFill>
                  <a:srgbClr val="4D3A2F"/>
                </a:solidFill>
                <a:latin typeface="Calibri" panose="020F0502020204030204" pitchFamily="34" charset="0"/>
                <a:cs typeface="Franklin Gothic Book"/>
              </a:rPr>
              <a:t>lan</a:t>
            </a:r>
            <a:r>
              <a:rPr lang="en-US" sz="2400" dirty="0">
                <a:solidFill>
                  <a:srgbClr val="4D3A2F"/>
                </a:solidFill>
                <a:latin typeface="Calibri" panose="020F0502020204030204" pitchFamily="34" charset="0"/>
                <a:cs typeface="Franklin Gothic Book"/>
              </a:rPr>
              <a:t> </a:t>
            </a:r>
            <a:r>
              <a:rPr lang="en-US" sz="2400" spc="-20" dirty="0">
                <a:solidFill>
                  <a:srgbClr val="4D3A2F"/>
                </a:solidFill>
                <a:latin typeface="Calibri" panose="020F0502020204030204" pitchFamily="34" charset="0"/>
                <a:cs typeface="Franklin Gothic Book"/>
              </a:rPr>
              <a:t>Com</a:t>
            </a:r>
            <a:r>
              <a:rPr lang="en-US" sz="2400" spc="-25" dirty="0">
                <a:solidFill>
                  <a:srgbClr val="4D3A2F"/>
                </a:solidFill>
                <a:latin typeface="Calibri" panose="020F0502020204030204" pitchFamily="34" charset="0"/>
                <a:cs typeface="Franklin Gothic Book"/>
              </a:rPr>
              <a:t>mu</a:t>
            </a:r>
            <a:r>
              <a:rPr lang="en-US" sz="2400" spc="-30" dirty="0">
                <a:solidFill>
                  <a:srgbClr val="4D3A2F"/>
                </a:solidFill>
                <a:latin typeface="Calibri" panose="020F0502020204030204" pitchFamily="34" charset="0"/>
                <a:cs typeface="Franklin Gothic Book"/>
              </a:rPr>
              <a:t>n</a:t>
            </a:r>
            <a:r>
              <a:rPr lang="en-US" sz="2400" spc="-5" dirty="0">
                <a:solidFill>
                  <a:srgbClr val="4D3A2F"/>
                </a:solidFill>
                <a:latin typeface="Calibri" panose="020F0502020204030204" pitchFamily="34" charset="0"/>
                <a:cs typeface="Franklin Gothic Book"/>
              </a:rPr>
              <a:t>i</a:t>
            </a:r>
            <a:r>
              <a:rPr lang="en-US" sz="2400" dirty="0">
                <a:solidFill>
                  <a:srgbClr val="4D3A2F"/>
                </a:solidFill>
                <a:latin typeface="Calibri" panose="020F0502020204030204" pitchFamily="34" charset="0"/>
                <a:cs typeface="Franklin Gothic Book"/>
              </a:rPr>
              <a:t>c</a:t>
            </a:r>
            <a:r>
              <a:rPr lang="en-US" sz="2400" spc="-20" dirty="0">
                <a:solidFill>
                  <a:srgbClr val="4D3A2F"/>
                </a:solidFill>
                <a:latin typeface="Calibri" panose="020F0502020204030204" pitchFamily="34" charset="0"/>
                <a:cs typeface="Franklin Gothic Book"/>
              </a:rPr>
              <a:t>a</a:t>
            </a:r>
            <a:r>
              <a:rPr lang="en-US" sz="2400" dirty="0">
                <a:solidFill>
                  <a:srgbClr val="4D3A2F"/>
                </a:solidFill>
                <a:latin typeface="Calibri" panose="020F0502020204030204" pitchFamily="34" charset="0"/>
                <a:cs typeface="Franklin Gothic Book"/>
              </a:rPr>
              <a:t>t</a:t>
            </a:r>
            <a:r>
              <a:rPr lang="en-US" sz="2400" spc="-5" dirty="0">
                <a:solidFill>
                  <a:srgbClr val="4D3A2F"/>
                </a:solidFill>
                <a:latin typeface="Calibri" panose="020F0502020204030204" pitchFamily="34" charset="0"/>
                <a:cs typeface="Franklin Gothic Book"/>
              </a:rPr>
              <a:t>i</a:t>
            </a:r>
            <a:r>
              <a:rPr lang="en-US" sz="2400" dirty="0">
                <a:solidFill>
                  <a:srgbClr val="4D3A2F"/>
                </a:solidFill>
                <a:latin typeface="Calibri" panose="020F0502020204030204" pitchFamily="34" charset="0"/>
                <a:cs typeface="Franklin Gothic Book"/>
              </a:rPr>
              <a:t>o</a:t>
            </a:r>
            <a:r>
              <a:rPr lang="en-US" sz="2400" spc="-30" dirty="0">
                <a:solidFill>
                  <a:srgbClr val="4D3A2F"/>
                </a:solidFill>
                <a:latin typeface="Calibri" panose="020F0502020204030204" pitchFamily="34" charset="0"/>
                <a:cs typeface="Franklin Gothic Book"/>
              </a:rPr>
              <a:t>n</a:t>
            </a:r>
            <a:r>
              <a:rPr lang="en-US" sz="2400" spc="-15" dirty="0">
                <a:solidFill>
                  <a:srgbClr val="4D3A2F"/>
                </a:solidFill>
                <a:latin typeface="Calibri" panose="020F0502020204030204" pitchFamily="34" charset="0"/>
                <a:cs typeface="Franklin Gothic Book"/>
              </a:rPr>
              <a:t>s</a:t>
            </a:r>
            <a:r>
              <a:rPr lang="en-US" sz="2400" spc="5" dirty="0">
                <a:solidFill>
                  <a:srgbClr val="4D3A2F"/>
                </a:solidFill>
                <a:latin typeface="Calibri" panose="020F0502020204030204" pitchFamily="34" charset="0"/>
                <a:cs typeface="Franklin Gothic Book"/>
              </a:rPr>
              <a:t> </a:t>
            </a:r>
            <a:r>
              <a:rPr lang="en-US" sz="2400" spc="-5" dirty="0">
                <a:solidFill>
                  <a:srgbClr val="4D3A2F"/>
                </a:solidFill>
                <a:latin typeface="Calibri" panose="020F0502020204030204" pitchFamily="34" charset="0"/>
                <a:cs typeface="Franklin Gothic Book"/>
              </a:rPr>
              <a:t>M</a:t>
            </a:r>
            <a:r>
              <a:rPr lang="en-US" sz="2400" spc="-20" dirty="0">
                <a:solidFill>
                  <a:srgbClr val="4D3A2F"/>
                </a:solidFill>
                <a:latin typeface="Calibri" panose="020F0502020204030204" pitchFamily="34" charset="0"/>
                <a:cs typeface="Franklin Gothic Book"/>
              </a:rPr>
              <a:t>anagement</a:t>
            </a:r>
            <a:endParaRPr lang="en-US" sz="2400" dirty="0">
              <a:solidFill>
                <a:prstClr val="black"/>
              </a:solidFill>
              <a:latin typeface="Calibri" panose="020F0502020204030204" pitchFamily="34" charset="0"/>
              <a:cs typeface="Franklin Gothic Book"/>
            </a:endParaRPr>
          </a:p>
          <a:p>
            <a:pPr marL="354330" indent="-341630" fontAlgn="auto">
              <a:lnSpc>
                <a:spcPts val="2590"/>
              </a:lnSpc>
              <a:spcBef>
                <a:spcPts val="0"/>
              </a:spcBef>
              <a:spcAft>
                <a:spcPts val="0"/>
              </a:spcAft>
              <a:buClr>
                <a:srgbClr val="EFA12D"/>
              </a:buClr>
              <a:buFont typeface="Franklin Gothic Book"/>
              <a:buAutoNum type="arabicParenR"/>
              <a:tabLst>
                <a:tab pos="354330" algn="l"/>
              </a:tabLst>
            </a:pPr>
            <a:r>
              <a:rPr lang="en-US" sz="2400" dirty="0">
                <a:solidFill>
                  <a:srgbClr val="4D3A2F"/>
                </a:solidFill>
                <a:latin typeface="Calibri" panose="020F0502020204030204" pitchFamily="34" charset="0"/>
                <a:cs typeface="Franklin Gothic Book"/>
              </a:rPr>
              <a:t>M</a:t>
            </a:r>
            <a:r>
              <a:rPr lang="en-US" sz="2400" spc="-20" dirty="0">
                <a:solidFill>
                  <a:srgbClr val="4D3A2F"/>
                </a:solidFill>
                <a:latin typeface="Calibri" panose="020F0502020204030204" pitchFamily="34" charset="0"/>
                <a:cs typeface="Franklin Gothic Book"/>
              </a:rPr>
              <a:t>ana</a:t>
            </a:r>
            <a:r>
              <a:rPr lang="en-US" sz="2400" spc="-25" dirty="0">
                <a:solidFill>
                  <a:srgbClr val="4D3A2F"/>
                </a:solidFill>
                <a:latin typeface="Calibri" panose="020F0502020204030204" pitchFamily="34" charset="0"/>
                <a:cs typeface="Franklin Gothic Book"/>
              </a:rPr>
              <a:t>g</a:t>
            </a:r>
            <a:r>
              <a:rPr lang="en-US" sz="2400" spc="-15" dirty="0">
                <a:solidFill>
                  <a:srgbClr val="4D3A2F"/>
                </a:solidFill>
                <a:latin typeface="Calibri" panose="020F0502020204030204" pitchFamily="34" charset="0"/>
                <a:cs typeface="Franklin Gothic Book"/>
              </a:rPr>
              <a:t>e</a:t>
            </a:r>
            <a:r>
              <a:rPr lang="en-US" sz="2400" spc="-5" dirty="0">
                <a:solidFill>
                  <a:srgbClr val="4D3A2F"/>
                </a:solidFill>
                <a:latin typeface="Calibri" panose="020F0502020204030204" pitchFamily="34" charset="0"/>
                <a:cs typeface="Franklin Gothic Book"/>
              </a:rPr>
              <a:t> </a:t>
            </a:r>
            <a:r>
              <a:rPr lang="en-US" sz="2400" spc="-20" dirty="0">
                <a:solidFill>
                  <a:srgbClr val="4D3A2F"/>
                </a:solidFill>
                <a:latin typeface="Calibri" panose="020F0502020204030204" pitchFamily="34" charset="0"/>
                <a:cs typeface="Franklin Gothic Book"/>
              </a:rPr>
              <a:t>Comm</a:t>
            </a:r>
            <a:r>
              <a:rPr lang="en-US" sz="2400" spc="-30" dirty="0">
                <a:solidFill>
                  <a:srgbClr val="4D3A2F"/>
                </a:solidFill>
                <a:latin typeface="Calibri" panose="020F0502020204030204" pitchFamily="34" charset="0"/>
                <a:cs typeface="Franklin Gothic Book"/>
              </a:rPr>
              <a:t>u</a:t>
            </a:r>
            <a:r>
              <a:rPr lang="en-US" sz="2400" spc="-5" dirty="0">
                <a:solidFill>
                  <a:srgbClr val="4D3A2F"/>
                </a:solidFill>
                <a:latin typeface="Calibri" panose="020F0502020204030204" pitchFamily="34" charset="0"/>
                <a:cs typeface="Franklin Gothic Book"/>
              </a:rPr>
              <a:t>ni</a:t>
            </a:r>
            <a:r>
              <a:rPr lang="en-US" sz="2400" dirty="0">
                <a:solidFill>
                  <a:srgbClr val="4D3A2F"/>
                </a:solidFill>
                <a:latin typeface="Calibri" panose="020F0502020204030204" pitchFamily="34" charset="0"/>
                <a:cs typeface="Franklin Gothic Book"/>
              </a:rPr>
              <a:t>c</a:t>
            </a:r>
            <a:r>
              <a:rPr lang="en-US" sz="2400" spc="-15" dirty="0">
                <a:solidFill>
                  <a:srgbClr val="4D3A2F"/>
                </a:solidFill>
                <a:latin typeface="Calibri" panose="020F0502020204030204" pitchFamily="34" charset="0"/>
                <a:cs typeface="Franklin Gothic Book"/>
              </a:rPr>
              <a:t>atio</a:t>
            </a:r>
            <a:r>
              <a:rPr lang="en-US" sz="2400" spc="-20" dirty="0">
                <a:solidFill>
                  <a:srgbClr val="4D3A2F"/>
                </a:solidFill>
                <a:latin typeface="Calibri" panose="020F0502020204030204" pitchFamily="34" charset="0"/>
                <a:cs typeface="Franklin Gothic Book"/>
              </a:rPr>
              <a:t>ns</a:t>
            </a:r>
            <a:endParaRPr lang="en-US" sz="2400" dirty="0">
              <a:solidFill>
                <a:prstClr val="black"/>
              </a:solidFill>
              <a:latin typeface="Calibri" panose="020F0502020204030204" pitchFamily="34" charset="0"/>
              <a:cs typeface="Franklin Gothic Book"/>
            </a:endParaRPr>
          </a:p>
          <a:p>
            <a:pPr marL="354330" indent="-341630" fontAlgn="auto">
              <a:lnSpc>
                <a:spcPts val="2735"/>
              </a:lnSpc>
              <a:spcBef>
                <a:spcPts val="0"/>
              </a:spcBef>
              <a:spcAft>
                <a:spcPts val="0"/>
              </a:spcAft>
              <a:buClr>
                <a:srgbClr val="EFA12D"/>
              </a:buClr>
              <a:buFont typeface="Franklin Gothic Book"/>
              <a:buAutoNum type="arabicParenR"/>
              <a:tabLst>
                <a:tab pos="354330" algn="l"/>
              </a:tabLst>
            </a:pPr>
            <a:r>
              <a:rPr lang="en-US" sz="2400" spc="5" dirty="0">
                <a:solidFill>
                  <a:srgbClr val="4D3A2F"/>
                </a:solidFill>
                <a:latin typeface="Calibri" panose="020F0502020204030204" pitchFamily="34" charset="0"/>
                <a:cs typeface="Franklin Gothic Book"/>
              </a:rPr>
              <a:t>C</a:t>
            </a:r>
            <a:r>
              <a:rPr lang="en-US" sz="2400" spc="-25" dirty="0">
                <a:solidFill>
                  <a:srgbClr val="4D3A2F"/>
                </a:solidFill>
                <a:latin typeface="Calibri" panose="020F0502020204030204" pitchFamily="34" charset="0"/>
                <a:cs typeface="Franklin Gothic Book"/>
              </a:rPr>
              <a:t>o</a:t>
            </a:r>
            <a:r>
              <a:rPr lang="en-US" sz="2400" spc="-20" dirty="0">
                <a:solidFill>
                  <a:srgbClr val="4D3A2F"/>
                </a:solidFill>
                <a:latin typeface="Calibri" panose="020F0502020204030204" pitchFamily="34" charset="0"/>
                <a:cs typeface="Franklin Gothic Book"/>
              </a:rPr>
              <a:t>nt</a:t>
            </a:r>
            <a:r>
              <a:rPr lang="en-US" sz="2400" spc="-55" dirty="0">
                <a:solidFill>
                  <a:srgbClr val="4D3A2F"/>
                </a:solidFill>
                <a:latin typeface="Calibri" panose="020F0502020204030204" pitchFamily="34" charset="0"/>
                <a:cs typeface="Franklin Gothic Book"/>
              </a:rPr>
              <a:t>r</a:t>
            </a:r>
            <a:r>
              <a:rPr lang="en-US" sz="2400" spc="-10" dirty="0">
                <a:solidFill>
                  <a:srgbClr val="4D3A2F"/>
                </a:solidFill>
                <a:latin typeface="Calibri" panose="020F0502020204030204" pitchFamily="34" charset="0"/>
                <a:cs typeface="Franklin Gothic Book"/>
              </a:rPr>
              <a:t>ol</a:t>
            </a:r>
            <a:r>
              <a:rPr lang="en-US" sz="2400" spc="-5" dirty="0">
                <a:solidFill>
                  <a:srgbClr val="4D3A2F"/>
                </a:solidFill>
                <a:latin typeface="Calibri" panose="020F0502020204030204" pitchFamily="34" charset="0"/>
                <a:cs typeface="Franklin Gothic Book"/>
              </a:rPr>
              <a:t> </a:t>
            </a:r>
            <a:r>
              <a:rPr lang="en-US" sz="2400" spc="-20" dirty="0">
                <a:solidFill>
                  <a:srgbClr val="4D3A2F"/>
                </a:solidFill>
                <a:latin typeface="Calibri" panose="020F0502020204030204" pitchFamily="34" charset="0"/>
                <a:cs typeface="Franklin Gothic Book"/>
              </a:rPr>
              <a:t>Com</a:t>
            </a:r>
            <a:r>
              <a:rPr lang="en-US" sz="2400" spc="-25" dirty="0">
                <a:solidFill>
                  <a:srgbClr val="4D3A2F"/>
                </a:solidFill>
                <a:latin typeface="Calibri" panose="020F0502020204030204" pitchFamily="34" charset="0"/>
                <a:cs typeface="Franklin Gothic Book"/>
              </a:rPr>
              <a:t>mu</a:t>
            </a:r>
            <a:r>
              <a:rPr lang="en-US" sz="2400" spc="-30" dirty="0">
                <a:solidFill>
                  <a:srgbClr val="4D3A2F"/>
                </a:solidFill>
                <a:latin typeface="Calibri" panose="020F0502020204030204" pitchFamily="34" charset="0"/>
                <a:cs typeface="Franklin Gothic Book"/>
              </a:rPr>
              <a:t>n</a:t>
            </a:r>
            <a:r>
              <a:rPr lang="en-US" sz="2400" spc="5" dirty="0">
                <a:solidFill>
                  <a:srgbClr val="4D3A2F"/>
                </a:solidFill>
                <a:latin typeface="Calibri" panose="020F0502020204030204" pitchFamily="34" charset="0"/>
                <a:cs typeface="Franklin Gothic Book"/>
              </a:rPr>
              <a:t>i</a:t>
            </a:r>
            <a:r>
              <a:rPr lang="en-US" sz="2400" spc="-25" dirty="0">
                <a:solidFill>
                  <a:srgbClr val="4D3A2F"/>
                </a:solidFill>
                <a:latin typeface="Calibri" panose="020F0502020204030204" pitchFamily="34" charset="0"/>
                <a:cs typeface="Franklin Gothic Book"/>
              </a:rPr>
              <a:t>c</a:t>
            </a:r>
            <a:r>
              <a:rPr lang="en-US" sz="2400" spc="-20" dirty="0">
                <a:solidFill>
                  <a:srgbClr val="4D3A2F"/>
                </a:solidFill>
                <a:latin typeface="Calibri" panose="020F0502020204030204" pitchFamily="34" charset="0"/>
                <a:cs typeface="Franklin Gothic Book"/>
              </a:rPr>
              <a:t>a</a:t>
            </a:r>
            <a:r>
              <a:rPr lang="en-US" sz="2400" dirty="0">
                <a:solidFill>
                  <a:srgbClr val="4D3A2F"/>
                </a:solidFill>
                <a:latin typeface="Calibri" panose="020F0502020204030204" pitchFamily="34" charset="0"/>
                <a:cs typeface="Franklin Gothic Book"/>
              </a:rPr>
              <a:t>t</a:t>
            </a:r>
            <a:r>
              <a:rPr lang="en-US" sz="2400" spc="-5" dirty="0">
                <a:solidFill>
                  <a:srgbClr val="4D3A2F"/>
                </a:solidFill>
                <a:latin typeface="Calibri" panose="020F0502020204030204" pitchFamily="34" charset="0"/>
                <a:cs typeface="Franklin Gothic Book"/>
              </a:rPr>
              <a:t>i</a:t>
            </a:r>
            <a:r>
              <a:rPr lang="en-US" sz="2400" dirty="0">
                <a:solidFill>
                  <a:srgbClr val="4D3A2F"/>
                </a:solidFill>
                <a:latin typeface="Calibri" panose="020F0502020204030204" pitchFamily="34" charset="0"/>
                <a:cs typeface="Franklin Gothic Book"/>
              </a:rPr>
              <a:t>o</a:t>
            </a:r>
            <a:r>
              <a:rPr lang="en-US" sz="2400" spc="-30" dirty="0">
                <a:solidFill>
                  <a:srgbClr val="4D3A2F"/>
                </a:solidFill>
                <a:latin typeface="Calibri" panose="020F0502020204030204" pitchFamily="34" charset="0"/>
                <a:cs typeface="Franklin Gothic Book"/>
              </a:rPr>
              <a:t>n</a:t>
            </a:r>
            <a:r>
              <a:rPr lang="en-US" sz="2400" spc="-15" dirty="0">
                <a:solidFill>
                  <a:srgbClr val="4D3A2F"/>
                </a:solidFill>
                <a:latin typeface="Calibri" panose="020F0502020204030204" pitchFamily="34" charset="0"/>
                <a:cs typeface="Franklin Gothic Book"/>
              </a:rPr>
              <a:t>s</a:t>
            </a:r>
            <a:endParaRPr lang="en-US" sz="2400" dirty="0">
              <a:solidFill>
                <a:prstClr val="black"/>
              </a:solidFill>
              <a:latin typeface="Calibri" panose="020F0502020204030204" pitchFamily="34" charset="0"/>
              <a:cs typeface="Franklin Gothic Book"/>
            </a:endParaRPr>
          </a:p>
        </p:txBody>
      </p:sp>
      <p:sp>
        <p:nvSpPr>
          <p:cNvPr id="5"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a:p>
        </p:txBody>
      </p:sp>
      <p:sp>
        <p:nvSpPr>
          <p:cNvPr id="8" name="Slide Number Placeholder 7">
            <a:extLst>
              <a:ext uri="{FF2B5EF4-FFF2-40B4-BE49-F238E27FC236}">
                <a16:creationId xmlns:a16="http://schemas.microsoft.com/office/drawing/2014/main" id="{957DF3FE-E185-4D80-995D-137FC9F4692E}"/>
              </a:ext>
            </a:extLst>
          </p:cNvPr>
          <p:cNvSpPr>
            <a:spLocks noGrp="1"/>
          </p:cNvSpPr>
          <p:nvPr>
            <p:ph type="sldNum" sz="quarter" idx="12"/>
          </p:nvPr>
        </p:nvSpPr>
        <p:spPr/>
        <p:txBody>
          <a:bodyPr/>
          <a:lstStyle/>
          <a:p>
            <a:fld id="{E31375A4-56A4-47D6-9801-1991572033F7}" type="slidenum">
              <a:rPr lang="en-US" smtClean="0">
                <a:solidFill>
                  <a:prstClr val="black"/>
                </a:solidFill>
              </a:rPr>
              <a:pPr/>
              <a:t>20</a:t>
            </a:fld>
            <a:endParaRPr lang="en-US">
              <a:solidFill>
                <a:prstClr val="black"/>
              </a:solidFill>
            </a:endParaRPr>
          </a:p>
        </p:txBody>
      </p:sp>
      <p:sp>
        <p:nvSpPr>
          <p:cNvPr id="2" name="Date Placeholder 1">
            <a:extLst>
              <a:ext uri="{FF2B5EF4-FFF2-40B4-BE49-F238E27FC236}">
                <a16:creationId xmlns:a16="http://schemas.microsoft.com/office/drawing/2014/main" id="{B9EBF766-BA4D-AA01-7C6C-CD0EB191A257}"/>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630186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1550" y="332656"/>
            <a:ext cx="7200900" cy="830996"/>
          </a:xfrm>
          <a:prstGeom prst="rect">
            <a:avLst/>
          </a:prstGeom>
        </p:spPr>
        <p:txBody>
          <a:bodyPr vert="horz" wrap="square" lIns="0" tIns="274319" rIns="0" bIns="0" rtlCol="0" anchor="ctr">
            <a:spAutoFit/>
          </a:bodyPr>
          <a:lstStyle/>
          <a:p>
            <a:pPr marL="12700" algn="ctr">
              <a:lnSpc>
                <a:spcPct val="100000"/>
              </a:lnSpc>
            </a:pPr>
            <a:r>
              <a:rPr lang="en-US" sz="3600" dirty="0">
                <a:latin typeface="Calibri" panose="020F0502020204030204" pitchFamily="34" charset="0"/>
              </a:rPr>
              <a:t>What do we communicate?</a:t>
            </a:r>
            <a:endParaRPr sz="3600" dirty="0">
              <a:latin typeface="Calibri" panose="020F0502020204030204" pitchFamily="34" charset="0"/>
            </a:endParaRPr>
          </a:p>
        </p:txBody>
      </p:sp>
      <p:sp>
        <p:nvSpPr>
          <p:cNvPr id="3" name="object 3"/>
          <p:cNvSpPr txBox="1"/>
          <p:nvPr/>
        </p:nvSpPr>
        <p:spPr>
          <a:xfrm>
            <a:off x="365759" y="1430020"/>
            <a:ext cx="59055" cy="172085"/>
          </a:xfrm>
          <a:prstGeom prst="rect">
            <a:avLst/>
          </a:prstGeom>
        </p:spPr>
        <p:txBody>
          <a:bodyPr vert="horz" wrap="square" lIns="0" tIns="0" rIns="0" bIns="0" rtlCol="0">
            <a:spAutoFit/>
          </a:bodyPr>
          <a:lstStyle/>
          <a:p>
            <a:pPr marL="12700" fontAlgn="auto">
              <a:spcBef>
                <a:spcPts val="0"/>
              </a:spcBef>
              <a:spcAft>
                <a:spcPts val="0"/>
              </a:spcAft>
            </a:pPr>
            <a:r>
              <a:rPr sz="1050" spc="5" dirty="0">
                <a:solidFill>
                  <a:srgbClr val="FFFFFF"/>
                </a:solidFill>
                <a:latin typeface="Segoe UI"/>
                <a:cs typeface="Segoe UI"/>
              </a:rPr>
              <a:t>l</a:t>
            </a:r>
            <a:endParaRPr sz="1050">
              <a:solidFill>
                <a:prstClr val="black"/>
              </a:solidFill>
              <a:latin typeface="Segoe UI"/>
              <a:cs typeface="Segoe UI"/>
            </a:endParaRPr>
          </a:p>
        </p:txBody>
      </p:sp>
      <p:sp>
        <p:nvSpPr>
          <p:cNvPr id="4" name="object 4"/>
          <p:cNvSpPr txBox="1"/>
          <p:nvPr/>
        </p:nvSpPr>
        <p:spPr>
          <a:xfrm>
            <a:off x="1343551" y="1748653"/>
            <a:ext cx="6456898" cy="2654573"/>
          </a:xfrm>
          <a:prstGeom prst="rect">
            <a:avLst/>
          </a:prstGeom>
        </p:spPr>
        <p:txBody>
          <a:bodyPr vert="horz" wrap="square" lIns="0" tIns="0" rIns="0" bIns="0" rtlCol="0">
            <a:spAutoFit/>
          </a:bodyPr>
          <a:lstStyle/>
          <a:p>
            <a:pPr marL="469900" marR="2120900" indent="-457200" fontAlgn="auto">
              <a:lnSpc>
                <a:spcPts val="2590"/>
              </a:lnSpc>
              <a:spcBef>
                <a:spcPts val="0"/>
              </a:spcBef>
              <a:spcAft>
                <a:spcPts val="0"/>
              </a:spcAft>
              <a:buFont typeface="+mj-lt"/>
              <a:buAutoNum type="arabicParenR"/>
            </a:pPr>
            <a:r>
              <a:rPr sz="2400" spc="5" dirty="0">
                <a:solidFill>
                  <a:srgbClr val="4D3A2F"/>
                </a:solidFill>
                <a:latin typeface="Calibri" panose="020F0502020204030204" pitchFamily="34" charset="0"/>
                <a:cs typeface="Franklin Gothic Book"/>
              </a:rPr>
              <a:t>P</a:t>
            </a:r>
            <a:r>
              <a:rPr sz="2400" spc="-65" dirty="0">
                <a:solidFill>
                  <a:srgbClr val="4D3A2F"/>
                </a:solidFill>
                <a:latin typeface="Calibri" panose="020F0502020204030204" pitchFamily="34" charset="0"/>
                <a:cs typeface="Franklin Gothic Book"/>
              </a:rPr>
              <a:t>r</a:t>
            </a:r>
            <a:r>
              <a:rPr sz="2400" spc="-15" dirty="0">
                <a:solidFill>
                  <a:srgbClr val="4D3A2F"/>
                </a:solidFill>
                <a:latin typeface="Calibri" panose="020F0502020204030204" pitchFamily="34" charset="0"/>
                <a:cs typeface="Franklin Gothic Book"/>
              </a:rPr>
              <a:t>oje</a:t>
            </a:r>
            <a:r>
              <a:rPr sz="2400" spc="-20" dirty="0">
                <a:solidFill>
                  <a:srgbClr val="4D3A2F"/>
                </a:solidFill>
                <a:latin typeface="Calibri" panose="020F0502020204030204" pitchFamily="34" charset="0"/>
                <a:cs typeface="Franklin Gothic Book"/>
              </a:rPr>
              <a:t>c</a:t>
            </a:r>
            <a:r>
              <a:rPr sz="2400" spc="-10" dirty="0">
                <a:solidFill>
                  <a:srgbClr val="4D3A2F"/>
                </a:solidFill>
                <a:latin typeface="Calibri" panose="020F0502020204030204" pitchFamily="34" charset="0"/>
                <a:cs typeface="Franklin Gothic Book"/>
              </a:rPr>
              <a:t>t</a:t>
            </a:r>
            <a:r>
              <a:rPr sz="2400" spc="-5" dirty="0">
                <a:solidFill>
                  <a:srgbClr val="4D3A2F"/>
                </a:solidFill>
                <a:latin typeface="Calibri" panose="020F0502020204030204" pitchFamily="34" charset="0"/>
                <a:cs typeface="Franklin Gothic Book"/>
              </a:rPr>
              <a:t> </a:t>
            </a:r>
            <a:r>
              <a:rPr sz="2400" spc="5" dirty="0">
                <a:solidFill>
                  <a:srgbClr val="4D3A2F"/>
                </a:solidFill>
                <a:latin typeface="Calibri" panose="020F0502020204030204" pitchFamily="34" charset="0"/>
                <a:cs typeface="Franklin Gothic Book"/>
              </a:rPr>
              <a:t>p</a:t>
            </a:r>
            <a:r>
              <a:rPr sz="2400" spc="-15" dirty="0">
                <a:solidFill>
                  <a:srgbClr val="4D3A2F"/>
                </a:solidFill>
                <a:latin typeface="Calibri" panose="020F0502020204030204" pitchFamily="34" charset="0"/>
                <a:cs typeface="Franklin Gothic Book"/>
              </a:rPr>
              <a:t>la</a:t>
            </a:r>
            <a:r>
              <a:rPr sz="2400" spc="-30" dirty="0">
                <a:solidFill>
                  <a:srgbClr val="4D3A2F"/>
                </a:solidFill>
                <a:latin typeface="Calibri" panose="020F0502020204030204" pitchFamily="34" charset="0"/>
                <a:cs typeface="Franklin Gothic Book"/>
              </a:rPr>
              <a:t>n</a:t>
            </a:r>
            <a:r>
              <a:rPr sz="2400" spc="-15" dirty="0">
                <a:solidFill>
                  <a:srgbClr val="4D3A2F"/>
                </a:solidFill>
                <a:latin typeface="Calibri" panose="020F0502020204030204" pitchFamily="34" charset="0"/>
                <a:cs typeface="Franklin Gothic Book"/>
              </a:rPr>
              <a:t>s</a:t>
            </a:r>
            <a:r>
              <a:rPr sz="2400" spc="-10" dirty="0">
                <a:solidFill>
                  <a:srgbClr val="4D3A2F"/>
                </a:solidFill>
                <a:latin typeface="Calibri" panose="020F0502020204030204" pitchFamily="34" charset="0"/>
                <a:cs typeface="Franklin Gothic Book"/>
              </a:rPr>
              <a:t> </a:t>
            </a:r>
            <a:endParaRPr lang="en-US" sz="2400" spc="-10" dirty="0">
              <a:solidFill>
                <a:srgbClr val="4D3A2F"/>
              </a:solidFill>
              <a:latin typeface="Calibri" panose="020F0502020204030204" pitchFamily="34" charset="0"/>
              <a:cs typeface="Franklin Gothic Book"/>
            </a:endParaRPr>
          </a:p>
          <a:p>
            <a:pPr marL="469900" marR="2120900" indent="-457200" fontAlgn="auto">
              <a:lnSpc>
                <a:spcPts val="2590"/>
              </a:lnSpc>
              <a:spcBef>
                <a:spcPts val="0"/>
              </a:spcBef>
              <a:spcAft>
                <a:spcPts val="0"/>
              </a:spcAft>
              <a:buFont typeface="+mj-lt"/>
              <a:buAutoNum type="arabicParenR"/>
            </a:pPr>
            <a:r>
              <a:rPr sz="2400" spc="5" dirty="0">
                <a:solidFill>
                  <a:srgbClr val="4D3A2F"/>
                </a:solidFill>
                <a:latin typeface="Calibri" panose="020F0502020204030204" pitchFamily="34" charset="0"/>
                <a:cs typeface="Franklin Gothic Book"/>
              </a:rPr>
              <a:t>P</a:t>
            </a:r>
            <a:r>
              <a:rPr sz="2400" spc="-65" dirty="0">
                <a:solidFill>
                  <a:srgbClr val="4D3A2F"/>
                </a:solidFill>
                <a:latin typeface="Calibri" panose="020F0502020204030204" pitchFamily="34" charset="0"/>
                <a:cs typeface="Franklin Gothic Book"/>
              </a:rPr>
              <a:t>r</a:t>
            </a:r>
            <a:r>
              <a:rPr sz="2400" spc="-15" dirty="0">
                <a:solidFill>
                  <a:srgbClr val="4D3A2F"/>
                </a:solidFill>
                <a:latin typeface="Calibri" panose="020F0502020204030204" pitchFamily="34" charset="0"/>
                <a:cs typeface="Franklin Gothic Book"/>
              </a:rPr>
              <a:t>oje</a:t>
            </a:r>
            <a:r>
              <a:rPr sz="2400" spc="-20" dirty="0">
                <a:solidFill>
                  <a:srgbClr val="4D3A2F"/>
                </a:solidFill>
                <a:latin typeface="Calibri" panose="020F0502020204030204" pitchFamily="34" charset="0"/>
                <a:cs typeface="Franklin Gothic Book"/>
              </a:rPr>
              <a:t>c</a:t>
            </a:r>
            <a:r>
              <a:rPr sz="2400" spc="-10" dirty="0">
                <a:solidFill>
                  <a:srgbClr val="4D3A2F"/>
                </a:solidFill>
                <a:latin typeface="Calibri" panose="020F0502020204030204" pitchFamily="34" charset="0"/>
                <a:cs typeface="Franklin Gothic Book"/>
              </a:rPr>
              <a:t>t</a:t>
            </a:r>
            <a:r>
              <a:rPr sz="2400" spc="-5" dirty="0">
                <a:solidFill>
                  <a:srgbClr val="4D3A2F"/>
                </a:solidFill>
                <a:latin typeface="Calibri" panose="020F0502020204030204" pitchFamily="34" charset="0"/>
                <a:cs typeface="Franklin Gothic Book"/>
              </a:rPr>
              <a:t> </a:t>
            </a:r>
            <a:r>
              <a:rPr sz="2400" spc="-20" dirty="0">
                <a:solidFill>
                  <a:srgbClr val="4D3A2F"/>
                </a:solidFill>
                <a:latin typeface="Calibri" panose="020F0502020204030204" pitchFamily="34" charset="0"/>
                <a:cs typeface="Franklin Gothic Book"/>
              </a:rPr>
              <a:t>m</a:t>
            </a:r>
            <a:r>
              <a:rPr sz="2400" spc="-25" dirty="0">
                <a:solidFill>
                  <a:srgbClr val="4D3A2F"/>
                </a:solidFill>
                <a:latin typeface="Calibri" panose="020F0502020204030204" pitchFamily="34" charset="0"/>
                <a:cs typeface="Franklin Gothic Book"/>
              </a:rPr>
              <a:t>ee</a:t>
            </a:r>
            <a:r>
              <a:rPr sz="2400" dirty="0">
                <a:solidFill>
                  <a:srgbClr val="4D3A2F"/>
                </a:solidFill>
                <a:latin typeface="Calibri" panose="020F0502020204030204" pitchFamily="34" charset="0"/>
                <a:cs typeface="Franklin Gothic Book"/>
              </a:rPr>
              <a:t>t</a:t>
            </a:r>
            <a:r>
              <a:rPr sz="2400" spc="-5" dirty="0">
                <a:solidFill>
                  <a:srgbClr val="4D3A2F"/>
                </a:solidFill>
                <a:latin typeface="Calibri" panose="020F0502020204030204" pitchFamily="34" charset="0"/>
                <a:cs typeface="Franklin Gothic Book"/>
              </a:rPr>
              <a:t>i</a:t>
            </a:r>
            <a:r>
              <a:rPr sz="2400" spc="-15" dirty="0">
                <a:solidFill>
                  <a:srgbClr val="4D3A2F"/>
                </a:solidFill>
                <a:latin typeface="Calibri" panose="020F0502020204030204" pitchFamily="34" charset="0"/>
                <a:cs typeface="Franklin Gothic Book"/>
              </a:rPr>
              <a:t>n</a:t>
            </a:r>
            <a:r>
              <a:rPr sz="2400" spc="-5" dirty="0">
                <a:solidFill>
                  <a:srgbClr val="4D3A2F"/>
                </a:solidFill>
                <a:latin typeface="Calibri" panose="020F0502020204030204" pitchFamily="34" charset="0"/>
                <a:cs typeface="Franklin Gothic Book"/>
              </a:rPr>
              <a:t>gs </a:t>
            </a:r>
            <a:endParaRPr lang="en-US" sz="2400" spc="-5" dirty="0">
              <a:solidFill>
                <a:srgbClr val="4D3A2F"/>
              </a:solidFill>
              <a:latin typeface="Calibri" panose="020F0502020204030204" pitchFamily="34" charset="0"/>
              <a:cs typeface="Franklin Gothic Book"/>
            </a:endParaRPr>
          </a:p>
          <a:p>
            <a:pPr marL="469900" marR="2120900" indent="-457200" fontAlgn="auto">
              <a:lnSpc>
                <a:spcPts val="2590"/>
              </a:lnSpc>
              <a:spcBef>
                <a:spcPts val="0"/>
              </a:spcBef>
              <a:spcAft>
                <a:spcPts val="0"/>
              </a:spcAft>
              <a:buFont typeface="+mj-lt"/>
              <a:buAutoNum type="arabicParenR"/>
            </a:pPr>
            <a:r>
              <a:rPr sz="2400" dirty="0">
                <a:solidFill>
                  <a:srgbClr val="4D3A2F"/>
                </a:solidFill>
                <a:latin typeface="Calibri" panose="020F0502020204030204" pitchFamily="34" charset="0"/>
                <a:cs typeface="Franklin Gothic Book"/>
              </a:rPr>
              <a:t>St</a:t>
            </a:r>
            <a:r>
              <a:rPr sz="2400" spc="-20" dirty="0">
                <a:solidFill>
                  <a:srgbClr val="4D3A2F"/>
                </a:solidFill>
                <a:latin typeface="Calibri" panose="020F0502020204030204" pitchFamily="34" charset="0"/>
                <a:cs typeface="Franklin Gothic Book"/>
              </a:rPr>
              <a:t>atu</a:t>
            </a:r>
            <a:r>
              <a:rPr sz="2400" spc="-15" dirty="0">
                <a:solidFill>
                  <a:srgbClr val="4D3A2F"/>
                </a:solidFill>
                <a:latin typeface="Calibri" panose="020F0502020204030204" pitchFamily="34" charset="0"/>
                <a:cs typeface="Franklin Gothic Book"/>
              </a:rPr>
              <a:t>s</a:t>
            </a:r>
            <a:r>
              <a:rPr sz="2400" spc="10" dirty="0">
                <a:solidFill>
                  <a:srgbClr val="4D3A2F"/>
                </a:solidFill>
                <a:latin typeface="Calibri" panose="020F0502020204030204" pitchFamily="34" charset="0"/>
                <a:cs typeface="Franklin Gothic Book"/>
              </a:rPr>
              <a:t> </a:t>
            </a:r>
            <a:r>
              <a:rPr sz="2400" spc="-30" dirty="0">
                <a:solidFill>
                  <a:srgbClr val="4D3A2F"/>
                </a:solidFill>
                <a:latin typeface="Calibri" panose="020F0502020204030204" pitchFamily="34" charset="0"/>
                <a:cs typeface="Franklin Gothic Book"/>
              </a:rPr>
              <a:t>u</a:t>
            </a:r>
            <a:r>
              <a:rPr sz="2400" spc="-5" dirty="0">
                <a:solidFill>
                  <a:srgbClr val="4D3A2F"/>
                </a:solidFill>
                <a:latin typeface="Calibri" panose="020F0502020204030204" pitchFamily="34" charset="0"/>
                <a:cs typeface="Franklin Gothic Book"/>
              </a:rPr>
              <a:t>p</a:t>
            </a:r>
            <a:r>
              <a:rPr sz="2400" spc="-10" dirty="0">
                <a:solidFill>
                  <a:srgbClr val="4D3A2F"/>
                </a:solidFill>
                <a:latin typeface="Calibri" panose="020F0502020204030204" pitchFamily="34" charset="0"/>
                <a:cs typeface="Franklin Gothic Book"/>
              </a:rPr>
              <a:t>d</a:t>
            </a:r>
            <a:r>
              <a:rPr sz="2400" spc="-20" dirty="0">
                <a:solidFill>
                  <a:srgbClr val="4D3A2F"/>
                </a:solidFill>
                <a:latin typeface="Calibri" panose="020F0502020204030204" pitchFamily="34" charset="0"/>
                <a:cs typeface="Franklin Gothic Book"/>
              </a:rPr>
              <a:t>a</a:t>
            </a:r>
            <a:r>
              <a:rPr sz="2400" spc="-40" dirty="0">
                <a:solidFill>
                  <a:srgbClr val="4D3A2F"/>
                </a:solidFill>
                <a:latin typeface="Calibri" panose="020F0502020204030204" pitchFamily="34" charset="0"/>
                <a:cs typeface="Franklin Gothic Book"/>
              </a:rPr>
              <a:t>t</a:t>
            </a:r>
            <a:r>
              <a:rPr sz="2400" spc="-20" dirty="0">
                <a:solidFill>
                  <a:srgbClr val="4D3A2F"/>
                </a:solidFill>
                <a:latin typeface="Calibri" panose="020F0502020204030204" pitchFamily="34" charset="0"/>
                <a:cs typeface="Franklin Gothic Book"/>
              </a:rPr>
              <a:t>es</a:t>
            </a:r>
            <a:r>
              <a:rPr sz="2400" spc="-15" dirty="0">
                <a:solidFill>
                  <a:srgbClr val="4D3A2F"/>
                </a:solidFill>
                <a:latin typeface="Calibri" panose="020F0502020204030204" pitchFamily="34" charset="0"/>
                <a:cs typeface="Franklin Gothic Book"/>
              </a:rPr>
              <a:t> </a:t>
            </a:r>
            <a:endParaRPr lang="en-US" sz="2400" spc="-15" dirty="0">
              <a:solidFill>
                <a:srgbClr val="4D3A2F"/>
              </a:solidFill>
              <a:latin typeface="Calibri" panose="020F0502020204030204" pitchFamily="34" charset="0"/>
              <a:cs typeface="Franklin Gothic Book"/>
            </a:endParaRPr>
          </a:p>
          <a:p>
            <a:pPr marL="469900" marR="2120900" indent="-457200" fontAlgn="auto">
              <a:lnSpc>
                <a:spcPts val="2590"/>
              </a:lnSpc>
              <a:spcBef>
                <a:spcPts val="0"/>
              </a:spcBef>
              <a:spcAft>
                <a:spcPts val="0"/>
              </a:spcAft>
              <a:buFont typeface="+mj-lt"/>
              <a:buAutoNum type="arabicParenR"/>
            </a:pPr>
            <a:r>
              <a:rPr sz="2400" spc="-20" dirty="0">
                <a:solidFill>
                  <a:srgbClr val="4D3A2F"/>
                </a:solidFill>
                <a:latin typeface="Calibri" panose="020F0502020204030204" pitchFamily="34" charset="0"/>
                <a:cs typeface="Franklin Gothic Book"/>
              </a:rPr>
              <a:t>Orga</a:t>
            </a:r>
            <a:r>
              <a:rPr sz="2400" spc="-30" dirty="0">
                <a:solidFill>
                  <a:srgbClr val="4D3A2F"/>
                </a:solidFill>
                <a:latin typeface="Calibri" panose="020F0502020204030204" pitchFamily="34" charset="0"/>
                <a:cs typeface="Franklin Gothic Book"/>
              </a:rPr>
              <a:t>n</a:t>
            </a:r>
            <a:r>
              <a:rPr sz="2400" spc="-5" dirty="0">
                <a:solidFill>
                  <a:srgbClr val="4D3A2F"/>
                </a:solidFill>
                <a:latin typeface="Calibri" panose="020F0502020204030204" pitchFamily="34" charset="0"/>
                <a:cs typeface="Franklin Gothic Book"/>
              </a:rPr>
              <a:t>i</a:t>
            </a:r>
            <a:r>
              <a:rPr sz="2400" dirty="0">
                <a:solidFill>
                  <a:srgbClr val="4D3A2F"/>
                </a:solidFill>
                <a:latin typeface="Calibri" panose="020F0502020204030204" pitchFamily="34" charset="0"/>
                <a:cs typeface="Franklin Gothic Book"/>
              </a:rPr>
              <a:t>z</a:t>
            </a:r>
            <a:r>
              <a:rPr sz="2400" spc="-10" dirty="0">
                <a:solidFill>
                  <a:srgbClr val="4D3A2F"/>
                </a:solidFill>
                <a:latin typeface="Calibri" panose="020F0502020204030204" pitchFamily="34" charset="0"/>
                <a:cs typeface="Franklin Gothic Book"/>
              </a:rPr>
              <a:t>a</a:t>
            </a:r>
            <a:r>
              <a:rPr sz="2400" spc="-15" dirty="0">
                <a:solidFill>
                  <a:srgbClr val="4D3A2F"/>
                </a:solidFill>
                <a:latin typeface="Calibri" panose="020F0502020204030204" pitchFamily="34" charset="0"/>
                <a:cs typeface="Franklin Gothic Book"/>
              </a:rPr>
              <a:t>tion</a:t>
            </a:r>
            <a:r>
              <a:rPr sz="2400" spc="-5" dirty="0">
                <a:solidFill>
                  <a:srgbClr val="4D3A2F"/>
                </a:solidFill>
                <a:latin typeface="Calibri" panose="020F0502020204030204" pitchFamily="34" charset="0"/>
                <a:cs typeface="Franklin Gothic Book"/>
              </a:rPr>
              <a:t> </a:t>
            </a:r>
            <a:r>
              <a:rPr sz="2400" spc="-25" dirty="0">
                <a:solidFill>
                  <a:srgbClr val="4D3A2F"/>
                </a:solidFill>
                <a:latin typeface="Calibri" panose="020F0502020204030204" pitchFamily="34" charset="0"/>
                <a:cs typeface="Franklin Gothic Book"/>
              </a:rPr>
              <a:t>c</a:t>
            </a:r>
            <a:r>
              <a:rPr sz="2400" dirty="0">
                <a:solidFill>
                  <a:srgbClr val="4D3A2F"/>
                </a:solidFill>
                <a:latin typeface="Calibri" panose="020F0502020204030204" pitchFamily="34" charset="0"/>
                <a:cs typeface="Franklin Gothic Book"/>
              </a:rPr>
              <a:t>h</a:t>
            </a:r>
            <a:r>
              <a:rPr sz="2400" spc="-20" dirty="0">
                <a:solidFill>
                  <a:srgbClr val="4D3A2F"/>
                </a:solidFill>
                <a:latin typeface="Calibri" panose="020F0502020204030204" pitchFamily="34" charset="0"/>
                <a:cs typeface="Franklin Gothic Book"/>
              </a:rPr>
              <a:t>a</a:t>
            </a:r>
            <a:r>
              <a:rPr sz="2400" spc="75" dirty="0">
                <a:solidFill>
                  <a:srgbClr val="4D3A2F"/>
                </a:solidFill>
                <a:latin typeface="Calibri" panose="020F0502020204030204" pitchFamily="34" charset="0"/>
                <a:cs typeface="Franklin Gothic Book"/>
              </a:rPr>
              <a:t>r</a:t>
            </a:r>
            <a:r>
              <a:rPr sz="2400" spc="-15" dirty="0">
                <a:solidFill>
                  <a:srgbClr val="4D3A2F"/>
                </a:solidFill>
                <a:latin typeface="Calibri" panose="020F0502020204030204" pitchFamily="34" charset="0"/>
                <a:cs typeface="Franklin Gothic Book"/>
              </a:rPr>
              <a:t>ts</a:t>
            </a:r>
            <a:endParaRPr sz="2400" dirty="0">
              <a:solidFill>
                <a:prstClr val="black"/>
              </a:solidFill>
              <a:latin typeface="Calibri" panose="020F0502020204030204" pitchFamily="34" charset="0"/>
              <a:cs typeface="Franklin Gothic Book"/>
            </a:endParaRPr>
          </a:p>
          <a:p>
            <a:pPr marL="469900" marR="6350" indent="-457200" fontAlgn="auto">
              <a:lnSpc>
                <a:spcPts val="2590"/>
              </a:lnSpc>
              <a:spcBef>
                <a:spcPts val="0"/>
              </a:spcBef>
              <a:spcAft>
                <a:spcPts val="0"/>
              </a:spcAft>
              <a:buFont typeface="+mj-lt"/>
              <a:buAutoNum type="arabicParenR"/>
            </a:pPr>
            <a:r>
              <a:rPr sz="2400" spc="-50" dirty="0">
                <a:solidFill>
                  <a:srgbClr val="4D3A2F"/>
                </a:solidFill>
                <a:latin typeface="Calibri" panose="020F0502020204030204" pitchFamily="34" charset="0"/>
                <a:cs typeface="Franklin Gothic Book"/>
              </a:rPr>
              <a:t>R</a:t>
            </a:r>
            <a:r>
              <a:rPr sz="2400" spc="-20" dirty="0">
                <a:solidFill>
                  <a:srgbClr val="4D3A2F"/>
                </a:solidFill>
                <a:latin typeface="Calibri" panose="020F0502020204030204" pitchFamily="34" charset="0"/>
                <a:cs typeface="Franklin Gothic Book"/>
              </a:rPr>
              <a:t>e</a:t>
            </a:r>
            <a:r>
              <a:rPr sz="2400" spc="-45" dirty="0">
                <a:solidFill>
                  <a:srgbClr val="4D3A2F"/>
                </a:solidFill>
                <a:latin typeface="Calibri" panose="020F0502020204030204" pitchFamily="34" charset="0"/>
                <a:cs typeface="Franklin Gothic Book"/>
              </a:rPr>
              <a:t>q</a:t>
            </a:r>
            <a:r>
              <a:rPr sz="2400" spc="-15" dirty="0">
                <a:solidFill>
                  <a:srgbClr val="4D3A2F"/>
                </a:solidFill>
                <a:latin typeface="Calibri" panose="020F0502020204030204" pitchFamily="34" charset="0"/>
                <a:cs typeface="Franklin Gothic Book"/>
              </a:rPr>
              <a:t>uire</a:t>
            </a:r>
            <a:r>
              <a:rPr sz="2400" spc="-20" dirty="0">
                <a:solidFill>
                  <a:srgbClr val="4D3A2F"/>
                </a:solidFill>
                <a:latin typeface="Calibri" panose="020F0502020204030204" pitchFamily="34" charset="0"/>
                <a:cs typeface="Franklin Gothic Book"/>
              </a:rPr>
              <a:t>me</a:t>
            </a:r>
            <a:r>
              <a:rPr sz="2400" spc="-30" dirty="0">
                <a:solidFill>
                  <a:srgbClr val="4D3A2F"/>
                </a:solidFill>
                <a:latin typeface="Calibri" panose="020F0502020204030204" pitchFamily="34" charset="0"/>
                <a:cs typeface="Franklin Gothic Book"/>
              </a:rPr>
              <a:t>n</a:t>
            </a:r>
            <a:r>
              <a:rPr sz="2400" spc="-15" dirty="0">
                <a:solidFill>
                  <a:srgbClr val="4D3A2F"/>
                </a:solidFill>
                <a:latin typeface="Calibri" panose="020F0502020204030204" pitchFamily="34" charset="0"/>
                <a:cs typeface="Franklin Gothic Book"/>
              </a:rPr>
              <a:t>ts</a:t>
            </a:r>
            <a:r>
              <a:rPr sz="2400" spc="5" dirty="0">
                <a:solidFill>
                  <a:srgbClr val="4D3A2F"/>
                </a:solidFill>
                <a:latin typeface="Calibri" panose="020F0502020204030204" pitchFamily="34" charset="0"/>
                <a:cs typeface="Franklin Gothic Book"/>
              </a:rPr>
              <a:t> </a:t>
            </a:r>
            <a:r>
              <a:rPr sz="2400" dirty="0">
                <a:solidFill>
                  <a:srgbClr val="4D3A2F"/>
                </a:solidFill>
                <a:latin typeface="Calibri" panose="020F0502020204030204" pitchFamily="34" charset="0"/>
                <a:cs typeface="Franklin Gothic Book"/>
              </a:rPr>
              <a:t>–</a:t>
            </a:r>
            <a:r>
              <a:rPr sz="2400" spc="-5" dirty="0">
                <a:solidFill>
                  <a:srgbClr val="4D3A2F"/>
                </a:solidFill>
                <a:latin typeface="Calibri" panose="020F0502020204030204" pitchFamily="34" charset="0"/>
                <a:cs typeface="Franklin Gothic Book"/>
              </a:rPr>
              <a:t> w</a:t>
            </a:r>
            <a:r>
              <a:rPr sz="2400" dirty="0">
                <a:solidFill>
                  <a:srgbClr val="4D3A2F"/>
                </a:solidFill>
                <a:latin typeface="Calibri" panose="020F0502020204030204" pitchFamily="34" charset="0"/>
                <a:cs typeface="Franklin Gothic Book"/>
              </a:rPr>
              <a:t>h</a:t>
            </a:r>
            <a:r>
              <a:rPr sz="2400" spc="-20" dirty="0">
                <a:solidFill>
                  <a:srgbClr val="4D3A2F"/>
                </a:solidFill>
                <a:latin typeface="Calibri" panose="020F0502020204030204" pitchFamily="34" charset="0"/>
                <a:cs typeface="Franklin Gothic Book"/>
              </a:rPr>
              <a:t>a</a:t>
            </a:r>
            <a:r>
              <a:rPr sz="2400" spc="-10" dirty="0">
                <a:solidFill>
                  <a:srgbClr val="4D3A2F"/>
                </a:solidFill>
                <a:latin typeface="Calibri" panose="020F0502020204030204" pitchFamily="34" charset="0"/>
                <a:cs typeface="Franklin Gothic Book"/>
              </a:rPr>
              <a:t>t</a:t>
            </a:r>
            <a:r>
              <a:rPr sz="2400" dirty="0">
                <a:solidFill>
                  <a:srgbClr val="4D3A2F"/>
                </a:solidFill>
                <a:latin typeface="Calibri" panose="020F0502020204030204" pitchFamily="34" charset="0"/>
                <a:cs typeface="Franklin Gothic Book"/>
              </a:rPr>
              <a:t> </a:t>
            </a:r>
            <a:r>
              <a:rPr sz="2400" spc="-10" dirty="0">
                <a:solidFill>
                  <a:srgbClr val="4D3A2F"/>
                </a:solidFill>
                <a:latin typeface="Calibri" panose="020F0502020204030204" pitchFamily="34" charset="0"/>
                <a:cs typeface="Franklin Gothic Book"/>
              </a:rPr>
              <a:t>a</a:t>
            </a:r>
            <a:r>
              <a:rPr sz="2400" spc="-15" dirty="0">
                <a:solidFill>
                  <a:srgbClr val="4D3A2F"/>
                </a:solidFill>
                <a:latin typeface="Calibri" panose="020F0502020204030204" pitchFamily="34" charset="0"/>
                <a:cs typeface="Franklin Gothic Book"/>
              </a:rPr>
              <a:t>re</a:t>
            </a:r>
            <a:r>
              <a:rPr sz="2400" spc="-5" dirty="0">
                <a:solidFill>
                  <a:srgbClr val="4D3A2F"/>
                </a:solidFill>
                <a:latin typeface="Calibri" panose="020F0502020204030204" pitchFamily="34" charset="0"/>
                <a:cs typeface="Franklin Gothic Book"/>
              </a:rPr>
              <a:t> </a:t>
            </a:r>
            <a:r>
              <a:rPr sz="2400" spc="-45" dirty="0">
                <a:solidFill>
                  <a:srgbClr val="4D3A2F"/>
                </a:solidFill>
                <a:latin typeface="Calibri" panose="020F0502020204030204" pitchFamily="34" charset="0"/>
                <a:cs typeface="Franklin Gothic Book"/>
              </a:rPr>
              <a:t>w</a:t>
            </a:r>
            <a:r>
              <a:rPr sz="2400" spc="-15" dirty="0">
                <a:solidFill>
                  <a:srgbClr val="4D3A2F"/>
                </a:solidFill>
                <a:latin typeface="Calibri" panose="020F0502020204030204" pitchFamily="34" charset="0"/>
                <a:cs typeface="Franklin Gothic Book"/>
              </a:rPr>
              <a:t>e</a:t>
            </a:r>
            <a:r>
              <a:rPr sz="2400" spc="-5" dirty="0">
                <a:solidFill>
                  <a:srgbClr val="4D3A2F"/>
                </a:solidFill>
                <a:latin typeface="Calibri" panose="020F0502020204030204" pitchFamily="34" charset="0"/>
                <a:cs typeface="Franklin Gothic Book"/>
              </a:rPr>
              <a:t> </a:t>
            </a:r>
            <a:r>
              <a:rPr sz="2400" spc="-10" dirty="0">
                <a:solidFill>
                  <a:srgbClr val="4D3A2F"/>
                </a:solidFill>
                <a:latin typeface="Calibri" panose="020F0502020204030204" pitchFamily="34" charset="0"/>
                <a:cs typeface="Franklin Gothic Book"/>
              </a:rPr>
              <a:t>d</a:t>
            </a:r>
            <a:r>
              <a:rPr sz="2400" spc="-15" dirty="0">
                <a:solidFill>
                  <a:srgbClr val="4D3A2F"/>
                </a:solidFill>
                <a:latin typeface="Calibri" panose="020F0502020204030204" pitchFamily="34" charset="0"/>
                <a:cs typeface="Franklin Gothic Book"/>
              </a:rPr>
              <a:t>o</a:t>
            </a:r>
            <a:r>
              <a:rPr sz="2400" spc="-5" dirty="0">
                <a:solidFill>
                  <a:srgbClr val="4D3A2F"/>
                </a:solidFill>
                <a:latin typeface="Calibri" panose="020F0502020204030204" pitchFamily="34" charset="0"/>
                <a:cs typeface="Franklin Gothic Book"/>
              </a:rPr>
              <a:t>in</a:t>
            </a:r>
            <a:r>
              <a:rPr sz="2400" spc="-10" dirty="0">
                <a:solidFill>
                  <a:srgbClr val="4D3A2F"/>
                </a:solidFill>
                <a:latin typeface="Calibri" panose="020F0502020204030204" pitchFamily="34" charset="0"/>
                <a:cs typeface="Franklin Gothic Book"/>
              </a:rPr>
              <a:t>g</a:t>
            </a:r>
            <a:r>
              <a:rPr sz="2400" dirty="0">
                <a:solidFill>
                  <a:srgbClr val="4D3A2F"/>
                </a:solidFill>
                <a:latin typeface="Calibri" panose="020F0502020204030204" pitchFamily="34" charset="0"/>
                <a:cs typeface="Franklin Gothic Book"/>
              </a:rPr>
              <a:t>? </a:t>
            </a:r>
            <a:endParaRPr lang="en-US" sz="2400" dirty="0">
              <a:solidFill>
                <a:srgbClr val="4D3A2F"/>
              </a:solidFill>
              <a:latin typeface="Calibri" panose="020F0502020204030204" pitchFamily="34" charset="0"/>
              <a:cs typeface="Franklin Gothic Book"/>
            </a:endParaRPr>
          </a:p>
          <a:p>
            <a:pPr marL="469900" marR="6350" indent="-457200" fontAlgn="auto">
              <a:lnSpc>
                <a:spcPts val="2590"/>
              </a:lnSpc>
              <a:spcBef>
                <a:spcPts val="0"/>
              </a:spcBef>
              <a:spcAft>
                <a:spcPts val="0"/>
              </a:spcAft>
              <a:buFont typeface="+mj-lt"/>
              <a:buAutoNum type="arabicParenR"/>
            </a:pPr>
            <a:r>
              <a:rPr sz="2400" spc="5" dirty="0">
                <a:solidFill>
                  <a:srgbClr val="4D3A2F"/>
                </a:solidFill>
                <a:latin typeface="Calibri" panose="020F0502020204030204" pitchFamily="34" charset="0"/>
                <a:cs typeface="Franklin Gothic Book"/>
              </a:rPr>
              <a:t>C</a:t>
            </a:r>
            <a:r>
              <a:rPr sz="2400" spc="-25" dirty="0">
                <a:solidFill>
                  <a:srgbClr val="4D3A2F"/>
                </a:solidFill>
                <a:latin typeface="Calibri" panose="020F0502020204030204" pitchFamily="34" charset="0"/>
                <a:cs typeface="Franklin Gothic Book"/>
              </a:rPr>
              <a:t>o</a:t>
            </a:r>
            <a:r>
              <a:rPr sz="2400" spc="-20" dirty="0">
                <a:solidFill>
                  <a:srgbClr val="4D3A2F"/>
                </a:solidFill>
                <a:latin typeface="Calibri" panose="020F0502020204030204" pitchFamily="34" charset="0"/>
                <a:cs typeface="Franklin Gothic Book"/>
              </a:rPr>
              <a:t>nt</a:t>
            </a:r>
            <a:r>
              <a:rPr sz="2400" spc="-5" dirty="0">
                <a:solidFill>
                  <a:srgbClr val="4D3A2F"/>
                </a:solidFill>
                <a:latin typeface="Calibri" panose="020F0502020204030204" pitchFamily="34" charset="0"/>
                <a:cs typeface="Franklin Gothic Book"/>
              </a:rPr>
              <a:t>r</a:t>
            </a:r>
            <a:r>
              <a:rPr sz="2400" spc="-20" dirty="0">
                <a:solidFill>
                  <a:srgbClr val="4D3A2F"/>
                </a:solidFill>
                <a:latin typeface="Calibri" panose="020F0502020204030204" pitchFamily="34" charset="0"/>
                <a:cs typeface="Franklin Gothic Book"/>
              </a:rPr>
              <a:t>a</a:t>
            </a:r>
            <a:r>
              <a:rPr sz="2400" spc="-15" dirty="0">
                <a:solidFill>
                  <a:srgbClr val="4D3A2F"/>
                </a:solidFill>
                <a:latin typeface="Calibri" panose="020F0502020204030204" pitchFamily="34" charset="0"/>
                <a:cs typeface="Franklin Gothic Book"/>
              </a:rPr>
              <a:t>cts</a:t>
            </a:r>
            <a:endParaRPr sz="2400" dirty="0">
              <a:solidFill>
                <a:prstClr val="black"/>
              </a:solidFill>
              <a:latin typeface="Calibri" panose="020F0502020204030204" pitchFamily="34" charset="0"/>
              <a:cs typeface="Franklin Gothic Book"/>
            </a:endParaRPr>
          </a:p>
          <a:p>
            <a:pPr marL="469900" indent="-457200" fontAlgn="auto">
              <a:lnSpc>
                <a:spcPts val="2405"/>
              </a:lnSpc>
              <a:spcBef>
                <a:spcPts val="0"/>
              </a:spcBef>
              <a:spcAft>
                <a:spcPts val="0"/>
              </a:spcAft>
              <a:buFont typeface="+mj-lt"/>
              <a:buAutoNum type="arabicParenR"/>
            </a:pPr>
            <a:r>
              <a:rPr sz="2400" spc="5" dirty="0">
                <a:solidFill>
                  <a:srgbClr val="4D3A2F"/>
                </a:solidFill>
                <a:latin typeface="Calibri" panose="020F0502020204030204" pitchFamily="34" charset="0"/>
                <a:cs typeface="Franklin Gothic Book"/>
              </a:rPr>
              <a:t>P</a:t>
            </a:r>
            <a:r>
              <a:rPr sz="2400" spc="-20" dirty="0">
                <a:solidFill>
                  <a:srgbClr val="4D3A2F"/>
                </a:solidFill>
                <a:latin typeface="Calibri" panose="020F0502020204030204" pitchFamily="34" charset="0"/>
                <a:cs typeface="Franklin Gothic Book"/>
              </a:rPr>
              <a:t>re</a:t>
            </a:r>
            <a:r>
              <a:rPr sz="2400" spc="-10" dirty="0">
                <a:solidFill>
                  <a:srgbClr val="4D3A2F"/>
                </a:solidFill>
                <a:latin typeface="Calibri" panose="020F0502020204030204" pitchFamily="34" charset="0"/>
                <a:cs typeface="Franklin Gothic Book"/>
              </a:rPr>
              <a:t>s</a:t>
            </a:r>
            <a:r>
              <a:rPr sz="2400" spc="-25" dirty="0">
                <a:solidFill>
                  <a:srgbClr val="4D3A2F"/>
                </a:solidFill>
                <a:latin typeface="Calibri" panose="020F0502020204030204" pitchFamily="34" charset="0"/>
                <a:cs typeface="Franklin Gothic Book"/>
              </a:rPr>
              <a:t>e</a:t>
            </a:r>
            <a:r>
              <a:rPr sz="2400" spc="-20" dirty="0">
                <a:solidFill>
                  <a:srgbClr val="4D3A2F"/>
                </a:solidFill>
                <a:latin typeface="Calibri" panose="020F0502020204030204" pitchFamily="34" charset="0"/>
                <a:cs typeface="Franklin Gothic Book"/>
              </a:rPr>
              <a:t>nta</a:t>
            </a:r>
            <a:r>
              <a:rPr sz="2400" dirty="0">
                <a:solidFill>
                  <a:srgbClr val="4D3A2F"/>
                </a:solidFill>
                <a:latin typeface="Calibri" panose="020F0502020204030204" pitchFamily="34" charset="0"/>
                <a:cs typeface="Franklin Gothic Book"/>
              </a:rPr>
              <a:t>t</a:t>
            </a:r>
            <a:r>
              <a:rPr sz="2400" spc="-5" dirty="0">
                <a:solidFill>
                  <a:srgbClr val="4D3A2F"/>
                </a:solidFill>
                <a:latin typeface="Calibri" panose="020F0502020204030204" pitchFamily="34" charset="0"/>
                <a:cs typeface="Franklin Gothic Book"/>
              </a:rPr>
              <a:t>i</a:t>
            </a:r>
            <a:r>
              <a:rPr sz="2400" dirty="0">
                <a:solidFill>
                  <a:srgbClr val="4D3A2F"/>
                </a:solidFill>
                <a:latin typeface="Calibri" panose="020F0502020204030204" pitchFamily="34" charset="0"/>
                <a:cs typeface="Franklin Gothic Book"/>
              </a:rPr>
              <a:t>o</a:t>
            </a:r>
            <a:r>
              <a:rPr sz="2400" spc="-20" dirty="0">
                <a:solidFill>
                  <a:srgbClr val="4D3A2F"/>
                </a:solidFill>
                <a:latin typeface="Calibri" panose="020F0502020204030204" pitchFamily="34" charset="0"/>
                <a:cs typeface="Franklin Gothic Book"/>
              </a:rPr>
              <a:t>ns</a:t>
            </a:r>
            <a:endParaRPr sz="2400" dirty="0">
              <a:solidFill>
                <a:prstClr val="black"/>
              </a:solidFill>
              <a:latin typeface="Calibri" panose="020F0502020204030204" pitchFamily="34" charset="0"/>
              <a:cs typeface="Franklin Gothic Book"/>
            </a:endParaRPr>
          </a:p>
          <a:p>
            <a:pPr marL="469900" indent="-457200" fontAlgn="auto">
              <a:lnSpc>
                <a:spcPts val="2735"/>
              </a:lnSpc>
              <a:spcBef>
                <a:spcPts val="0"/>
              </a:spcBef>
              <a:spcAft>
                <a:spcPts val="0"/>
              </a:spcAft>
              <a:buFont typeface="+mj-lt"/>
              <a:buAutoNum type="arabicParenR"/>
            </a:pPr>
            <a:r>
              <a:rPr sz="2400" spc="-35" dirty="0">
                <a:solidFill>
                  <a:srgbClr val="4D3A2F"/>
                </a:solidFill>
                <a:latin typeface="Calibri" panose="020F0502020204030204" pitchFamily="34" charset="0"/>
                <a:cs typeface="Franklin Gothic Book"/>
              </a:rPr>
              <a:t>P</a:t>
            </a:r>
            <a:r>
              <a:rPr sz="2400" spc="-15" dirty="0">
                <a:solidFill>
                  <a:srgbClr val="4D3A2F"/>
                </a:solidFill>
                <a:latin typeface="Calibri" panose="020F0502020204030204" pitchFamily="34" charset="0"/>
                <a:cs typeface="Franklin Gothic Book"/>
              </a:rPr>
              <a:t>o</a:t>
            </a:r>
            <a:r>
              <a:rPr sz="2400" spc="-5" dirty="0">
                <a:solidFill>
                  <a:srgbClr val="4D3A2F"/>
                </a:solidFill>
                <a:latin typeface="Calibri" panose="020F0502020204030204" pitchFamily="34" charset="0"/>
                <a:cs typeface="Franklin Gothic Book"/>
              </a:rPr>
              <a:t>li</a:t>
            </a:r>
            <a:r>
              <a:rPr sz="2400" dirty="0">
                <a:solidFill>
                  <a:srgbClr val="4D3A2F"/>
                </a:solidFill>
                <a:latin typeface="Calibri" panose="020F0502020204030204" pitchFamily="34" charset="0"/>
                <a:cs typeface="Franklin Gothic Book"/>
              </a:rPr>
              <a:t>c</a:t>
            </a:r>
            <a:r>
              <a:rPr sz="2400" spc="-15" dirty="0">
                <a:solidFill>
                  <a:srgbClr val="4D3A2F"/>
                </a:solidFill>
                <a:latin typeface="Calibri" panose="020F0502020204030204" pitchFamily="34" charset="0"/>
                <a:cs typeface="Franklin Gothic Book"/>
              </a:rPr>
              <a:t>ies</a:t>
            </a:r>
            <a:r>
              <a:rPr sz="2400" spc="5" dirty="0">
                <a:solidFill>
                  <a:srgbClr val="4D3A2F"/>
                </a:solidFill>
                <a:latin typeface="Calibri" panose="020F0502020204030204" pitchFamily="34" charset="0"/>
                <a:cs typeface="Franklin Gothic Book"/>
              </a:rPr>
              <a:t> </a:t>
            </a:r>
            <a:r>
              <a:rPr sz="2400" spc="-20" dirty="0">
                <a:solidFill>
                  <a:srgbClr val="4D3A2F"/>
                </a:solidFill>
                <a:latin typeface="Calibri" panose="020F0502020204030204" pitchFamily="34" charset="0"/>
                <a:cs typeface="Franklin Gothic Book"/>
              </a:rPr>
              <a:t>a</a:t>
            </a:r>
            <a:r>
              <a:rPr sz="2400" spc="-30" dirty="0">
                <a:solidFill>
                  <a:srgbClr val="4D3A2F"/>
                </a:solidFill>
                <a:latin typeface="Calibri" panose="020F0502020204030204" pitchFamily="34" charset="0"/>
                <a:cs typeface="Franklin Gothic Book"/>
              </a:rPr>
              <a:t>n</a:t>
            </a:r>
            <a:r>
              <a:rPr sz="2400" spc="-15" dirty="0">
                <a:solidFill>
                  <a:srgbClr val="4D3A2F"/>
                </a:solidFill>
                <a:latin typeface="Calibri" panose="020F0502020204030204" pitchFamily="34" charset="0"/>
                <a:cs typeface="Franklin Gothic Book"/>
              </a:rPr>
              <a:t>d</a:t>
            </a:r>
            <a:r>
              <a:rPr sz="2400" spc="5" dirty="0">
                <a:solidFill>
                  <a:srgbClr val="4D3A2F"/>
                </a:solidFill>
                <a:latin typeface="Calibri" panose="020F0502020204030204" pitchFamily="34" charset="0"/>
                <a:cs typeface="Franklin Gothic Book"/>
              </a:rPr>
              <a:t> </a:t>
            </a:r>
            <a:r>
              <a:rPr sz="2400" spc="-5" dirty="0">
                <a:solidFill>
                  <a:srgbClr val="4D3A2F"/>
                </a:solidFill>
                <a:latin typeface="Calibri" panose="020F0502020204030204" pitchFamily="34" charset="0"/>
                <a:cs typeface="Franklin Gothic Book"/>
              </a:rPr>
              <a:t>p</a:t>
            </a:r>
            <a:r>
              <a:rPr sz="2400" spc="-55" dirty="0">
                <a:solidFill>
                  <a:srgbClr val="4D3A2F"/>
                </a:solidFill>
                <a:latin typeface="Calibri" panose="020F0502020204030204" pitchFamily="34" charset="0"/>
                <a:cs typeface="Franklin Gothic Book"/>
              </a:rPr>
              <a:t>r</a:t>
            </a:r>
            <a:r>
              <a:rPr sz="2400" spc="-15" dirty="0">
                <a:solidFill>
                  <a:srgbClr val="4D3A2F"/>
                </a:solidFill>
                <a:latin typeface="Calibri" panose="020F0502020204030204" pitchFamily="34" charset="0"/>
                <a:cs typeface="Franklin Gothic Book"/>
              </a:rPr>
              <a:t>o</a:t>
            </a:r>
            <a:r>
              <a:rPr sz="2400" spc="-25" dirty="0">
                <a:solidFill>
                  <a:srgbClr val="4D3A2F"/>
                </a:solidFill>
                <a:latin typeface="Calibri" panose="020F0502020204030204" pitchFamily="34" charset="0"/>
                <a:cs typeface="Franklin Gothic Book"/>
              </a:rPr>
              <a:t>c</a:t>
            </a:r>
            <a:r>
              <a:rPr sz="2400" spc="-20" dirty="0">
                <a:solidFill>
                  <a:srgbClr val="4D3A2F"/>
                </a:solidFill>
                <a:latin typeface="Calibri" panose="020F0502020204030204" pitchFamily="34" charset="0"/>
                <a:cs typeface="Franklin Gothic Book"/>
              </a:rPr>
              <a:t>e</a:t>
            </a:r>
            <a:r>
              <a:rPr sz="2400" spc="-10" dirty="0">
                <a:solidFill>
                  <a:srgbClr val="4D3A2F"/>
                </a:solidFill>
                <a:latin typeface="Calibri" panose="020F0502020204030204" pitchFamily="34" charset="0"/>
                <a:cs typeface="Franklin Gothic Book"/>
              </a:rPr>
              <a:t>d</a:t>
            </a:r>
            <a:r>
              <a:rPr sz="2400" spc="-30" dirty="0">
                <a:solidFill>
                  <a:srgbClr val="4D3A2F"/>
                </a:solidFill>
                <a:latin typeface="Calibri" panose="020F0502020204030204" pitchFamily="34" charset="0"/>
                <a:cs typeface="Franklin Gothic Book"/>
              </a:rPr>
              <a:t>u</a:t>
            </a:r>
            <a:r>
              <a:rPr sz="2400" spc="-5" dirty="0">
                <a:solidFill>
                  <a:srgbClr val="4D3A2F"/>
                </a:solidFill>
                <a:latin typeface="Calibri" panose="020F0502020204030204" pitchFamily="34" charset="0"/>
                <a:cs typeface="Franklin Gothic Book"/>
              </a:rPr>
              <a:t>r</a:t>
            </a:r>
            <a:r>
              <a:rPr sz="2400" spc="-25" dirty="0">
                <a:solidFill>
                  <a:srgbClr val="4D3A2F"/>
                </a:solidFill>
                <a:latin typeface="Calibri" panose="020F0502020204030204" pitchFamily="34" charset="0"/>
                <a:cs typeface="Franklin Gothic Book"/>
              </a:rPr>
              <a:t>e</a:t>
            </a:r>
            <a:r>
              <a:rPr sz="2400" spc="-15" dirty="0">
                <a:solidFill>
                  <a:srgbClr val="4D3A2F"/>
                </a:solidFill>
                <a:latin typeface="Calibri" panose="020F0502020204030204" pitchFamily="34" charset="0"/>
                <a:cs typeface="Franklin Gothic Book"/>
              </a:rPr>
              <a:t>s</a:t>
            </a:r>
            <a:endParaRPr sz="2400" dirty="0">
              <a:solidFill>
                <a:prstClr val="black"/>
              </a:solidFill>
              <a:latin typeface="Calibri" panose="020F0502020204030204" pitchFamily="34" charset="0"/>
              <a:cs typeface="Franklin Gothic Book"/>
            </a:endParaRPr>
          </a:p>
        </p:txBody>
      </p:sp>
      <p:sp>
        <p:nvSpPr>
          <p:cNvPr id="5" name="object 5"/>
          <p:cNvSpPr txBox="1"/>
          <p:nvPr/>
        </p:nvSpPr>
        <p:spPr>
          <a:xfrm>
            <a:off x="365759" y="1758950"/>
            <a:ext cx="59055" cy="172085"/>
          </a:xfrm>
          <a:prstGeom prst="rect">
            <a:avLst/>
          </a:prstGeom>
        </p:spPr>
        <p:txBody>
          <a:bodyPr vert="horz" wrap="square" lIns="0" tIns="0" rIns="0" bIns="0" rtlCol="0">
            <a:spAutoFit/>
          </a:bodyPr>
          <a:lstStyle/>
          <a:p>
            <a:pPr marL="12700" fontAlgn="auto">
              <a:spcBef>
                <a:spcPts val="0"/>
              </a:spcBef>
              <a:spcAft>
                <a:spcPts val="0"/>
              </a:spcAft>
            </a:pPr>
            <a:r>
              <a:rPr sz="1050" spc="5" dirty="0">
                <a:solidFill>
                  <a:srgbClr val="FFFFFF"/>
                </a:solidFill>
                <a:latin typeface="Segoe UI"/>
                <a:cs typeface="Segoe UI"/>
              </a:rPr>
              <a:t>l</a:t>
            </a:r>
            <a:endParaRPr sz="1050">
              <a:solidFill>
                <a:prstClr val="black"/>
              </a:solidFill>
              <a:latin typeface="Segoe UI"/>
              <a:cs typeface="Segoe UI"/>
            </a:endParaRPr>
          </a:p>
        </p:txBody>
      </p:sp>
      <p:sp>
        <p:nvSpPr>
          <p:cNvPr id="6" name="object 6"/>
          <p:cNvSpPr txBox="1"/>
          <p:nvPr/>
        </p:nvSpPr>
        <p:spPr>
          <a:xfrm>
            <a:off x="365759" y="2087879"/>
            <a:ext cx="59055" cy="172085"/>
          </a:xfrm>
          <a:prstGeom prst="rect">
            <a:avLst/>
          </a:prstGeom>
        </p:spPr>
        <p:txBody>
          <a:bodyPr vert="horz" wrap="square" lIns="0" tIns="0" rIns="0" bIns="0" rtlCol="0">
            <a:spAutoFit/>
          </a:bodyPr>
          <a:lstStyle/>
          <a:p>
            <a:pPr marL="12700" fontAlgn="auto">
              <a:spcBef>
                <a:spcPts val="0"/>
              </a:spcBef>
              <a:spcAft>
                <a:spcPts val="0"/>
              </a:spcAft>
            </a:pPr>
            <a:r>
              <a:rPr sz="1050" spc="5" dirty="0">
                <a:solidFill>
                  <a:srgbClr val="FFFFFF"/>
                </a:solidFill>
                <a:latin typeface="Segoe UI"/>
                <a:cs typeface="Segoe UI"/>
              </a:rPr>
              <a:t>l</a:t>
            </a:r>
            <a:endParaRPr sz="1050">
              <a:solidFill>
                <a:prstClr val="black"/>
              </a:solidFill>
              <a:latin typeface="Segoe UI"/>
              <a:cs typeface="Segoe UI"/>
            </a:endParaRPr>
          </a:p>
        </p:txBody>
      </p:sp>
      <p:sp>
        <p:nvSpPr>
          <p:cNvPr id="7" name="object 7"/>
          <p:cNvSpPr txBox="1"/>
          <p:nvPr/>
        </p:nvSpPr>
        <p:spPr>
          <a:xfrm>
            <a:off x="365759" y="2416809"/>
            <a:ext cx="59055" cy="172085"/>
          </a:xfrm>
          <a:prstGeom prst="rect">
            <a:avLst/>
          </a:prstGeom>
        </p:spPr>
        <p:txBody>
          <a:bodyPr vert="horz" wrap="square" lIns="0" tIns="0" rIns="0" bIns="0" rtlCol="0">
            <a:spAutoFit/>
          </a:bodyPr>
          <a:lstStyle/>
          <a:p>
            <a:pPr marL="12700" fontAlgn="auto">
              <a:spcBef>
                <a:spcPts val="0"/>
              </a:spcBef>
              <a:spcAft>
                <a:spcPts val="0"/>
              </a:spcAft>
            </a:pPr>
            <a:r>
              <a:rPr sz="1050" spc="5" dirty="0">
                <a:solidFill>
                  <a:srgbClr val="FFFFFF"/>
                </a:solidFill>
                <a:latin typeface="Segoe UI"/>
                <a:cs typeface="Segoe UI"/>
              </a:rPr>
              <a:t>l</a:t>
            </a:r>
            <a:endParaRPr sz="1050">
              <a:solidFill>
                <a:prstClr val="black"/>
              </a:solidFill>
              <a:latin typeface="Segoe UI"/>
              <a:cs typeface="Segoe UI"/>
            </a:endParaRPr>
          </a:p>
        </p:txBody>
      </p:sp>
      <p:sp>
        <p:nvSpPr>
          <p:cNvPr id="8" name="object 8"/>
          <p:cNvSpPr txBox="1"/>
          <p:nvPr/>
        </p:nvSpPr>
        <p:spPr>
          <a:xfrm>
            <a:off x="365759" y="2745740"/>
            <a:ext cx="59055" cy="172085"/>
          </a:xfrm>
          <a:prstGeom prst="rect">
            <a:avLst/>
          </a:prstGeom>
        </p:spPr>
        <p:txBody>
          <a:bodyPr vert="horz" wrap="square" lIns="0" tIns="0" rIns="0" bIns="0" rtlCol="0">
            <a:spAutoFit/>
          </a:bodyPr>
          <a:lstStyle/>
          <a:p>
            <a:pPr marL="12700" fontAlgn="auto">
              <a:spcBef>
                <a:spcPts val="0"/>
              </a:spcBef>
              <a:spcAft>
                <a:spcPts val="0"/>
              </a:spcAft>
            </a:pPr>
            <a:r>
              <a:rPr sz="1050" spc="5" dirty="0">
                <a:solidFill>
                  <a:srgbClr val="FFFFFF"/>
                </a:solidFill>
                <a:latin typeface="Segoe UI"/>
                <a:cs typeface="Segoe UI"/>
              </a:rPr>
              <a:t>l</a:t>
            </a:r>
            <a:endParaRPr sz="1050">
              <a:solidFill>
                <a:prstClr val="black"/>
              </a:solidFill>
              <a:latin typeface="Segoe UI"/>
              <a:cs typeface="Segoe UI"/>
            </a:endParaRPr>
          </a:p>
        </p:txBody>
      </p:sp>
      <p:sp>
        <p:nvSpPr>
          <p:cNvPr id="9" name="object 9"/>
          <p:cNvSpPr txBox="1"/>
          <p:nvPr/>
        </p:nvSpPr>
        <p:spPr>
          <a:xfrm>
            <a:off x="365759" y="3075940"/>
            <a:ext cx="59055" cy="172085"/>
          </a:xfrm>
          <a:prstGeom prst="rect">
            <a:avLst/>
          </a:prstGeom>
        </p:spPr>
        <p:txBody>
          <a:bodyPr vert="horz" wrap="square" lIns="0" tIns="0" rIns="0" bIns="0" rtlCol="0">
            <a:spAutoFit/>
          </a:bodyPr>
          <a:lstStyle/>
          <a:p>
            <a:pPr marL="12700" fontAlgn="auto">
              <a:spcBef>
                <a:spcPts val="0"/>
              </a:spcBef>
              <a:spcAft>
                <a:spcPts val="0"/>
              </a:spcAft>
            </a:pPr>
            <a:r>
              <a:rPr sz="1050" spc="5" dirty="0">
                <a:solidFill>
                  <a:srgbClr val="FFFFFF"/>
                </a:solidFill>
                <a:latin typeface="Segoe UI"/>
                <a:cs typeface="Segoe UI"/>
              </a:rPr>
              <a:t>l</a:t>
            </a:r>
            <a:endParaRPr sz="1050">
              <a:solidFill>
                <a:prstClr val="black"/>
              </a:solidFill>
              <a:latin typeface="Segoe UI"/>
              <a:cs typeface="Segoe UI"/>
            </a:endParaRPr>
          </a:p>
        </p:txBody>
      </p:sp>
      <p:sp>
        <p:nvSpPr>
          <p:cNvPr id="10" name="object 10"/>
          <p:cNvSpPr txBox="1"/>
          <p:nvPr/>
        </p:nvSpPr>
        <p:spPr>
          <a:xfrm>
            <a:off x="365759" y="3404870"/>
            <a:ext cx="59055" cy="172085"/>
          </a:xfrm>
          <a:prstGeom prst="rect">
            <a:avLst/>
          </a:prstGeom>
        </p:spPr>
        <p:txBody>
          <a:bodyPr vert="horz" wrap="square" lIns="0" tIns="0" rIns="0" bIns="0" rtlCol="0">
            <a:spAutoFit/>
          </a:bodyPr>
          <a:lstStyle/>
          <a:p>
            <a:pPr marL="12700" fontAlgn="auto">
              <a:spcBef>
                <a:spcPts val="0"/>
              </a:spcBef>
              <a:spcAft>
                <a:spcPts val="0"/>
              </a:spcAft>
            </a:pPr>
            <a:r>
              <a:rPr sz="1050" spc="5" dirty="0">
                <a:solidFill>
                  <a:srgbClr val="FFFFFF"/>
                </a:solidFill>
                <a:latin typeface="Segoe UI"/>
                <a:cs typeface="Segoe UI"/>
              </a:rPr>
              <a:t>l</a:t>
            </a:r>
            <a:endParaRPr sz="1050">
              <a:solidFill>
                <a:prstClr val="black"/>
              </a:solidFill>
              <a:latin typeface="Segoe UI"/>
              <a:cs typeface="Segoe UI"/>
            </a:endParaRPr>
          </a:p>
        </p:txBody>
      </p:sp>
      <p:sp>
        <p:nvSpPr>
          <p:cNvPr id="11" name="object 11"/>
          <p:cNvSpPr txBox="1"/>
          <p:nvPr/>
        </p:nvSpPr>
        <p:spPr>
          <a:xfrm>
            <a:off x="365759" y="3733800"/>
            <a:ext cx="59055" cy="172085"/>
          </a:xfrm>
          <a:prstGeom prst="rect">
            <a:avLst/>
          </a:prstGeom>
        </p:spPr>
        <p:txBody>
          <a:bodyPr vert="horz" wrap="square" lIns="0" tIns="0" rIns="0" bIns="0" rtlCol="0">
            <a:spAutoFit/>
          </a:bodyPr>
          <a:lstStyle/>
          <a:p>
            <a:pPr marL="12700" fontAlgn="auto">
              <a:spcBef>
                <a:spcPts val="0"/>
              </a:spcBef>
              <a:spcAft>
                <a:spcPts val="0"/>
              </a:spcAft>
            </a:pPr>
            <a:r>
              <a:rPr sz="1050" spc="5" dirty="0">
                <a:solidFill>
                  <a:srgbClr val="FFFFFF"/>
                </a:solidFill>
                <a:latin typeface="Segoe UI"/>
                <a:cs typeface="Segoe UI"/>
              </a:rPr>
              <a:t>l</a:t>
            </a:r>
            <a:endParaRPr sz="1050">
              <a:solidFill>
                <a:prstClr val="black"/>
              </a:solidFill>
              <a:latin typeface="Segoe UI"/>
              <a:cs typeface="Segoe UI"/>
            </a:endParaRPr>
          </a:p>
        </p:txBody>
      </p:sp>
      <p:sp>
        <p:nvSpPr>
          <p:cNvPr id="14" name="object 14"/>
          <p:cNvSpPr/>
          <p:nvPr/>
        </p:nvSpPr>
        <p:spPr>
          <a:xfrm>
            <a:off x="96519" y="6183629"/>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5" name="object 15"/>
          <p:cNvSpPr/>
          <p:nvPr/>
        </p:nvSpPr>
        <p:spPr>
          <a:xfrm>
            <a:off x="581659" y="6708140"/>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6"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a:p>
        </p:txBody>
      </p:sp>
      <p:sp>
        <p:nvSpPr>
          <p:cNvPr id="18" name="Slide Number Placeholder 17">
            <a:extLst>
              <a:ext uri="{FF2B5EF4-FFF2-40B4-BE49-F238E27FC236}">
                <a16:creationId xmlns:a16="http://schemas.microsoft.com/office/drawing/2014/main" id="{C8B92806-E567-4E82-8DD4-AA2C3FC02ED3}"/>
              </a:ext>
            </a:extLst>
          </p:cNvPr>
          <p:cNvSpPr>
            <a:spLocks noGrp="1"/>
          </p:cNvSpPr>
          <p:nvPr>
            <p:ph type="sldNum" sz="quarter" idx="12"/>
          </p:nvPr>
        </p:nvSpPr>
        <p:spPr/>
        <p:txBody>
          <a:bodyPr/>
          <a:lstStyle/>
          <a:p>
            <a:fld id="{E31375A4-56A4-47D6-9801-1991572033F7}" type="slidenum">
              <a:rPr lang="en-US" smtClean="0">
                <a:solidFill>
                  <a:prstClr val="black"/>
                </a:solidFill>
              </a:rPr>
              <a:pPr/>
              <a:t>21</a:t>
            </a:fld>
            <a:endParaRPr lang="en-US">
              <a:solidFill>
                <a:prstClr val="black"/>
              </a:solidFill>
            </a:endParaRPr>
          </a:p>
        </p:txBody>
      </p:sp>
      <p:sp>
        <p:nvSpPr>
          <p:cNvPr id="12" name="Date Placeholder 11">
            <a:extLst>
              <a:ext uri="{FF2B5EF4-FFF2-40B4-BE49-F238E27FC236}">
                <a16:creationId xmlns:a16="http://schemas.microsoft.com/office/drawing/2014/main" id="{FFBA83D7-78DE-5D33-9F67-E99F257A02AB}"/>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2461082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71550" y="188640"/>
            <a:ext cx="7200900" cy="830996"/>
          </a:xfrm>
          <a:prstGeom prst="rect">
            <a:avLst/>
          </a:prstGeom>
        </p:spPr>
        <p:txBody>
          <a:bodyPr vert="horz" wrap="square" lIns="0" tIns="274319" rIns="0" bIns="0" rtlCol="0">
            <a:spAutoFit/>
          </a:bodyPr>
          <a:lstStyle/>
          <a:p>
            <a:pPr marL="12700" algn="ctr">
              <a:lnSpc>
                <a:spcPct val="100000"/>
              </a:lnSpc>
            </a:pPr>
            <a:r>
              <a:rPr lang="en-US" sz="3600" spc="-10" dirty="0">
                <a:latin typeface="Calibri" panose="020F0502020204030204" pitchFamily="34" charset="0"/>
              </a:rPr>
              <a:t>H</a:t>
            </a:r>
            <a:r>
              <a:rPr lang="en-US" sz="3600" spc="-85" dirty="0">
                <a:latin typeface="Calibri" panose="020F0502020204030204" pitchFamily="34" charset="0"/>
              </a:rPr>
              <a:t>O</a:t>
            </a:r>
            <a:r>
              <a:rPr lang="en-US" sz="3600" dirty="0">
                <a:latin typeface="Calibri" panose="020F0502020204030204" pitchFamily="34" charset="0"/>
              </a:rPr>
              <a:t>W</a:t>
            </a:r>
            <a:r>
              <a:rPr lang="en-US" sz="3600" spc="-5" dirty="0">
                <a:latin typeface="Calibri" panose="020F0502020204030204" pitchFamily="34" charset="0"/>
              </a:rPr>
              <a:t> </a:t>
            </a:r>
            <a:r>
              <a:rPr lang="en-US" sz="3600" spc="-35" dirty="0">
                <a:latin typeface="Calibri" panose="020F0502020204030204" pitchFamily="34" charset="0"/>
              </a:rPr>
              <a:t>D</a:t>
            </a:r>
            <a:r>
              <a:rPr lang="en-US" sz="3600" spc="-25" dirty="0">
                <a:latin typeface="Calibri" panose="020F0502020204030204" pitchFamily="34" charset="0"/>
              </a:rPr>
              <a:t>O</a:t>
            </a:r>
            <a:r>
              <a:rPr lang="en-US" sz="3600" spc="-15" dirty="0">
                <a:latin typeface="Calibri" panose="020F0502020204030204" pitchFamily="34" charset="0"/>
              </a:rPr>
              <a:t> </a:t>
            </a:r>
            <a:r>
              <a:rPr lang="en-US" sz="3600" spc="-40" dirty="0">
                <a:latin typeface="Calibri" panose="020F0502020204030204" pitchFamily="34" charset="0"/>
              </a:rPr>
              <a:t>W</a:t>
            </a:r>
            <a:r>
              <a:rPr lang="en-US" sz="3600" spc="-20" dirty="0">
                <a:latin typeface="Calibri" panose="020F0502020204030204" pitchFamily="34" charset="0"/>
              </a:rPr>
              <a:t>E</a:t>
            </a:r>
            <a:r>
              <a:rPr lang="en-US" sz="3600" spc="5" dirty="0">
                <a:latin typeface="Calibri" panose="020F0502020204030204" pitchFamily="34" charset="0"/>
              </a:rPr>
              <a:t> </a:t>
            </a:r>
            <a:r>
              <a:rPr lang="en-US" sz="3600" dirty="0">
                <a:latin typeface="Calibri" panose="020F0502020204030204" pitchFamily="34" charset="0"/>
              </a:rPr>
              <a:t>C</a:t>
            </a:r>
            <a:r>
              <a:rPr lang="en-US" sz="3600" spc="-35" dirty="0">
                <a:latin typeface="Calibri" panose="020F0502020204030204" pitchFamily="34" charset="0"/>
              </a:rPr>
              <a:t>O</a:t>
            </a:r>
            <a:r>
              <a:rPr lang="en-US" sz="3600" spc="-30" dirty="0">
                <a:latin typeface="Calibri" panose="020F0502020204030204" pitchFamily="34" charset="0"/>
              </a:rPr>
              <a:t>MMUNI</a:t>
            </a:r>
            <a:r>
              <a:rPr lang="en-US" sz="3600" spc="-40" dirty="0">
                <a:latin typeface="Calibri" panose="020F0502020204030204" pitchFamily="34" charset="0"/>
              </a:rPr>
              <a:t>C</a:t>
            </a:r>
            <a:r>
              <a:rPr lang="en-US" sz="3600" spc="-195" dirty="0">
                <a:latin typeface="Calibri" panose="020F0502020204030204" pitchFamily="34" charset="0"/>
              </a:rPr>
              <a:t>A</a:t>
            </a:r>
            <a:r>
              <a:rPr lang="en-US" sz="3600" spc="-5" dirty="0">
                <a:latin typeface="Calibri" panose="020F0502020204030204" pitchFamily="34" charset="0"/>
              </a:rPr>
              <a:t>TE</a:t>
            </a:r>
            <a:endParaRPr sz="3600" dirty="0">
              <a:latin typeface="Calibri" panose="020F0502020204030204" pitchFamily="34" charset="0"/>
            </a:endParaRPr>
          </a:p>
        </p:txBody>
      </p:sp>
      <p:sp>
        <p:nvSpPr>
          <p:cNvPr id="4" name="object 4"/>
          <p:cNvSpPr txBox="1"/>
          <p:nvPr/>
        </p:nvSpPr>
        <p:spPr>
          <a:xfrm>
            <a:off x="365759" y="1441450"/>
            <a:ext cx="64769" cy="201930"/>
          </a:xfrm>
          <a:prstGeom prst="rect">
            <a:avLst/>
          </a:prstGeom>
        </p:spPr>
        <p:txBody>
          <a:bodyPr vert="horz" wrap="square" lIns="0" tIns="0" rIns="0" bIns="0" rtlCol="0">
            <a:spAutoFit/>
          </a:bodyPr>
          <a:lstStyle/>
          <a:p>
            <a:pPr marL="12700" fontAlgn="auto">
              <a:spcBef>
                <a:spcPts val="0"/>
              </a:spcBef>
              <a:spcAft>
                <a:spcPts val="0"/>
              </a:spcAft>
            </a:pPr>
            <a:r>
              <a:rPr sz="1250" dirty="0">
                <a:solidFill>
                  <a:srgbClr val="FFFFFF"/>
                </a:solidFill>
                <a:latin typeface="Segoe UI"/>
                <a:cs typeface="Segoe UI"/>
              </a:rPr>
              <a:t>l</a:t>
            </a:r>
            <a:endParaRPr sz="1250">
              <a:solidFill>
                <a:prstClr val="black"/>
              </a:solidFill>
              <a:latin typeface="Segoe UI"/>
              <a:cs typeface="Segoe UI"/>
            </a:endParaRPr>
          </a:p>
        </p:txBody>
      </p:sp>
      <p:sp>
        <p:nvSpPr>
          <p:cNvPr id="5" name="object 5"/>
          <p:cNvSpPr txBox="1"/>
          <p:nvPr/>
        </p:nvSpPr>
        <p:spPr>
          <a:xfrm>
            <a:off x="707389" y="1388617"/>
            <a:ext cx="8138160" cy="4667945"/>
          </a:xfrm>
          <a:prstGeom prst="rect">
            <a:avLst/>
          </a:prstGeom>
        </p:spPr>
        <p:txBody>
          <a:bodyPr vert="horz" wrap="square" lIns="0" tIns="0" rIns="0" bIns="0" rtlCol="0">
            <a:spAutoFit/>
          </a:bodyPr>
          <a:lstStyle/>
          <a:p>
            <a:pPr marL="469900" marR="6350" indent="-457200" fontAlgn="auto">
              <a:lnSpc>
                <a:spcPts val="3020"/>
              </a:lnSpc>
              <a:spcBef>
                <a:spcPts val="0"/>
              </a:spcBef>
              <a:spcAft>
                <a:spcPts val="0"/>
              </a:spcAft>
              <a:buFont typeface="Arial" panose="020B0604020202020204" pitchFamily="34" charset="0"/>
              <a:buChar char="•"/>
              <a:tabLst>
                <a:tab pos="1320800" algn="l"/>
              </a:tabLst>
            </a:pPr>
            <a:r>
              <a:rPr sz="2400" spc="-185" dirty="0">
                <a:solidFill>
                  <a:srgbClr val="4D3A2F"/>
                </a:solidFill>
                <a:latin typeface="Calibri" panose="020F0502020204030204" pitchFamily="34" charset="0"/>
                <a:cs typeface="Franklin Gothic Book"/>
              </a:rPr>
              <a:t>T</a:t>
            </a:r>
            <a:r>
              <a:rPr sz="2400" spc="-20" dirty="0">
                <a:solidFill>
                  <a:srgbClr val="4D3A2F"/>
                </a:solidFill>
                <a:latin typeface="Calibri" panose="020F0502020204030204" pitchFamily="34" charset="0"/>
                <a:cs typeface="Franklin Gothic Book"/>
              </a:rPr>
              <a:t>al</a:t>
            </a:r>
            <a:r>
              <a:rPr sz="2400" spc="-10" dirty="0">
                <a:solidFill>
                  <a:srgbClr val="4D3A2F"/>
                </a:solidFill>
                <a:latin typeface="Calibri" panose="020F0502020204030204" pitchFamily="34" charset="0"/>
                <a:cs typeface="Franklin Gothic Book"/>
              </a:rPr>
              <a:t>k</a:t>
            </a:r>
            <a:r>
              <a:rPr sz="2400" spc="-5" dirty="0">
                <a:solidFill>
                  <a:srgbClr val="4D3A2F"/>
                </a:solidFill>
                <a:latin typeface="Calibri" panose="020F0502020204030204" pitchFamily="34" charset="0"/>
                <a:cs typeface="Franklin Gothic Book"/>
              </a:rPr>
              <a:t>i</a:t>
            </a:r>
            <a:r>
              <a:rPr sz="2400" spc="-10" dirty="0">
                <a:solidFill>
                  <a:srgbClr val="4D3A2F"/>
                </a:solidFill>
                <a:latin typeface="Calibri" panose="020F0502020204030204" pitchFamily="34" charset="0"/>
                <a:cs typeface="Franklin Gothic Book"/>
              </a:rPr>
              <a:t>ng</a:t>
            </a:r>
            <a:r>
              <a:rPr sz="2400" dirty="0">
                <a:solidFill>
                  <a:srgbClr val="4D3A2F"/>
                </a:solidFill>
                <a:latin typeface="Calibri" panose="020F0502020204030204" pitchFamily="34" charset="0"/>
                <a:cs typeface="Franklin Gothic Book"/>
              </a:rPr>
              <a:t>:	</a:t>
            </a:r>
            <a:endParaRPr lang="en-US" sz="2400" dirty="0">
              <a:solidFill>
                <a:srgbClr val="4D3A2F"/>
              </a:solidFill>
              <a:latin typeface="Calibri" panose="020F0502020204030204" pitchFamily="34" charset="0"/>
              <a:cs typeface="Franklin Gothic Book"/>
            </a:endParaRPr>
          </a:p>
          <a:p>
            <a:pPr marL="927100" marR="6350" lvl="1" indent="-457200" fontAlgn="auto">
              <a:lnSpc>
                <a:spcPts val="3020"/>
              </a:lnSpc>
              <a:spcBef>
                <a:spcPts val="0"/>
              </a:spcBef>
              <a:spcAft>
                <a:spcPts val="0"/>
              </a:spcAft>
              <a:buFont typeface="Arial" panose="020B0604020202020204" pitchFamily="34" charset="0"/>
              <a:buChar char="•"/>
              <a:tabLst>
                <a:tab pos="1320800" algn="l"/>
              </a:tabLst>
            </a:pPr>
            <a:r>
              <a:rPr sz="2400" spc="-15" dirty="0">
                <a:solidFill>
                  <a:srgbClr val="4D3A2F"/>
                </a:solidFill>
                <a:latin typeface="Calibri" panose="020F0502020204030204" pitchFamily="34" charset="0"/>
                <a:cs typeface="Franklin Gothic Book"/>
              </a:rPr>
              <a:t>o</a:t>
            </a:r>
            <a:r>
              <a:rPr sz="2400" spc="-30" dirty="0">
                <a:solidFill>
                  <a:srgbClr val="4D3A2F"/>
                </a:solidFill>
                <a:latin typeface="Calibri" panose="020F0502020204030204" pitchFamily="34" charset="0"/>
                <a:cs typeface="Franklin Gothic Book"/>
              </a:rPr>
              <a:t>n</a:t>
            </a:r>
            <a:r>
              <a:rPr sz="2400" spc="-15" dirty="0">
                <a:solidFill>
                  <a:srgbClr val="4D3A2F"/>
                </a:solidFill>
                <a:latin typeface="Calibri" panose="020F0502020204030204" pitchFamily="34" charset="0"/>
                <a:cs typeface="Franklin Gothic Book"/>
              </a:rPr>
              <a:t>e</a:t>
            </a:r>
            <a:r>
              <a:rPr sz="2400" spc="-10" dirty="0">
                <a:solidFill>
                  <a:srgbClr val="4D3A2F"/>
                </a:solidFill>
                <a:latin typeface="Calibri" panose="020F0502020204030204" pitchFamily="34" charset="0"/>
                <a:cs typeface="Franklin Gothic Book"/>
              </a:rPr>
              <a:t> </a:t>
            </a:r>
            <a:r>
              <a:rPr sz="2400" spc="-20" dirty="0">
                <a:solidFill>
                  <a:srgbClr val="4D3A2F"/>
                </a:solidFill>
                <a:latin typeface="Calibri" panose="020F0502020204030204" pitchFamily="34" charset="0"/>
                <a:cs typeface="Franklin Gothic Book"/>
              </a:rPr>
              <a:t>on </a:t>
            </a:r>
            <a:r>
              <a:rPr sz="2400" spc="-15" dirty="0">
                <a:solidFill>
                  <a:srgbClr val="4D3A2F"/>
                </a:solidFill>
                <a:latin typeface="Calibri" panose="020F0502020204030204" pitchFamily="34" charset="0"/>
                <a:cs typeface="Franklin Gothic Book"/>
              </a:rPr>
              <a:t>o</a:t>
            </a:r>
            <a:r>
              <a:rPr sz="2400" spc="-25" dirty="0">
                <a:solidFill>
                  <a:srgbClr val="4D3A2F"/>
                </a:solidFill>
                <a:latin typeface="Calibri" panose="020F0502020204030204" pitchFamily="34" charset="0"/>
                <a:cs typeface="Franklin Gothic Book"/>
              </a:rPr>
              <a:t>ne</a:t>
            </a:r>
            <a:r>
              <a:rPr sz="2400" dirty="0">
                <a:solidFill>
                  <a:srgbClr val="4D3A2F"/>
                </a:solidFill>
                <a:latin typeface="Calibri" panose="020F0502020204030204" pitchFamily="34" charset="0"/>
                <a:cs typeface="Franklin Gothic Book"/>
              </a:rPr>
              <a:t>,</a:t>
            </a:r>
            <a:r>
              <a:rPr sz="2400" spc="-15" dirty="0">
                <a:solidFill>
                  <a:srgbClr val="4D3A2F"/>
                </a:solidFill>
                <a:latin typeface="Calibri" panose="020F0502020204030204" pitchFamily="34" charset="0"/>
                <a:cs typeface="Franklin Gothic Book"/>
              </a:rPr>
              <a:t> </a:t>
            </a:r>
            <a:endParaRPr lang="en-US" sz="2400" spc="-15" dirty="0">
              <a:solidFill>
                <a:srgbClr val="4D3A2F"/>
              </a:solidFill>
              <a:latin typeface="Calibri" panose="020F0502020204030204" pitchFamily="34" charset="0"/>
              <a:cs typeface="Franklin Gothic Book"/>
            </a:endParaRPr>
          </a:p>
          <a:p>
            <a:pPr marL="927100" marR="6350" lvl="1" indent="-457200" fontAlgn="auto">
              <a:lnSpc>
                <a:spcPts val="3020"/>
              </a:lnSpc>
              <a:spcBef>
                <a:spcPts val="0"/>
              </a:spcBef>
              <a:spcAft>
                <a:spcPts val="0"/>
              </a:spcAft>
              <a:buFont typeface="Arial" panose="020B0604020202020204" pitchFamily="34" charset="0"/>
              <a:buChar char="•"/>
              <a:tabLst>
                <a:tab pos="1320800" algn="l"/>
              </a:tabLst>
            </a:pPr>
            <a:r>
              <a:rPr sz="2400" spc="-25" dirty="0">
                <a:solidFill>
                  <a:srgbClr val="4D3A2F"/>
                </a:solidFill>
                <a:latin typeface="Calibri" panose="020F0502020204030204" pitchFamily="34" charset="0"/>
                <a:cs typeface="Franklin Gothic Book"/>
              </a:rPr>
              <a:t>me</a:t>
            </a:r>
            <a:r>
              <a:rPr sz="2400" spc="-35" dirty="0">
                <a:solidFill>
                  <a:srgbClr val="4D3A2F"/>
                </a:solidFill>
                <a:latin typeface="Calibri" panose="020F0502020204030204" pitchFamily="34" charset="0"/>
                <a:cs typeface="Franklin Gothic Book"/>
              </a:rPr>
              <a:t>e</a:t>
            </a:r>
            <a:r>
              <a:rPr sz="2400" spc="-5" dirty="0">
                <a:solidFill>
                  <a:srgbClr val="4D3A2F"/>
                </a:solidFill>
                <a:latin typeface="Calibri" panose="020F0502020204030204" pitchFamily="34" charset="0"/>
                <a:cs typeface="Franklin Gothic Book"/>
              </a:rPr>
              <a:t>ti</a:t>
            </a:r>
            <a:r>
              <a:rPr sz="2400" spc="-10" dirty="0">
                <a:solidFill>
                  <a:srgbClr val="4D3A2F"/>
                </a:solidFill>
                <a:latin typeface="Calibri" panose="020F0502020204030204" pitchFamily="34" charset="0"/>
                <a:cs typeface="Franklin Gothic Book"/>
              </a:rPr>
              <a:t>ng</a:t>
            </a:r>
            <a:r>
              <a:rPr sz="2400" spc="-25" dirty="0">
                <a:solidFill>
                  <a:srgbClr val="4D3A2F"/>
                </a:solidFill>
                <a:latin typeface="Calibri" panose="020F0502020204030204" pitchFamily="34" charset="0"/>
                <a:cs typeface="Franklin Gothic Book"/>
              </a:rPr>
              <a:t>s</a:t>
            </a:r>
            <a:r>
              <a:rPr sz="2400" dirty="0">
                <a:solidFill>
                  <a:srgbClr val="4D3A2F"/>
                </a:solidFill>
                <a:latin typeface="Calibri" panose="020F0502020204030204" pitchFamily="34" charset="0"/>
                <a:cs typeface="Franklin Gothic Book"/>
              </a:rPr>
              <a:t>,</a:t>
            </a:r>
            <a:r>
              <a:rPr sz="2400" spc="-15" dirty="0">
                <a:solidFill>
                  <a:srgbClr val="4D3A2F"/>
                </a:solidFill>
                <a:latin typeface="Calibri" panose="020F0502020204030204" pitchFamily="34" charset="0"/>
                <a:cs typeface="Franklin Gothic Book"/>
              </a:rPr>
              <a:t> </a:t>
            </a:r>
            <a:endParaRPr lang="en-US" sz="2400" spc="-15" dirty="0">
              <a:solidFill>
                <a:srgbClr val="4D3A2F"/>
              </a:solidFill>
              <a:latin typeface="Calibri" panose="020F0502020204030204" pitchFamily="34" charset="0"/>
              <a:cs typeface="Franklin Gothic Book"/>
            </a:endParaRPr>
          </a:p>
          <a:p>
            <a:pPr marL="927100" marR="6350" lvl="1" indent="-457200" fontAlgn="auto">
              <a:lnSpc>
                <a:spcPts val="3020"/>
              </a:lnSpc>
              <a:spcBef>
                <a:spcPts val="0"/>
              </a:spcBef>
              <a:spcAft>
                <a:spcPts val="0"/>
              </a:spcAft>
              <a:buFont typeface="Arial" panose="020B0604020202020204" pitchFamily="34" charset="0"/>
              <a:buChar char="•"/>
              <a:tabLst>
                <a:tab pos="1320800" algn="l"/>
              </a:tabLst>
            </a:pPr>
            <a:r>
              <a:rPr sz="2400" spc="-10" dirty="0">
                <a:solidFill>
                  <a:srgbClr val="4D3A2F"/>
                </a:solidFill>
                <a:latin typeface="Calibri" panose="020F0502020204030204" pitchFamily="34" charset="0"/>
                <a:cs typeface="Franklin Gothic Book"/>
              </a:rPr>
              <a:t>pr</a:t>
            </a:r>
            <a:r>
              <a:rPr sz="2400" spc="-25" dirty="0">
                <a:solidFill>
                  <a:srgbClr val="4D3A2F"/>
                </a:solidFill>
                <a:latin typeface="Calibri" panose="020F0502020204030204" pitchFamily="34" charset="0"/>
                <a:cs typeface="Franklin Gothic Book"/>
              </a:rPr>
              <a:t>es</a:t>
            </a:r>
            <a:r>
              <a:rPr sz="2400" spc="-20" dirty="0">
                <a:solidFill>
                  <a:srgbClr val="4D3A2F"/>
                </a:solidFill>
                <a:latin typeface="Calibri" panose="020F0502020204030204" pitchFamily="34" charset="0"/>
                <a:cs typeface="Franklin Gothic Book"/>
              </a:rPr>
              <a:t>e</a:t>
            </a:r>
            <a:r>
              <a:rPr sz="2400" spc="-30" dirty="0">
                <a:solidFill>
                  <a:srgbClr val="4D3A2F"/>
                </a:solidFill>
                <a:latin typeface="Calibri" panose="020F0502020204030204" pitchFamily="34" charset="0"/>
                <a:cs typeface="Franklin Gothic Book"/>
              </a:rPr>
              <a:t>n</a:t>
            </a:r>
            <a:r>
              <a:rPr sz="2400" spc="-20" dirty="0">
                <a:solidFill>
                  <a:srgbClr val="4D3A2F"/>
                </a:solidFill>
                <a:latin typeface="Calibri" panose="020F0502020204030204" pitchFamily="34" charset="0"/>
                <a:cs typeface="Franklin Gothic Book"/>
              </a:rPr>
              <a:t>tatio</a:t>
            </a:r>
            <a:r>
              <a:rPr sz="2400" spc="-30" dirty="0">
                <a:solidFill>
                  <a:srgbClr val="4D3A2F"/>
                </a:solidFill>
                <a:latin typeface="Calibri" panose="020F0502020204030204" pitchFamily="34" charset="0"/>
                <a:cs typeface="Franklin Gothic Book"/>
              </a:rPr>
              <a:t>n</a:t>
            </a:r>
            <a:r>
              <a:rPr sz="2400" spc="-20" dirty="0">
                <a:solidFill>
                  <a:srgbClr val="4D3A2F"/>
                </a:solidFill>
                <a:latin typeface="Calibri" panose="020F0502020204030204" pitchFamily="34" charset="0"/>
                <a:cs typeface="Franklin Gothic Book"/>
              </a:rPr>
              <a:t>s</a:t>
            </a:r>
            <a:r>
              <a:rPr sz="2400" spc="-10" dirty="0">
                <a:solidFill>
                  <a:srgbClr val="4D3A2F"/>
                </a:solidFill>
                <a:latin typeface="Calibri" panose="020F0502020204030204" pitchFamily="34" charset="0"/>
                <a:cs typeface="Franklin Gothic Book"/>
              </a:rPr>
              <a:t>,</a:t>
            </a:r>
            <a:r>
              <a:rPr sz="2400" spc="-15" dirty="0">
                <a:solidFill>
                  <a:srgbClr val="4D3A2F"/>
                </a:solidFill>
                <a:latin typeface="Calibri" panose="020F0502020204030204" pitchFamily="34" charset="0"/>
                <a:cs typeface="Franklin Gothic Book"/>
              </a:rPr>
              <a:t> </a:t>
            </a:r>
            <a:endParaRPr lang="en-US" sz="2400" spc="-15" dirty="0">
              <a:solidFill>
                <a:srgbClr val="4D3A2F"/>
              </a:solidFill>
              <a:latin typeface="Calibri" panose="020F0502020204030204" pitchFamily="34" charset="0"/>
              <a:cs typeface="Franklin Gothic Book"/>
            </a:endParaRPr>
          </a:p>
          <a:p>
            <a:pPr marL="927100" marR="6350" lvl="1" indent="-457200" fontAlgn="auto">
              <a:lnSpc>
                <a:spcPts val="3020"/>
              </a:lnSpc>
              <a:spcBef>
                <a:spcPts val="0"/>
              </a:spcBef>
              <a:spcAft>
                <a:spcPts val="0"/>
              </a:spcAft>
              <a:buFont typeface="Arial" panose="020B0604020202020204" pitchFamily="34" charset="0"/>
              <a:buChar char="•"/>
              <a:tabLst>
                <a:tab pos="1320800" algn="l"/>
              </a:tabLst>
            </a:pPr>
            <a:r>
              <a:rPr sz="2400" spc="-10" dirty="0">
                <a:solidFill>
                  <a:srgbClr val="4D3A2F"/>
                </a:solidFill>
                <a:latin typeface="Calibri" panose="020F0502020204030204" pitchFamily="34" charset="0"/>
                <a:cs typeface="Franklin Gothic Book"/>
              </a:rPr>
              <a:t>p</a:t>
            </a:r>
            <a:r>
              <a:rPr sz="2400" spc="-5" dirty="0">
                <a:solidFill>
                  <a:srgbClr val="4D3A2F"/>
                </a:solidFill>
                <a:latin typeface="Calibri" panose="020F0502020204030204" pitchFamily="34" charset="0"/>
                <a:cs typeface="Franklin Gothic Book"/>
              </a:rPr>
              <a:t>h</a:t>
            </a:r>
            <a:r>
              <a:rPr sz="2400" spc="-20" dirty="0">
                <a:solidFill>
                  <a:srgbClr val="4D3A2F"/>
                </a:solidFill>
                <a:latin typeface="Calibri" panose="020F0502020204030204" pitchFamily="34" charset="0"/>
                <a:cs typeface="Franklin Gothic Book"/>
              </a:rPr>
              <a:t>o</a:t>
            </a:r>
            <a:r>
              <a:rPr sz="2400" spc="-30" dirty="0">
                <a:solidFill>
                  <a:srgbClr val="4D3A2F"/>
                </a:solidFill>
                <a:latin typeface="Calibri" panose="020F0502020204030204" pitchFamily="34" charset="0"/>
                <a:cs typeface="Franklin Gothic Book"/>
              </a:rPr>
              <a:t>n</a:t>
            </a:r>
            <a:r>
              <a:rPr sz="2400" spc="-15" dirty="0">
                <a:solidFill>
                  <a:srgbClr val="4D3A2F"/>
                </a:solidFill>
                <a:latin typeface="Calibri" panose="020F0502020204030204" pitchFamily="34" charset="0"/>
                <a:cs typeface="Franklin Gothic Book"/>
              </a:rPr>
              <a:t>e</a:t>
            </a:r>
            <a:r>
              <a:rPr sz="2400" spc="-10" dirty="0">
                <a:solidFill>
                  <a:srgbClr val="4D3A2F"/>
                </a:solidFill>
                <a:latin typeface="Calibri" panose="020F0502020204030204" pitchFamily="34" charset="0"/>
                <a:cs typeface="Franklin Gothic Book"/>
              </a:rPr>
              <a:t> </a:t>
            </a:r>
            <a:endParaRPr lang="en-US" sz="2400" spc="-10" dirty="0">
              <a:solidFill>
                <a:srgbClr val="4D3A2F"/>
              </a:solidFill>
              <a:latin typeface="Calibri" panose="020F0502020204030204" pitchFamily="34" charset="0"/>
              <a:cs typeface="Franklin Gothic Book"/>
            </a:endParaRPr>
          </a:p>
          <a:p>
            <a:pPr marL="469900" marR="6350" indent="-457200" fontAlgn="auto">
              <a:lnSpc>
                <a:spcPts val="3020"/>
              </a:lnSpc>
              <a:spcBef>
                <a:spcPts val="0"/>
              </a:spcBef>
              <a:spcAft>
                <a:spcPts val="0"/>
              </a:spcAft>
              <a:buFont typeface="Arial" panose="020B0604020202020204" pitchFamily="34" charset="0"/>
              <a:buChar char="•"/>
              <a:tabLst>
                <a:tab pos="1320800" algn="l"/>
              </a:tabLst>
            </a:pPr>
            <a:r>
              <a:rPr sz="2400" spc="-80" dirty="0">
                <a:solidFill>
                  <a:srgbClr val="4D3A2F"/>
                </a:solidFill>
                <a:latin typeface="Calibri" panose="020F0502020204030204" pitchFamily="34" charset="0"/>
                <a:cs typeface="Franklin Gothic Book"/>
              </a:rPr>
              <a:t>W</a:t>
            </a:r>
            <a:r>
              <a:rPr sz="2400" spc="-10" dirty="0">
                <a:solidFill>
                  <a:srgbClr val="4D3A2F"/>
                </a:solidFill>
                <a:latin typeface="Calibri" panose="020F0502020204030204" pitchFamily="34" charset="0"/>
                <a:cs typeface="Franklin Gothic Book"/>
              </a:rPr>
              <a:t>r</a:t>
            </a:r>
            <a:r>
              <a:rPr sz="2400" spc="-15" dirty="0">
                <a:solidFill>
                  <a:srgbClr val="4D3A2F"/>
                </a:solidFill>
                <a:latin typeface="Calibri" panose="020F0502020204030204" pitchFamily="34" charset="0"/>
                <a:cs typeface="Franklin Gothic Book"/>
              </a:rPr>
              <a:t>i</a:t>
            </a:r>
            <a:r>
              <a:rPr sz="2400" spc="-5" dirty="0">
                <a:solidFill>
                  <a:srgbClr val="4D3A2F"/>
                </a:solidFill>
                <a:latin typeface="Calibri" panose="020F0502020204030204" pitchFamily="34" charset="0"/>
                <a:cs typeface="Franklin Gothic Book"/>
              </a:rPr>
              <a:t>t</a:t>
            </a:r>
            <a:r>
              <a:rPr sz="2400" spc="-65" dirty="0">
                <a:solidFill>
                  <a:srgbClr val="4D3A2F"/>
                </a:solidFill>
                <a:latin typeface="Calibri" panose="020F0502020204030204" pitchFamily="34" charset="0"/>
                <a:cs typeface="Franklin Gothic Book"/>
              </a:rPr>
              <a:t>t</a:t>
            </a:r>
            <a:r>
              <a:rPr sz="2400" spc="-25" dirty="0">
                <a:solidFill>
                  <a:srgbClr val="4D3A2F"/>
                </a:solidFill>
                <a:latin typeface="Calibri" panose="020F0502020204030204" pitchFamily="34" charset="0"/>
                <a:cs typeface="Franklin Gothic Book"/>
              </a:rPr>
              <a:t>e</a:t>
            </a:r>
            <a:r>
              <a:rPr sz="2400" spc="-20" dirty="0">
                <a:solidFill>
                  <a:srgbClr val="4D3A2F"/>
                </a:solidFill>
                <a:latin typeface="Calibri" panose="020F0502020204030204" pitchFamily="34" charset="0"/>
                <a:cs typeface="Franklin Gothic Book"/>
              </a:rPr>
              <a:t>n</a:t>
            </a:r>
            <a:r>
              <a:rPr sz="2400" dirty="0">
                <a:solidFill>
                  <a:srgbClr val="4D3A2F"/>
                </a:solidFill>
                <a:latin typeface="Calibri" panose="020F0502020204030204" pitchFamily="34" charset="0"/>
                <a:cs typeface="Franklin Gothic Book"/>
              </a:rPr>
              <a:t>:	</a:t>
            </a:r>
            <a:r>
              <a:rPr sz="2400" spc="-520" dirty="0">
                <a:solidFill>
                  <a:srgbClr val="4D3A2F"/>
                </a:solidFill>
                <a:latin typeface="Calibri" panose="020F0502020204030204" pitchFamily="34" charset="0"/>
                <a:cs typeface="Franklin Gothic Book"/>
              </a:rPr>
              <a:t> </a:t>
            </a:r>
            <a:endParaRPr lang="en-US" sz="2400" spc="-520" dirty="0">
              <a:solidFill>
                <a:srgbClr val="4D3A2F"/>
              </a:solidFill>
              <a:latin typeface="Calibri" panose="020F0502020204030204" pitchFamily="34" charset="0"/>
              <a:cs typeface="Franklin Gothic Book"/>
            </a:endParaRPr>
          </a:p>
          <a:p>
            <a:pPr marL="927100" marR="6350" lvl="1" indent="-457200" fontAlgn="auto">
              <a:lnSpc>
                <a:spcPts val="3020"/>
              </a:lnSpc>
              <a:spcBef>
                <a:spcPts val="0"/>
              </a:spcBef>
              <a:spcAft>
                <a:spcPts val="0"/>
              </a:spcAft>
              <a:buFont typeface="Arial" panose="020B0604020202020204" pitchFamily="34" charset="0"/>
              <a:buChar char="•"/>
              <a:tabLst>
                <a:tab pos="1320800" algn="l"/>
              </a:tabLst>
            </a:pPr>
            <a:r>
              <a:rPr sz="2400" spc="-25" dirty="0">
                <a:solidFill>
                  <a:srgbClr val="4D3A2F"/>
                </a:solidFill>
                <a:latin typeface="Calibri" panose="020F0502020204030204" pitchFamily="34" charset="0"/>
                <a:cs typeface="Franklin Gothic Book"/>
              </a:rPr>
              <a:t>em</a:t>
            </a:r>
            <a:r>
              <a:rPr sz="2400" spc="-30" dirty="0">
                <a:solidFill>
                  <a:srgbClr val="4D3A2F"/>
                </a:solidFill>
                <a:latin typeface="Calibri" panose="020F0502020204030204" pitchFamily="34" charset="0"/>
                <a:cs typeface="Franklin Gothic Book"/>
              </a:rPr>
              <a:t>a</a:t>
            </a:r>
            <a:r>
              <a:rPr sz="2400" spc="-5" dirty="0">
                <a:solidFill>
                  <a:srgbClr val="4D3A2F"/>
                </a:solidFill>
                <a:latin typeface="Calibri" panose="020F0502020204030204" pitchFamily="34" charset="0"/>
                <a:cs typeface="Franklin Gothic Book"/>
              </a:rPr>
              <a:t>i</a:t>
            </a:r>
            <a:r>
              <a:rPr sz="2400" dirty="0">
                <a:solidFill>
                  <a:srgbClr val="4D3A2F"/>
                </a:solidFill>
                <a:latin typeface="Calibri" panose="020F0502020204030204" pitchFamily="34" charset="0"/>
                <a:cs typeface="Franklin Gothic Book"/>
              </a:rPr>
              <a:t>l</a:t>
            </a:r>
            <a:r>
              <a:rPr sz="2400" spc="-25" dirty="0">
                <a:solidFill>
                  <a:srgbClr val="4D3A2F"/>
                </a:solidFill>
                <a:latin typeface="Calibri" panose="020F0502020204030204" pitchFamily="34" charset="0"/>
                <a:cs typeface="Franklin Gothic Book"/>
              </a:rPr>
              <a:t>s</a:t>
            </a:r>
            <a:r>
              <a:rPr sz="2400" dirty="0">
                <a:solidFill>
                  <a:srgbClr val="4D3A2F"/>
                </a:solidFill>
                <a:latin typeface="Calibri" panose="020F0502020204030204" pitchFamily="34" charset="0"/>
                <a:cs typeface="Franklin Gothic Book"/>
              </a:rPr>
              <a:t>, </a:t>
            </a:r>
            <a:endParaRPr lang="en-US" sz="2400" dirty="0">
              <a:solidFill>
                <a:srgbClr val="4D3A2F"/>
              </a:solidFill>
              <a:latin typeface="Calibri" panose="020F0502020204030204" pitchFamily="34" charset="0"/>
              <a:cs typeface="Franklin Gothic Book"/>
            </a:endParaRPr>
          </a:p>
          <a:p>
            <a:pPr marL="927100" marR="6350" lvl="1" indent="-457200" fontAlgn="auto">
              <a:lnSpc>
                <a:spcPts val="3020"/>
              </a:lnSpc>
              <a:spcBef>
                <a:spcPts val="0"/>
              </a:spcBef>
              <a:spcAft>
                <a:spcPts val="0"/>
              </a:spcAft>
              <a:buFont typeface="Arial" panose="020B0604020202020204" pitchFamily="34" charset="0"/>
              <a:buChar char="•"/>
              <a:tabLst>
                <a:tab pos="1320800" algn="l"/>
              </a:tabLst>
            </a:pPr>
            <a:r>
              <a:rPr sz="2400" spc="-15" dirty="0">
                <a:solidFill>
                  <a:srgbClr val="4D3A2F"/>
                </a:solidFill>
                <a:latin typeface="Calibri" panose="020F0502020204030204" pitchFamily="34" charset="0"/>
                <a:cs typeface="Franklin Gothic Book"/>
              </a:rPr>
              <a:t>r</a:t>
            </a:r>
            <a:r>
              <a:rPr sz="2400" spc="-25" dirty="0">
                <a:solidFill>
                  <a:srgbClr val="4D3A2F"/>
                </a:solidFill>
                <a:latin typeface="Calibri" panose="020F0502020204030204" pitchFamily="34" charset="0"/>
                <a:cs typeface="Franklin Gothic Book"/>
              </a:rPr>
              <a:t>e</a:t>
            </a:r>
            <a:r>
              <a:rPr sz="2400" spc="-10" dirty="0">
                <a:solidFill>
                  <a:srgbClr val="4D3A2F"/>
                </a:solidFill>
                <a:latin typeface="Calibri" panose="020F0502020204030204" pitchFamily="34" charset="0"/>
                <a:cs typeface="Franklin Gothic Book"/>
              </a:rPr>
              <a:t>p</a:t>
            </a:r>
            <a:r>
              <a:rPr sz="2400" spc="-20" dirty="0">
                <a:solidFill>
                  <a:srgbClr val="4D3A2F"/>
                </a:solidFill>
                <a:latin typeface="Calibri" panose="020F0502020204030204" pitchFamily="34" charset="0"/>
                <a:cs typeface="Franklin Gothic Book"/>
              </a:rPr>
              <a:t>o</a:t>
            </a:r>
            <a:r>
              <a:rPr sz="2400" spc="75" dirty="0">
                <a:solidFill>
                  <a:srgbClr val="4D3A2F"/>
                </a:solidFill>
                <a:latin typeface="Calibri" panose="020F0502020204030204" pitchFamily="34" charset="0"/>
                <a:cs typeface="Franklin Gothic Book"/>
              </a:rPr>
              <a:t>r</a:t>
            </a:r>
            <a:r>
              <a:rPr sz="2400" spc="-5" dirty="0">
                <a:solidFill>
                  <a:srgbClr val="4D3A2F"/>
                </a:solidFill>
                <a:latin typeface="Calibri" panose="020F0502020204030204" pitchFamily="34" charset="0"/>
                <a:cs typeface="Franklin Gothic Book"/>
              </a:rPr>
              <a:t>t</a:t>
            </a:r>
            <a:r>
              <a:rPr sz="2400" spc="-15" dirty="0">
                <a:solidFill>
                  <a:srgbClr val="4D3A2F"/>
                </a:solidFill>
                <a:latin typeface="Calibri" panose="020F0502020204030204" pitchFamily="34" charset="0"/>
                <a:cs typeface="Franklin Gothic Book"/>
              </a:rPr>
              <a:t>s</a:t>
            </a:r>
            <a:endParaRPr sz="2400" dirty="0">
              <a:solidFill>
                <a:prstClr val="black"/>
              </a:solidFill>
              <a:latin typeface="Calibri" panose="020F0502020204030204" pitchFamily="34" charset="0"/>
              <a:cs typeface="Franklin Gothic Book"/>
            </a:endParaRPr>
          </a:p>
          <a:p>
            <a:pPr marL="469900" marR="3076575" indent="-457200" fontAlgn="auto">
              <a:lnSpc>
                <a:spcPts val="3020"/>
              </a:lnSpc>
              <a:spcBef>
                <a:spcPts val="0"/>
              </a:spcBef>
              <a:spcAft>
                <a:spcPts val="0"/>
              </a:spcAft>
              <a:buFont typeface="Arial" panose="020B0604020202020204" pitchFamily="34" charset="0"/>
              <a:buChar char="•"/>
            </a:pPr>
            <a:r>
              <a:rPr lang="en-US" sz="2400" dirty="0">
                <a:solidFill>
                  <a:srgbClr val="4D3A2F"/>
                </a:solidFill>
                <a:latin typeface="Calibri" panose="020F0502020204030204" pitchFamily="34" charset="0"/>
                <a:cs typeface="Franklin Gothic Book"/>
              </a:rPr>
              <a:t>Paralanguage – the tone we use</a:t>
            </a:r>
          </a:p>
          <a:p>
            <a:pPr marL="469900" marR="3076575" indent="-457200" fontAlgn="auto">
              <a:lnSpc>
                <a:spcPts val="3020"/>
              </a:lnSpc>
              <a:spcBef>
                <a:spcPts val="0"/>
              </a:spcBef>
              <a:spcAft>
                <a:spcPts val="0"/>
              </a:spcAft>
              <a:buFont typeface="Arial" panose="020B0604020202020204" pitchFamily="34" charset="0"/>
              <a:buChar char="•"/>
            </a:pPr>
            <a:r>
              <a:rPr sz="2400" dirty="0">
                <a:solidFill>
                  <a:srgbClr val="4D3A2F"/>
                </a:solidFill>
                <a:latin typeface="Calibri" panose="020F0502020204030204" pitchFamily="34" charset="0"/>
                <a:cs typeface="Franklin Gothic Book"/>
              </a:rPr>
              <a:t>B</a:t>
            </a:r>
            <a:r>
              <a:rPr sz="2400" spc="-20" dirty="0">
                <a:solidFill>
                  <a:srgbClr val="4D3A2F"/>
                </a:solidFill>
                <a:latin typeface="Calibri" panose="020F0502020204030204" pitchFamily="34" charset="0"/>
                <a:cs typeface="Franklin Gothic Book"/>
              </a:rPr>
              <a:t>o</a:t>
            </a:r>
            <a:r>
              <a:rPr sz="2400" spc="-25" dirty="0">
                <a:solidFill>
                  <a:srgbClr val="4D3A2F"/>
                </a:solidFill>
                <a:latin typeface="Calibri" panose="020F0502020204030204" pitchFamily="34" charset="0"/>
                <a:cs typeface="Franklin Gothic Book"/>
              </a:rPr>
              <a:t>d</a:t>
            </a:r>
            <a:r>
              <a:rPr sz="2400" dirty="0">
                <a:solidFill>
                  <a:srgbClr val="4D3A2F"/>
                </a:solidFill>
                <a:latin typeface="Calibri" panose="020F0502020204030204" pitchFamily="34" charset="0"/>
                <a:cs typeface="Franklin Gothic Book"/>
              </a:rPr>
              <a:t>y</a:t>
            </a:r>
            <a:r>
              <a:rPr sz="2400" spc="-5" dirty="0">
                <a:solidFill>
                  <a:srgbClr val="4D3A2F"/>
                </a:solidFill>
                <a:latin typeface="Calibri" panose="020F0502020204030204" pitchFamily="34" charset="0"/>
                <a:cs typeface="Franklin Gothic Book"/>
              </a:rPr>
              <a:t> </a:t>
            </a:r>
            <a:r>
              <a:rPr sz="2400" spc="-10" dirty="0">
                <a:solidFill>
                  <a:srgbClr val="4D3A2F"/>
                </a:solidFill>
                <a:latin typeface="Calibri" panose="020F0502020204030204" pitchFamily="34" charset="0"/>
                <a:cs typeface="Franklin Gothic Book"/>
              </a:rPr>
              <a:t>l</a:t>
            </a:r>
            <a:r>
              <a:rPr sz="2400" spc="-30" dirty="0">
                <a:solidFill>
                  <a:srgbClr val="4D3A2F"/>
                </a:solidFill>
                <a:latin typeface="Calibri" panose="020F0502020204030204" pitchFamily="34" charset="0"/>
                <a:cs typeface="Franklin Gothic Book"/>
              </a:rPr>
              <a:t>an</a:t>
            </a:r>
            <a:r>
              <a:rPr sz="2400" spc="-10" dirty="0">
                <a:solidFill>
                  <a:srgbClr val="4D3A2F"/>
                </a:solidFill>
                <a:latin typeface="Calibri" panose="020F0502020204030204" pitchFamily="34" charset="0"/>
                <a:cs typeface="Franklin Gothic Book"/>
              </a:rPr>
              <a:t>g</a:t>
            </a:r>
            <a:r>
              <a:rPr sz="2400" spc="-30" dirty="0">
                <a:solidFill>
                  <a:srgbClr val="4D3A2F"/>
                </a:solidFill>
                <a:latin typeface="Calibri" panose="020F0502020204030204" pitchFamily="34" charset="0"/>
                <a:cs typeface="Franklin Gothic Book"/>
              </a:rPr>
              <a:t>u</a:t>
            </a:r>
            <a:r>
              <a:rPr sz="2400" spc="-5" dirty="0">
                <a:solidFill>
                  <a:srgbClr val="4D3A2F"/>
                </a:solidFill>
                <a:latin typeface="Calibri" panose="020F0502020204030204" pitchFamily="34" charset="0"/>
                <a:cs typeface="Franklin Gothic Book"/>
              </a:rPr>
              <a:t>a</a:t>
            </a:r>
            <a:r>
              <a:rPr sz="2400" spc="-10" dirty="0">
                <a:solidFill>
                  <a:srgbClr val="4D3A2F"/>
                </a:solidFill>
                <a:latin typeface="Calibri" panose="020F0502020204030204" pitchFamily="34" charset="0"/>
                <a:cs typeface="Franklin Gothic Book"/>
              </a:rPr>
              <a:t>g</a:t>
            </a:r>
            <a:r>
              <a:rPr sz="2400" spc="-15" dirty="0">
                <a:solidFill>
                  <a:srgbClr val="4D3A2F"/>
                </a:solidFill>
                <a:latin typeface="Calibri" panose="020F0502020204030204" pitchFamily="34" charset="0"/>
                <a:cs typeface="Franklin Gothic Book"/>
              </a:rPr>
              <a:t>e</a:t>
            </a:r>
            <a:endParaRPr sz="2400" dirty="0">
              <a:solidFill>
                <a:prstClr val="black"/>
              </a:solidFill>
              <a:latin typeface="Calibri" panose="020F0502020204030204" pitchFamily="34" charset="0"/>
              <a:cs typeface="Franklin Gothic Book"/>
            </a:endParaRPr>
          </a:p>
          <a:p>
            <a:pPr marL="469900" indent="-457200" fontAlgn="auto">
              <a:lnSpc>
                <a:spcPts val="2980"/>
              </a:lnSpc>
              <a:spcBef>
                <a:spcPts val="0"/>
              </a:spcBef>
              <a:spcAft>
                <a:spcPts val="0"/>
              </a:spcAft>
              <a:buFont typeface="Arial" panose="020B0604020202020204" pitchFamily="34" charset="0"/>
              <a:buChar char="•"/>
            </a:pPr>
            <a:r>
              <a:rPr sz="2400" spc="-20" dirty="0">
                <a:solidFill>
                  <a:srgbClr val="4D3A2F"/>
                </a:solidFill>
                <a:latin typeface="Calibri" panose="020F0502020204030204" pitchFamily="34" charset="0"/>
                <a:cs typeface="Franklin Gothic Book"/>
              </a:rPr>
              <a:t>O</a:t>
            </a:r>
            <a:r>
              <a:rPr sz="2400" spc="-15" dirty="0">
                <a:solidFill>
                  <a:srgbClr val="4D3A2F"/>
                </a:solidFill>
                <a:latin typeface="Calibri" panose="020F0502020204030204" pitchFamily="34" charset="0"/>
                <a:cs typeface="Franklin Gothic Book"/>
              </a:rPr>
              <a:t>th</a:t>
            </a:r>
            <a:r>
              <a:rPr sz="2400" spc="-25" dirty="0">
                <a:solidFill>
                  <a:srgbClr val="4D3A2F"/>
                </a:solidFill>
                <a:latin typeface="Calibri" panose="020F0502020204030204" pitchFamily="34" charset="0"/>
                <a:cs typeface="Franklin Gothic Book"/>
              </a:rPr>
              <a:t>e</a:t>
            </a:r>
            <a:r>
              <a:rPr sz="2400" spc="-10" dirty="0">
                <a:solidFill>
                  <a:srgbClr val="4D3A2F"/>
                </a:solidFill>
                <a:latin typeface="Calibri" panose="020F0502020204030204" pitchFamily="34" charset="0"/>
                <a:cs typeface="Franklin Gothic Book"/>
              </a:rPr>
              <a:t>r</a:t>
            </a:r>
            <a:endParaRPr sz="2400" dirty="0">
              <a:solidFill>
                <a:prstClr val="black"/>
              </a:solidFill>
              <a:latin typeface="Calibri" panose="020F0502020204030204" pitchFamily="34" charset="0"/>
              <a:cs typeface="Franklin Gothic Book"/>
            </a:endParaRPr>
          </a:p>
          <a:p>
            <a:pPr marL="469900" indent="-457200" fontAlgn="auto">
              <a:lnSpc>
                <a:spcPts val="3354"/>
              </a:lnSpc>
              <a:spcBef>
                <a:spcPts val="0"/>
              </a:spcBef>
              <a:spcAft>
                <a:spcPts val="0"/>
              </a:spcAft>
              <a:buFont typeface="Arial" panose="020B0604020202020204" pitchFamily="34" charset="0"/>
              <a:buChar char="•"/>
            </a:pPr>
            <a:r>
              <a:rPr sz="2400" spc="-20" dirty="0">
                <a:solidFill>
                  <a:srgbClr val="4D3A2F"/>
                </a:solidFill>
                <a:latin typeface="Calibri" panose="020F0502020204030204" pitchFamily="34" charset="0"/>
                <a:cs typeface="Franklin Gothic Book"/>
              </a:rPr>
              <a:t>O</a:t>
            </a:r>
            <a:r>
              <a:rPr sz="2400" spc="-30" dirty="0">
                <a:solidFill>
                  <a:srgbClr val="4D3A2F"/>
                </a:solidFill>
                <a:latin typeface="Calibri" panose="020F0502020204030204" pitchFamily="34" charset="0"/>
                <a:cs typeface="Franklin Gothic Book"/>
              </a:rPr>
              <a:t>u</a:t>
            </a:r>
            <a:r>
              <a:rPr sz="2400" spc="-10" dirty="0">
                <a:solidFill>
                  <a:srgbClr val="4D3A2F"/>
                </a:solidFill>
                <a:latin typeface="Calibri" panose="020F0502020204030204" pitchFamily="34" charset="0"/>
                <a:cs typeface="Franklin Gothic Book"/>
              </a:rPr>
              <a:t>r </a:t>
            </a:r>
            <a:r>
              <a:rPr sz="2400" spc="-20" dirty="0">
                <a:solidFill>
                  <a:srgbClr val="4D3A2F"/>
                </a:solidFill>
                <a:latin typeface="Calibri" panose="020F0502020204030204" pitchFamily="34" charset="0"/>
                <a:cs typeface="Franklin Gothic Book"/>
              </a:rPr>
              <a:t>ac</a:t>
            </a:r>
            <a:r>
              <a:rPr sz="2400" spc="-5" dirty="0">
                <a:solidFill>
                  <a:srgbClr val="4D3A2F"/>
                </a:solidFill>
                <a:latin typeface="Calibri" panose="020F0502020204030204" pitchFamily="34" charset="0"/>
                <a:cs typeface="Franklin Gothic Book"/>
              </a:rPr>
              <a:t>tio</a:t>
            </a:r>
            <a:r>
              <a:rPr sz="2400" spc="-25" dirty="0">
                <a:solidFill>
                  <a:srgbClr val="4D3A2F"/>
                </a:solidFill>
                <a:latin typeface="Calibri" panose="020F0502020204030204" pitchFamily="34" charset="0"/>
                <a:cs typeface="Franklin Gothic Book"/>
              </a:rPr>
              <a:t>ns</a:t>
            </a:r>
            <a:r>
              <a:rPr sz="2400" dirty="0">
                <a:solidFill>
                  <a:srgbClr val="4D3A2F"/>
                </a:solidFill>
                <a:latin typeface="Calibri" panose="020F0502020204030204" pitchFamily="34" charset="0"/>
                <a:cs typeface="Franklin Gothic Book"/>
              </a:rPr>
              <a:t>?</a:t>
            </a:r>
            <a:endParaRPr sz="2400" dirty="0">
              <a:solidFill>
                <a:prstClr val="black"/>
              </a:solidFill>
              <a:latin typeface="Calibri" panose="020F0502020204030204" pitchFamily="34" charset="0"/>
              <a:cs typeface="Franklin Gothic Book"/>
            </a:endParaRPr>
          </a:p>
        </p:txBody>
      </p:sp>
      <p:sp>
        <p:nvSpPr>
          <p:cNvPr id="6" name="object 6"/>
          <p:cNvSpPr txBox="1"/>
          <p:nvPr/>
        </p:nvSpPr>
        <p:spPr>
          <a:xfrm>
            <a:off x="365759" y="1824990"/>
            <a:ext cx="64769" cy="201930"/>
          </a:xfrm>
          <a:prstGeom prst="rect">
            <a:avLst/>
          </a:prstGeom>
        </p:spPr>
        <p:txBody>
          <a:bodyPr vert="horz" wrap="square" lIns="0" tIns="0" rIns="0" bIns="0" rtlCol="0">
            <a:spAutoFit/>
          </a:bodyPr>
          <a:lstStyle/>
          <a:p>
            <a:pPr marL="12700" fontAlgn="auto">
              <a:spcBef>
                <a:spcPts val="0"/>
              </a:spcBef>
              <a:spcAft>
                <a:spcPts val="0"/>
              </a:spcAft>
            </a:pPr>
            <a:r>
              <a:rPr sz="1250" dirty="0">
                <a:solidFill>
                  <a:srgbClr val="FFFFFF"/>
                </a:solidFill>
                <a:latin typeface="Segoe UI"/>
                <a:cs typeface="Segoe UI"/>
              </a:rPr>
              <a:t>l</a:t>
            </a:r>
            <a:endParaRPr sz="1250">
              <a:solidFill>
                <a:prstClr val="black"/>
              </a:solidFill>
              <a:latin typeface="Segoe UI"/>
              <a:cs typeface="Segoe UI"/>
            </a:endParaRPr>
          </a:p>
        </p:txBody>
      </p:sp>
      <p:sp>
        <p:nvSpPr>
          <p:cNvPr id="7" name="object 7"/>
          <p:cNvSpPr txBox="1"/>
          <p:nvPr/>
        </p:nvSpPr>
        <p:spPr>
          <a:xfrm>
            <a:off x="365759" y="2209800"/>
            <a:ext cx="64769" cy="201930"/>
          </a:xfrm>
          <a:prstGeom prst="rect">
            <a:avLst/>
          </a:prstGeom>
        </p:spPr>
        <p:txBody>
          <a:bodyPr vert="horz" wrap="square" lIns="0" tIns="0" rIns="0" bIns="0" rtlCol="0">
            <a:spAutoFit/>
          </a:bodyPr>
          <a:lstStyle/>
          <a:p>
            <a:pPr marL="12700" fontAlgn="auto">
              <a:spcBef>
                <a:spcPts val="0"/>
              </a:spcBef>
              <a:spcAft>
                <a:spcPts val="0"/>
              </a:spcAft>
            </a:pPr>
            <a:r>
              <a:rPr sz="1250" dirty="0">
                <a:solidFill>
                  <a:srgbClr val="FFFFFF"/>
                </a:solidFill>
                <a:latin typeface="Segoe UI"/>
                <a:cs typeface="Segoe UI"/>
              </a:rPr>
              <a:t>l</a:t>
            </a:r>
            <a:endParaRPr sz="1250">
              <a:solidFill>
                <a:prstClr val="black"/>
              </a:solidFill>
              <a:latin typeface="Segoe UI"/>
              <a:cs typeface="Segoe UI"/>
            </a:endParaRPr>
          </a:p>
        </p:txBody>
      </p:sp>
      <p:sp>
        <p:nvSpPr>
          <p:cNvPr id="8" name="object 8"/>
          <p:cNvSpPr txBox="1"/>
          <p:nvPr/>
        </p:nvSpPr>
        <p:spPr>
          <a:xfrm>
            <a:off x="365759" y="2593340"/>
            <a:ext cx="64769" cy="201930"/>
          </a:xfrm>
          <a:prstGeom prst="rect">
            <a:avLst/>
          </a:prstGeom>
        </p:spPr>
        <p:txBody>
          <a:bodyPr vert="horz" wrap="square" lIns="0" tIns="0" rIns="0" bIns="0" rtlCol="0">
            <a:spAutoFit/>
          </a:bodyPr>
          <a:lstStyle/>
          <a:p>
            <a:pPr marL="12700" fontAlgn="auto">
              <a:spcBef>
                <a:spcPts val="0"/>
              </a:spcBef>
              <a:spcAft>
                <a:spcPts val="0"/>
              </a:spcAft>
            </a:pPr>
            <a:r>
              <a:rPr sz="1250" dirty="0">
                <a:solidFill>
                  <a:srgbClr val="FFFFFF"/>
                </a:solidFill>
                <a:latin typeface="Segoe UI"/>
                <a:cs typeface="Segoe UI"/>
              </a:rPr>
              <a:t>l</a:t>
            </a:r>
            <a:endParaRPr sz="1250">
              <a:solidFill>
                <a:prstClr val="black"/>
              </a:solidFill>
              <a:latin typeface="Segoe UI"/>
              <a:cs typeface="Segoe UI"/>
            </a:endParaRPr>
          </a:p>
        </p:txBody>
      </p:sp>
      <p:sp>
        <p:nvSpPr>
          <p:cNvPr id="9" name="object 9"/>
          <p:cNvSpPr txBox="1"/>
          <p:nvPr/>
        </p:nvSpPr>
        <p:spPr>
          <a:xfrm>
            <a:off x="365759" y="2976879"/>
            <a:ext cx="64769" cy="201930"/>
          </a:xfrm>
          <a:prstGeom prst="rect">
            <a:avLst/>
          </a:prstGeom>
        </p:spPr>
        <p:txBody>
          <a:bodyPr vert="horz" wrap="square" lIns="0" tIns="0" rIns="0" bIns="0" rtlCol="0">
            <a:spAutoFit/>
          </a:bodyPr>
          <a:lstStyle/>
          <a:p>
            <a:pPr marL="12700" fontAlgn="auto">
              <a:spcBef>
                <a:spcPts val="0"/>
              </a:spcBef>
              <a:spcAft>
                <a:spcPts val="0"/>
              </a:spcAft>
            </a:pPr>
            <a:r>
              <a:rPr sz="1250" dirty="0">
                <a:solidFill>
                  <a:srgbClr val="FFFFFF"/>
                </a:solidFill>
                <a:latin typeface="Segoe UI"/>
                <a:cs typeface="Segoe UI"/>
              </a:rPr>
              <a:t>l</a:t>
            </a:r>
            <a:endParaRPr sz="1250">
              <a:solidFill>
                <a:prstClr val="black"/>
              </a:solidFill>
              <a:latin typeface="Segoe UI"/>
              <a:cs typeface="Segoe UI"/>
            </a:endParaRPr>
          </a:p>
        </p:txBody>
      </p:sp>
      <p:sp>
        <p:nvSpPr>
          <p:cNvPr id="10" name="object 10"/>
          <p:cNvSpPr txBox="1"/>
          <p:nvPr/>
        </p:nvSpPr>
        <p:spPr>
          <a:xfrm>
            <a:off x="365759" y="3403600"/>
            <a:ext cx="64769" cy="201930"/>
          </a:xfrm>
          <a:prstGeom prst="rect">
            <a:avLst/>
          </a:prstGeom>
        </p:spPr>
        <p:txBody>
          <a:bodyPr vert="horz" wrap="square" lIns="0" tIns="0" rIns="0" bIns="0" rtlCol="0">
            <a:spAutoFit/>
          </a:bodyPr>
          <a:lstStyle/>
          <a:p>
            <a:pPr marL="12700" fontAlgn="auto">
              <a:spcBef>
                <a:spcPts val="0"/>
              </a:spcBef>
              <a:spcAft>
                <a:spcPts val="0"/>
              </a:spcAft>
            </a:pPr>
            <a:r>
              <a:rPr sz="1250" dirty="0">
                <a:solidFill>
                  <a:srgbClr val="FFFFFF"/>
                </a:solidFill>
                <a:latin typeface="Segoe UI"/>
                <a:cs typeface="Segoe UI"/>
              </a:rPr>
              <a:t>l</a:t>
            </a:r>
            <a:endParaRPr sz="1250">
              <a:solidFill>
                <a:prstClr val="black"/>
              </a:solidFill>
              <a:latin typeface="Segoe UI"/>
              <a:cs typeface="Segoe UI"/>
            </a:endParaRPr>
          </a:p>
        </p:txBody>
      </p:sp>
      <p:sp>
        <p:nvSpPr>
          <p:cNvPr id="11"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a:p>
        </p:txBody>
      </p:sp>
      <p:sp>
        <p:nvSpPr>
          <p:cNvPr id="14" name="Slide Number Placeholder 13">
            <a:extLst>
              <a:ext uri="{FF2B5EF4-FFF2-40B4-BE49-F238E27FC236}">
                <a16:creationId xmlns:a16="http://schemas.microsoft.com/office/drawing/2014/main" id="{CB5176C6-906F-4AB3-AD35-7AC56EEC7D4C}"/>
              </a:ext>
            </a:extLst>
          </p:cNvPr>
          <p:cNvSpPr>
            <a:spLocks noGrp="1"/>
          </p:cNvSpPr>
          <p:nvPr>
            <p:ph type="sldNum" sz="quarter" idx="12"/>
          </p:nvPr>
        </p:nvSpPr>
        <p:spPr/>
        <p:txBody>
          <a:bodyPr/>
          <a:lstStyle/>
          <a:p>
            <a:fld id="{E31375A4-56A4-47D6-9801-1991572033F7}" type="slidenum">
              <a:rPr lang="en-US" smtClean="0">
                <a:solidFill>
                  <a:prstClr val="black"/>
                </a:solidFill>
              </a:rPr>
              <a:pPr/>
              <a:t>22</a:t>
            </a:fld>
            <a:endParaRPr lang="en-US">
              <a:solidFill>
                <a:prstClr val="black"/>
              </a:solidFill>
            </a:endParaRPr>
          </a:p>
        </p:txBody>
      </p:sp>
      <p:sp>
        <p:nvSpPr>
          <p:cNvPr id="2" name="Date Placeholder 1">
            <a:extLst>
              <a:ext uri="{FF2B5EF4-FFF2-40B4-BE49-F238E27FC236}">
                <a16:creationId xmlns:a16="http://schemas.microsoft.com/office/drawing/2014/main" id="{E63399B8-A40C-CD3F-9BB9-26442178E02D}"/>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3685435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idx="1"/>
          </p:nvPr>
        </p:nvSpPr>
        <p:spPr>
          <a:xfrm>
            <a:off x="251520" y="1124744"/>
            <a:ext cx="8712968" cy="4770537"/>
          </a:xfrm>
          <a:prstGeom prst="rect">
            <a:avLst/>
          </a:prstGeom>
        </p:spPr>
        <p:txBody>
          <a:bodyPr vert="horz" wrap="square" lIns="0" tIns="0" rIns="0" bIns="0" rtlCol="0">
            <a:spAutoFit/>
          </a:bodyPr>
          <a:lstStyle/>
          <a:p>
            <a:pPr marL="491490">
              <a:lnSpc>
                <a:spcPct val="100000"/>
              </a:lnSpc>
            </a:pPr>
            <a:r>
              <a:rPr sz="2400" spc="-155" dirty="0">
                <a:latin typeface="Calibri" panose="020F0502020204030204" pitchFamily="34" charset="0"/>
              </a:rPr>
              <a:t>T</a:t>
            </a:r>
            <a:r>
              <a:rPr sz="2400" spc="-5" dirty="0">
                <a:latin typeface="Calibri" panose="020F0502020204030204" pitchFamily="34" charset="0"/>
              </a:rPr>
              <a:t>y</a:t>
            </a:r>
            <a:r>
              <a:rPr sz="2400" spc="5" dirty="0">
                <a:latin typeface="Calibri" panose="020F0502020204030204" pitchFamily="34" charset="0"/>
              </a:rPr>
              <a:t>p</a:t>
            </a:r>
            <a:r>
              <a:rPr sz="2400" spc="-5" dirty="0">
                <a:latin typeface="Calibri" panose="020F0502020204030204" pitchFamily="34" charset="0"/>
              </a:rPr>
              <a:t>i</a:t>
            </a:r>
            <a:r>
              <a:rPr sz="2400" spc="-10" dirty="0">
                <a:latin typeface="Calibri" panose="020F0502020204030204" pitchFamily="34" charset="0"/>
              </a:rPr>
              <a:t>cal</a:t>
            </a:r>
            <a:r>
              <a:rPr sz="2400" spc="-5" dirty="0">
                <a:latin typeface="Calibri" panose="020F0502020204030204" pitchFamily="34" charset="0"/>
              </a:rPr>
              <a:t> </a:t>
            </a:r>
            <a:r>
              <a:rPr sz="2400" spc="-5" dirty="0">
                <a:solidFill>
                  <a:srgbClr val="00B050"/>
                </a:solidFill>
                <a:latin typeface="Calibri" panose="020F0502020204030204" pitchFamily="34" charset="0"/>
              </a:rPr>
              <a:t>p</a:t>
            </a:r>
            <a:r>
              <a:rPr sz="2400" spc="-20" dirty="0">
                <a:solidFill>
                  <a:srgbClr val="00B050"/>
                </a:solidFill>
                <a:latin typeface="Calibri" panose="020F0502020204030204" pitchFamily="34" charset="0"/>
              </a:rPr>
              <a:t>e</a:t>
            </a:r>
            <a:r>
              <a:rPr sz="2400" spc="65" dirty="0">
                <a:solidFill>
                  <a:srgbClr val="00B050"/>
                </a:solidFill>
                <a:latin typeface="Calibri" panose="020F0502020204030204" pitchFamily="34" charset="0"/>
              </a:rPr>
              <a:t>r</a:t>
            </a:r>
            <a:r>
              <a:rPr sz="2400" spc="-80" dirty="0">
                <a:solidFill>
                  <a:srgbClr val="00B050"/>
                </a:solidFill>
                <a:latin typeface="Calibri" panose="020F0502020204030204" pitchFamily="34" charset="0"/>
              </a:rPr>
              <a:t>f</a:t>
            </a:r>
            <a:r>
              <a:rPr sz="2400" spc="-15" dirty="0">
                <a:solidFill>
                  <a:srgbClr val="00B050"/>
                </a:solidFill>
                <a:latin typeface="Calibri" panose="020F0502020204030204" pitchFamily="34" charset="0"/>
              </a:rPr>
              <a:t>or</a:t>
            </a:r>
            <a:r>
              <a:rPr sz="2400" spc="-20" dirty="0">
                <a:solidFill>
                  <a:srgbClr val="00B050"/>
                </a:solidFill>
                <a:latin typeface="Calibri" panose="020F0502020204030204" pitchFamily="34" charset="0"/>
              </a:rPr>
              <a:t>man</a:t>
            </a:r>
            <a:r>
              <a:rPr sz="2400" spc="-15" dirty="0">
                <a:solidFill>
                  <a:srgbClr val="00B050"/>
                </a:solidFill>
                <a:latin typeface="Calibri" panose="020F0502020204030204" pitchFamily="34" charset="0"/>
              </a:rPr>
              <a:t>ce</a:t>
            </a:r>
            <a:r>
              <a:rPr sz="2400" spc="-10" dirty="0">
                <a:solidFill>
                  <a:srgbClr val="00B050"/>
                </a:solidFill>
                <a:latin typeface="Calibri" panose="020F0502020204030204" pitchFamily="34" charset="0"/>
              </a:rPr>
              <a:t> </a:t>
            </a:r>
            <a:r>
              <a:rPr sz="2400" spc="-20" dirty="0">
                <a:solidFill>
                  <a:srgbClr val="00B050"/>
                </a:solidFill>
                <a:latin typeface="Calibri" panose="020F0502020204030204" pitchFamily="34" charset="0"/>
              </a:rPr>
              <a:t>re</a:t>
            </a:r>
            <a:r>
              <a:rPr sz="2400" spc="-10" dirty="0">
                <a:solidFill>
                  <a:srgbClr val="00B050"/>
                </a:solidFill>
                <a:latin typeface="Calibri" panose="020F0502020204030204" pitchFamily="34" charset="0"/>
              </a:rPr>
              <a:t>p</a:t>
            </a:r>
            <a:r>
              <a:rPr sz="2400" spc="-15" dirty="0">
                <a:solidFill>
                  <a:srgbClr val="00B050"/>
                </a:solidFill>
                <a:latin typeface="Calibri" panose="020F0502020204030204" pitchFamily="34" charset="0"/>
              </a:rPr>
              <a:t>o</a:t>
            </a:r>
            <a:r>
              <a:rPr sz="2400" spc="65" dirty="0">
                <a:solidFill>
                  <a:srgbClr val="00B050"/>
                </a:solidFill>
                <a:latin typeface="Calibri" panose="020F0502020204030204" pitchFamily="34" charset="0"/>
              </a:rPr>
              <a:t>r</a:t>
            </a:r>
            <a:r>
              <a:rPr sz="2400" spc="-15" dirty="0">
                <a:solidFill>
                  <a:srgbClr val="00B050"/>
                </a:solidFill>
                <a:latin typeface="Calibri" panose="020F0502020204030204" pitchFamily="34" charset="0"/>
              </a:rPr>
              <a:t>ts</a:t>
            </a:r>
            <a:r>
              <a:rPr sz="2400" spc="5" dirty="0">
                <a:solidFill>
                  <a:srgbClr val="00B050"/>
                </a:solidFill>
                <a:latin typeface="Calibri" panose="020F0502020204030204" pitchFamily="34" charset="0"/>
              </a:rPr>
              <a:t> </a:t>
            </a:r>
            <a:r>
              <a:rPr sz="2400" spc="-5" dirty="0">
                <a:latin typeface="Calibri" panose="020F0502020204030204" pitchFamily="34" charset="0"/>
              </a:rPr>
              <a:t>in</a:t>
            </a:r>
            <a:r>
              <a:rPr sz="2400" spc="-10" dirty="0">
                <a:latin typeface="Calibri" panose="020F0502020204030204" pitchFamily="34" charset="0"/>
              </a:rPr>
              <a:t>cl</a:t>
            </a:r>
            <a:r>
              <a:rPr sz="2400" spc="-30" dirty="0">
                <a:latin typeface="Calibri" panose="020F0502020204030204" pitchFamily="34" charset="0"/>
              </a:rPr>
              <a:t>u</a:t>
            </a:r>
            <a:r>
              <a:rPr sz="2400" spc="-10" dirty="0">
                <a:latin typeface="Calibri" panose="020F0502020204030204" pitchFamily="34" charset="0"/>
              </a:rPr>
              <a:t>d</a:t>
            </a:r>
            <a:r>
              <a:rPr sz="2400" spc="-25" dirty="0">
                <a:latin typeface="Calibri" panose="020F0502020204030204" pitchFamily="34" charset="0"/>
              </a:rPr>
              <a:t>e</a:t>
            </a:r>
            <a:r>
              <a:rPr sz="2400" dirty="0">
                <a:latin typeface="Calibri" panose="020F0502020204030204" pitchFamily="34" charset="0"/>
              </a:rPr>
              <a:t>:</a:t>
            </a:r>
          </a:p>
          <a:p>
            <a:pPr marL="1005840" indent="-457200">
              <a:lnSpc>
                <a:spcPct val="100000"/>
              </a:lnSpc>
              <a:buClr>
                <a:srgbClr val="EFA12D"/>
              </a:buClr>
              <a:buSzPct val="68750"/>
              <a:buFont typeface="Franklin Gothic Book"/>
              <a:buAutoNum type="arabicParenR"/>
              <a:tabLst>
                <a:tab pos="1005840" algn="l"/>
              </a:tabLst>
            </a:pPr>
            <a:r>
              <a:rPr sz="2400" spc="10" dirty="0">
                <a:latin typeface="Calibri" panose="020F0502020204030204" pitchFamily="34" charset="0"/>
                <a:cs typeface="Franklin Gothic Book"/>
              </a:rPr>
              <a:t>S</a:t>
            </a:r>
            <a:r>
              <a:rPr sz="2400" dirty="0">
                <a:latin typeface="Calibri" panose="020F0502020204030204" pitchFamily="34" charset="0"/>
                <a:cs typeface="Franklin Gothic Book"/>
              </a:rPr>
              <a:t>tat</a:t>
            </a:r>
            <a:r>
              <a:rPr sz="2400" spc="-10" dirty="0">
                <a:latin typeface="Calibri" panose="020F0502020204030204" pitchFamily="34" charset="0"/>
                <a:cs typeface="Franklin Gothic Book"/>
              </a:rPr>
              <a:t>u</a:t>
            </a:r>
            <a:r>
              <a:rPr sz="2400" spc="-15" dirty="0">
                <a:latin typeface="Calibri" panose="020F0502020204030204" pitchFamily="34" charset="0"/>
                <a:cs typeface="Franklin Gothic Book"/>
              </a:rPr>
              <a:t>s</a:t>
            </a:r>
            <a:r>
              <a:rPr sz="2400" spc="20" dirty="0">
                <a:latin typeface="Calibri" panose="020F0502020204030204" pitchFamily="34" charset="0"/>
                <a:cs typeface="Franklin Gothic Book"/>
              </a:rPr>
              <a:t> </a:t>
            </a:r>
            <a:r>
              <a:rPr sz="2400" spc="-5" dirty="0">
                <a:latin typeface="Calibri" panose="020F0502020204030204" pitchFamily="34" charset="0"/>
                <a:cs typeface="Franklin Gothic Book"/>
              </a:rPr>
              <a:t>r</a:t>
            </a:r>
            <a:r>
              <a:rPr sz="2400" dirty="0">
                <a:latin typeface="Calibri" panose="020F0502020204030204" pitchFamily="34" charset="0"/>
                <a:cs typeface="Franklin Gothic Book"/>
              </a:rPr>
              <a:t>e</a:t>
            </a:r>
            <a:r>
              <a:rPr sz="2400" spc="5" dirty="0">
                <a:latin typeface="Calibri" panose="020F0502020204030204" pitchFamily="34" charset="0"/>
                <a:cs typeface="Franklin Gothic Book"/>
              </a:rPr>
              <a:t>p</a:t>
            </a:r>
            <a:r>
              <a:rPr sz="2400" spc="-5" dirty="0">
                <a:latin typeface="Calibri" panose="020F0502020204030204" pitchFamily="34" charset="0"/>
                <a:cs typeface="Franklin Gothic Book"/>
              </a:rPr>
              <a:t>o</a:t>
            </a:r>
            <a:r>
              <a:rPr sz="2400" spc="80" dirty="0">
                <a:latin typeface="Calibri" panose="020F0502020204030204" pitchFamily="34" charset="0"/>
                <a:cs typeface="Franklin Gothic Book"/>
              </a:rPr>
              <a:t>r</a:t>
            </a:r>
            <a:r>
              <a:rPr sz="2400" spc="-10" dirty="0">
                <a:latin typeface="Calibri" panose="020F0502020204030204" pitchFamily="34" charset="0"/>
                <a:cs typeface="Franklin Gothic Book"/>
              </a:rPr>
              <a:t>t</a:t>
            </a:r>
            <a:r>
              <a:rPr sz="2400" spc="55" dirty="0">
                <a:latin typeface="Calibri" panose="020F0502020204030204" pitchFamily="34" charset="0"/>
                <a:cs typeface="Franklin Gothic Book"/>
              </a:rPr>
              <a:t> </a:t>
            </a:r>
            <a:r>
              <a:rPr sz="2400" i="1" spc="-5" dirty="0">
                <a:latin typeface="Calibri" panose="020F0502020204030204" pitchFamily="34" charset="0"/>
              </a:rPr>
              <a:t>(</a:t>
            </a:r>
            <a:r>
              <a:rPr sz="2400" i="1" dirty="0">
                <a:latin typeface="Calibri" panose="020F0502020204030204" pitchFamily="34" charset="0"/>
              </a:rPr>
              <a:t>wh</a:t>
            </a:r>
            <a:r>
              <a:rPr sz="2400" i="1" spc="-25" dirty="0">
                <a:latin typeface="Calibri" panose="020F0502020204030204" pitchFamily="34" charset="0"/>
              </a:rPr>
              <a:t>e</a:t>
            </a:r>
            <a:r>
              <a:rPr sz="2400" i="1" spc="-5" dirty="0">
                <a:latin typeface="Calibri" panose="020F0502020204030204" pitchFamily="34" charset="0"/>
              </a:rPr>
              <a:t>r</a:t>
            </a:r>
            <a:r>
              <a:rPr sz="2400" i="1" spc="-15" dirty="0">
                <a:latin typeface="Calibri" panose="020F0502020204030204" pitchFamily="34" charset="0"/>
              </a:rPr>
              <a:t>e</a:t>
            </a:r>
            <a:r>
              <a:rPr sz="2400" i="1" spc="-10" dirty="0">
                <a:latin typeface="Calibri" panose="020F0502020204030204" pitchFamily="34" charset="0"/>
              </a:rPr>
              <a:t> </a:t>
            </a:r>
            <a:r>
              <a:rPr sz="2400" i="1" dirty="0">
                <a:latin typeface="Calibri" panose="020F0502020204030204" pitchFamily="34" charset="0"/>
              </a:rPr>
              <a:t>t</a:t>
            </a:r>
            <a:r>
              <a:rPr sz="2400" i="1" spc="-10" dirty="0">
                <a:latin typeface="Calibri" panose="020F0502020204030204" pitchFamily="34" charset="0"/>
              </a:rPr>
              <a:t>h</a:t>
            </a:r>
            <a:r>
              <a:rPr sz="2400" i="1" spc="-15" dirty="0">
                <a:latin typeface="Calibri" panose="020F0502020204030204" pitchFamily="34" charset="0"/>
              </a:rPr>
              <a:t>e</a:t>
            </a:r>
            <a:r>
              <a:rPr sz="2400" i="1" spc="-5" dirty="0">
                <a:latin typeface="Calibri" panose="020F0502020204030204" pitchFamily="34" charset="0"/>
              </a:rPr>
              <a:t> </a:t>
            </a:r>
            <a:r>
              <a:rPr sz="2400" i="1" spc="5" dirty="0">
                <a:latin typeface="Calibri" panose="020F0502020204030204" pitchFamily="34" charset="0"/>
              </a:rPr>
              <a:t>p</a:t>
            </a:r>
            <a:r>
              <a:rPr sz="2400" i="1" spc="-65" dirty="0">
                <a:latin typeface="Calibri" panose="020F0502020204030204" pitchFamily="34" charset="0"/>
              </a:rPr>
              <a:t>r</a:t>
            </a:r>
            <a:r>
              <a:rPr sz="2400" i="1" spc="-15" dirty="0">
                <a:latin typeface="Calibri" panose="020F0502020204030204" pitchFamily="34" charset="0"/>
              </a:rPr>
              <a:t>oje</a:t>
            </a:r>
            <a:r>
              <a:rPr sz="2400" i="1" spc="-25" dirty="0">
                <a:latin typeface="Calibri" panose="020F0502020204030204" pitchFamily="34" charset="0"/>
              </a:rPr>
              <a:t>c</a:t>
            </a:r>
            <a:r>
              <a:rPr sz="2400" i="1" spc="-10" dirty="0">
                <a:latin typeface="Calibri" panose="020F0502020204030204" pitchFamily="34" charset="0"/>
              </a:rPr>
              <a:t>t</a:t>
            </a:r>
            <a:r>
              <a:rPr sz="2400" i="1" spc="10" dirty="0">
                <a:latin typeface="Calibri" panose="020F0502020204030204" pitchFamily="34" charset="0"/>
              </a:rPr>
              <a:t> </a:t>
            </a:r>
            <a:r>
              <a:rPr sz="2400" i="1" spc="-30" dirty="0">
                <a:latin typeface="Calibri" panose="020F0502020204030204" pitchFamily="34" charset="0"/>
              </a:rPr>
              <a:t>n</a:t>
            </a:r>
            <a:r>
              <a:rPr sz="2400" i="1" spc="-45" dirty="0">
                <a:latin typeface="Calibri" panose="020F0502020204030204" pitchFamily="34" charset="0"/>
              </a:rPr>
              <a:t>o</a:t>
            </a:r>
            <a:r>
              <a:rPr sz="2400" i="1" dirty="0">
                <a:latin typeface="Calibri" panose="020F0502020204030204" pitchFamily="34" charset="0"/>
              </a:rPr>
              <a:t>w</a:t>
            </a:r>
            <a:r>
              <a:rPr sz="2400" i="1" spc="-5" dirty="0">
                <a:latin typeface="Calibri" panose="020F0502020204030204" pitchFamily="34" charset="0"/>
              </a:rPr>
              <a:t> </a:t>
            </a:r>
            <a:r>
              <a:rPr sz="2400" i="1" spc="-10" dirty="0">
                <a:latin typeface="Calibri" panose="020F0502020204030204" pitchFamily="34" charset="0"/>
              </a:rPr>
              <a:t>s</a:t>
            </a:r>
            <a:r>
              <a:rPr sz="2400" i="1" spc="-20" dirty="0">
                <a:latin typeface="Calibri" panose="020F0502020204030204" pitchFamily="34" charset="0"/>
              </a:rPr>
              <a:t>tan</a:t>
            </a:r>
            <a:r>
              <a:rPr sz="2400" i="1" spc="-15" dirty="0">
                <a:latin typeface="Calibri" panose="020F0502020204030204" pitchFamily="34" charset="0"/>
              </a:rPr>
              <a:t>d</a:t>
            </a:r>
            <a:r>
              <a:rPr sz="2400" i="1" spc="-5" dirty="0">
                <a:latin typeface="Calibri" panose="020F0502020204030204" pitchFamily="34" charset="0"/>
              </a:rPr>
              <a:t>s)</a:t>
            </a:r>
            <a:endParaRPr sz="2400" i="1" dirty="0">
              <a:latin typeface="Calibri" panose="020F0502020204030204" pitchFamily="34" charset="0"/>
              <a:cs typeface="Franklin Gothic Book"/>
            </a:endParaRPr>
          </a:p>
          <a:p>
            <a:pPr marL="1005840" indent="-457200">
              <a:lnSpc>
                <a:spcPct val="100000"/>
              </a:lnSpc>
              <a:buClr>
                <a:srgbClr val="EFA12D"/>
              </a:buClr>
              <a:buSzPct val="68750"/>
              <a:buFont typeface="Franklin Gothic Book"/>
              <a:buAutoNum type="arabicParenR"/>
              <a:tabLst>
                <a:tab pos="1005840" algn="l"/>
              </a:tabLst>
            </a:pPr>
            <a:r>
              <a:rPr sz="2400" spc="5" dirty="0">
                <a:latin typeface="Calibri" panose="020F0502020204030204" pitchFamily="34" charset="0"/>
                <a:cs typeface="Franklin Gothic Book"/>
              </a:rPr>
              <a:t>P</a:t>
            </a:r>
            <a:r>
              <a:rPr sz="2400" spc="-45" dirty="0">
                <a:latin typeface="Calibri" panose="020F0502020204030204" pitchFamily="34" charset="0"/>
                <a:cs typeface="Franklin Gothic Book"/>
              </a:rPr>
              <a:t>r</a:t>
            </a:r>
            <a:r>
              <a:rPr sz="2400" spc="-5" dirty="0">
                <a:latin typeface="Calibri" panose="020F0502020204030204" pitchFamily="34" charset="0"/>
                <a:cs typeface="Franklin Gothic Book"/>
              </a:rPr>
              <a:t>o</a:t>
            </a:r>
            <a:r>
              <a:rPr sz="2400" spc="5" dirty="0">
                <a:latin typeface="Calibri" panose="020F0502020204030204" pitchFamily="34" charset="0"/>
                <a:cs typeface="Franklin Gothic Book"/>
              </a:rPr>
              <a:t>g</a:t>
            </a:r>
            <a:r>
              <a:rPr sz="2400" spc="-5" dirty="0">
                <a:latin typeface="Calibri" panose="020F0502020204030204" pitchFamily="34" charset="0"/>
                <a:cs typeface="Franklin Gothic Book"/>
              </a:rPr>
              <a:t>r</a:t>
            </a:r>
            <a:r>
              <a:rPr sz="2400" spc="-10" dirty="0">
                <a:latin typeface="Calibri" panose="020F0502020204030204" pitchFamily="34" charset="0"/>
                <a:cs typeface="Franklin Gothic Book"/>
              </a:rPr>
              <a:t>e</a:t>
            </a:r>
            <a:r>
              <a:rPr sz="2400" spc="-5" dirty="0">
                <a:latin typeface="Calibri" panose="020F0502020204030204" pitchFamily="34" charset="0"/>
                <a:cs typeface="Franklin Gothic Book"/>
              </a:rPr>
              <a:t>s</a:t>
            </a:r>
            <a:r>
              <a:rPr sz="2400" spc="-15" dirty="0">
                <a:latin typeface="Calibri" panose="020F0502020204030204" pitchFamily="34" charset="0"/>
                <a:cs typeface="Franklin Gothic Book"/>
              </a:rPr>
              <a:t>s</a:t>
            </a:r>
            <a:r>
              <a:rPr sz="2400" spc="20" dirty="0">
                <a:latin typeface="Calibri" panose="020F0502020204030204" pitchFamily="34" charset="0"/>
                <a:cs typeface="Franklin Gothic Book"/>
              </a:rPr>
              <a:t> </a:t>
            </a:r>
            <a:r>
              <a:rPr sz="2400" spc="-5" dirty="0">
                <a:latin typeface="Calibri" panose="020F0502020204030204" pitchFamily="34" charset="0"/>
                <a:cs typeface="Franklin Gothic Book"/>
              </a:rPr>
              <a:t>r</a:t>
            </a:r>
            <a:r>
              <a:rPr sz="2400" spc="-10" dirty="0">
                <a:latin typeface="Calibri" panose="020F0502020204030204" pitchFamily="34" charset="0"/>
                <a:cs typeface="Franklin Gothic Book"/>
              </a:rPr>
              <a:t>e</a:t>
            </a:r>
            <a:r>
              <a:rPr sz="2400" spc="15" dirty="0">
                <a:latin typeface="Calibri" panose="020F0502020204030204" pitchFamily="34" charset="0"/>
                <a:cs typeface="Franklin Gothic Book"/>
              </a:rPr>
              <a:t>p</a:t>
            </a:r>
            <a:r>
              <a:rPr sz="2400" spc="-5" dirty="0">
                <a:latin typeface="Calibri" panose="020F0502020204030204" pitchFamily="34" charset="0"/>
                <a:cs typeface="Franklin Gothic Book"/>
              </a:rPr>
              <a:t>o</a:t>
            </a:r>
            <a:r>
              <a:rPr sz="2400" spc="80" dirty="0">
                <a:latin typeface="Calibri" panose="020F0502020204030204" pitchFamily="34" charset="0"/>
                <a:cs typeface="Franklin Gothic Book"/>
              </a:rPr>
              <a:t>r</a:t>
            </a:r>
            <a:r>
              <a:rPr sz="2400" spc="-10" dirty="0">
                <a:latin typeface="Calibri" panose="020F0502020204030204" pitchFamily="34" charset="0"/>
                <a:cs typeface="Franklin Gothic Book"/>
              </a:rPr>
              <a:t>t</a:t>
            </a:r>
            <a:r>
              <a:rPr sz="2400" spc="50" dirty="0">
                <a:latin typeface="Calibri" panose="020F0502020204030204" pitchFamily="34" charset="0"/>
                <a:cs typeface="Franklin Gothic Book"/>
              </a:rPr>
              <a:t> </a:t>
            </a:r>
            <a:r>
              <a:rPr sz="2400" i="1" dirty="0">
                <a:latin typeface="Calibri" panose="020F0502020204030204" pitchFamily="34" charset="0"/>
              </a:rPr>
              <a:t>(w</a:t>
            </a:r>
            <a:r>
              <a:rPr sz="2400" i="1" spc="-10" dirty="0">
                <a:latin typeface="Calibri" panose="020F0502020204030204" pitchFamily="34" charset="0"/>
              </a:rPr>
              <a:t>hat</a:t>
            </a:r>
            <a:r>
              <a:rPr sz="2400" i="1" spc="-5" dirty="0">
                <a:latin typeface="Calibri" panose="020F0502020204030204" pitchFamily="34" charset="0"/>
              </a:rPr>
              <a:t> </a:t>
            </a:r>
            <a:r>
              <a:rPr sz="2400" i="1" dirty="0">
                <a:latin typeface="Calibri" panose="020F0502020204030204" pitchFamily="34" charset="0"/>
              </a:rPr>
              <a:t>h</a:t>
            </a:r>
            <a:r>
              <a:rPr sz="2400" i="1" spc="-20" dirty="0">
                <a:latin typeface="Calibri" panose="020F0502020204030204" pitchFamily="34" charset="0"/>
              </a:rPr>
              <a:t>a</a:t>
            </a:r>
            <a:r>
              <a:rPr sz="2400" i="1" spc="-15" dirty="0">
                <a:latin typeface="Calibri" panose="020F0502020204030204" pitchFamily="34" charset="0"/>
              </a:rPr>
              <a:t>s</a:t>
            </a:r>
            <a:r>
              <a:rPr sz="2400" i="1" spc="-5" dirty="0">
                <a:latin typeface="Calibri" panose="020F0502020204030204" pitchFamily="34" charset="0"/>
              </a:rPr>
              <a:t> </a:t>
            </a:r>
            <a:r>
              <a:rPr sz="2400" i="1" spc="-20" dirty="0">
                <a:latin typeface="Calibri" panose="020F0502020204030204" pitchFamily="34" charset="0"/>
              </a:rPr>
              <a:t>b</a:t>
            </a:r>
            <a:r>
              <a:rPr sz="2400" i="1" spc="-25" dirty="0">
                <a:latin typeface="Calibri" panose="020F0502020204030204" pitchFamily="34" charset="0"/>
              </a:rPr>
              <a:t>e</a:t>
            </a:r>
            <a:r>
              <a:rPr sz="2400" i="1" spc="-20" dirty="0">
                <a:latin typeface="Calibri" panose="020F0502020204030204" pitchFamily="34" charset="0"/>
              </a:rPr>
              <a:t>e</a:t>
            </a:r>
            <a:r>
              <a:rPr sz="2400" i="1" spc="-15" dirty="0">
                <a:latin typeface="Calibri" panose="020F0502020204030204" pitchFamily="34" charset="0"/>
              </a:rPr>
              <a:t>n</a:t>
            </a:r>
            <a:r>
              <a:rPr sz="2400" i="1" spc="-5" dirty="0">
                <a:latin typeface="Calibri" panose="020F0502020204030204" pitchFamily="34" charset="0"/>
              </a:rPr>
              <a:t> </a:t>
            </a:r>
            <a:r>
              <a:rPr sz="2400" i="1" spc="-20" dirty="0">
                <a:latin typeface="Calibri" panose="020F0502020204030204" pitchFamily="34" charset="0"/>
              </a:rPr>
              <a:t>a</a:t>
            </a:r>
            <a:r>
              <a:rPr sz="2400" i="1" spc="-15" dirty="0">
                <a:latin typeface="Calibri" panose="020F0502020204030204" pitchFamily="34" charset="0"/>
              </a:rPr>
              <a:t>c</a:t>
            </a:r>
            <a:r>
              <a:rPr sz="2400" i="1" spc="-25" dirty="0">
                <a:latin typeface="Calibri" panose="020F0502020204030204" pitchFamily="34" charset="0"/>
              </a:rPr>
              <a:t>c</a:t>
            </a:r>
            <a:r>
              <a:rPr sz="2400" i="1" spc="-15" dirty="0">
                <a:latin typeface="Calibri" panose="020F0502020204030204" pitchFamily="34" charset="0"/>
              </a:rPr>
              <a:t>o</a:t>
            </a:r>
            <a:r>
              <a:rPr sz="2400" i="1" spc="-45" dirty="0">
                <a:latin typeface="Calibri" panose="020F0502020204030204" pitchFamily="34" charset="0"/>
              </a:rPr>
              <a:t>m</a:t>
            </a:r>
            <a:r>
              <a:rPr sz="2400" i="1" spc="5" dirty="0">
                <a:latin typeface="Calibri" panose="020F0502020204030204" pitchFamily="34" charset="0"/>
              </a:rPr>
              <a:t>p</a:t>
            </a:r>
            <a:r>
              <a:rPr sz="2400" i="1" spc="-5" dirty="0">
                <a:latin typeface="Calibri" panose="020F0502020204030204" pitchFamily="34" charset="0"/>
              </a:rPr>
              <a:t>li</a:t>
            </a:r>
            <a:r>
              <a:rPr sz="2400" i="1" spc="5" dirty="0">
                <a:latin typeface="Calibri" panose="020F0502020204030204" pitchFamily="34" charset="0"/>
              </a:rPr>
              <a:t>s</a:t>
            </a:r>
            <a:r>
              <a:rPr sz="2400" i="1" spc="-10" dirty="0">
                <a:latin typeface="Calibri" panose="020F0502020204030204" pitchFamily="34" charset="0"/>
              </a:rPr>
              <a:t>h</a:t>
            </a:r>
            <a:r>
              <a:rPr sz="2400" i="1" spc="-20" dirty="0">
                <a:latin typeface="Calibri" panose="020F0502020204030204" pitchFamily="34" charset="0"/>
              </a:rPr>
              <a:t>e</a:t>
            </a:r>
            <a:r>
              <a:rPr sz="2400" i="1" spc="-10" dirty="0">
                <a:latin typeface="Calibri" panose="020F0502020204030204" pitchFamily="34" charset="0"/>
              </a:rPr>
              <a:t>d</a:t>
            </a:r>
            <a:r>
              <a:rPr sz="2400" i="1" dirty="0">
                <a:latin typeface="Calibri" panose="020F0502020204030204" pitchFamily="34" charset="0"/>
              </a:rPr>
              <a:t>)</a:t>
            </a:r>
            <a:endParaRPr sz="2400" i="1" dirty="0">
              <a:latin typeface="Calibri" panose="020F0502020204030204" pitchFamily="34" charset="0"/>
              <a:cs typeface="Franklin Gothic Book"/>
            </a:endParaRPr>
          </a:p>
          <a:p>
            <a:pPr marL="1005840" marR="240665" indent="-457200">
              <a:lnSpc>
                <a:spcPct val="100000"/>
              </a:lnSpc>
              <a:buClr>
                <a:srgbClr val="EFA12D"/>
              </a:buClr>
              <a:buSzPct val="68750"/>
              <a:buFont typeface="Franklin Gothic Book"/>
              <a:buAutoNum type="arabicParenR"/>
              <a:tabLst>
                <a:tab pos="1005840" algn="l"/>
              </a:tabLst>
            </a:pPr>
            <a:r>
              <a:rPr sz="2400" spc="-145" dirty="0">
                <a:latin typeface="Calibri" panose="020F0502020204030204" pitchFamily="34" charset="0"/>
                <a:cs typeface="Franklin Gothic Book"/>
              </a:rPr>
              <a:t>T</a:t>
            </a:r>
            <a:r>
              <a:rPr sz="2400" spc="-5" dirty="0">
                <a:latin typeface="Calibri" panose="020F0502020204030204" pitchFamily="34" charset="0"/>
                <a:cs typeface="Franklin Gothic Book"/>
              </a:rPr>
              <a:t>r</a:t>
            </a:r>
            <a:r>
              <a:rPr sz="2400" spc="-10" dirty="0">
                <a:latin typeface="Calibri" panose="020F0502020204030204" pitchFamily="34" charset="0"/>
                <a:cs typeface="Franklin Gothic Book"/>
              </a:rPr>
              <a:t>en</a:t>
            </a:r>
            <a:r>
              <a:rPr sz="2400" spc="-15" dirty="0">
                <a:latin typeface="Calibri" panose="020F0502020204030204" pitchFamily="34" charset="0"/>
                <a:cs typeface="Franklin Gothic Book"/>
              </a:rPr>
              <a:t>d</a:t>
            </a:r>
            <a:r>
              <a:rPr sz="2400" spc="20" dirty="0">
                <a:latin typeface="Calibri" panose="020F0502020204030204" pitchFamily="34" charset="0"/>
                <a:cs typeface="Franklin Gothic Book"/>
              </a:rPr>
              <a:t> </a:t>
            </a:r>
            <a:r>
              <a:rPr sz="2400" spc="-5" dirty="0">
                <a:latin typeface="Calibri" panose="020F0502020204030204" pitchFamily="34" charset="0"/>
                <a:cs typeface="Franklin Gothic Book"/>
              </a:rPr>
              <a:t>r</a:t>
            </a:r>
            <a:r>
              <a:rPr sz="2400" spc="-10" dirty="0">
                <a:latin typeface="Calibri" panose="020F0502020204030204" pitchFamily="34" charset="0"/>
                <a:cs typeface="Franklin Gothic Book"/>
              </a:rPr>
              <a:t>e</a:t>
            </a:r>
            <a:r>
              <a:rPr sz="2400" spc="15" dirty="0">
                <a:latin typeface="Calibri" panose="020F0502020204030204" pitchFamily="34" charset="0"/>
                <a:cs typeface="Franklin Gothic Book"/>
              </a:rPr>
              <a:t>p</a:t>
            </a:r>
            <a:r>
              <a:rPr sz="2400" spc="-5" dirty="0">
                <a:latin typeface="Calibri" panose="020F0502020204030204" pitchFamily="34" charset="0"/>
                <a:cs typeface="Franklin Gothic Book"/>
              </a:rPr>
              <a:t>o</a:t>
            </a:r>
            <a:r>
              <a:rPr sz="2400" spc="80" dirty="0">
                <a:latin typeface="Calibri" panose="020F0502020204030204" pitchFamily="34" charset="0"/>
                <a:cs typeface="Franklin Gothic Book"/>
              </a:rPr>
              <a:t>r</a:t>
            </a:r>
            <a:r>
              <a:rPr sz="2400" spc="-10" dirty="0">
                <a:latin typeface="Calibri" panose="020F0502020204030204" pitchFamily="34" charset="0"/>
                <a:cs typeface="Franklin Gothic Book"/>
              </a:rPr>
              <a:t>t</a:t>
            </a:r>
            <a:r>
              <a:rPr sz="2400" spc="45" dirty="0">
                <a:latin typeface="Calibri" panose="020F0502020204030204" pitchFamily="34" charset="0"/>
                <a:cs typeface="Franklin Gothic Book"/>
              </a:rPr>
              <a:t> </a:t>
            </a:r>
            <a:r>
              <a:rPr sz="2400" i="1" dirty="0">
                <a:latin typeface="Calibri" panose="020F0502020204030204" pitchFamily="34" charset="0"/>
              </a:rPr>
              <a:t>(</a:t>
            </a:r>
            <a:r>
              <a:rPr sz="2400" i="1" spc="-55" dirty="0">
                <a:latin typeface="Calibri" panose="020F0502020204030204" pitchFamily="34" charset="0"/>
              </a:rPr>
              <a:t>e</a:t>
            </a:r>
            <a:r>
              <a:rPr sz="2400" i="1" spc="-15" dirty="0">
                <a:latin typeface="Calibri" panose="020F0502020204030204" pitchFamily="34" charset="0"/>
              </a:rPr>
              <a:t>x</a:t>
            </a:r>
            <a:r>
              <a:rPr sz="2400" i="1" spc="-10" dirty="0">
                <a:latin typeface="Calibri" panose="020F0502020204030204" pitchFamily="34" charset="0"/>
              </a:rPr>
              <a:t>a</a:t>
            </a:r>
            <a:r>
              <a:rPr sz="2400" i="1" spc="-5" dirty="0">
                <a:latin typeface="Calibri" panose="020F0502020204030204" pitchFamily="34" charset="0"/>
              </a:rPr>
              <a:t>minin</a:t>
            </a:r>
            <a:r>
              <a:rPr sz="2400" i="1" dirty="0">
                <a:latin typeface="Calibri" panose="020F0502020204030204" pitchFamily="34" charset="0"/>
              </a:rPr>
              <a:t>g</a:t>
            </a:r>
            <a:r>
              <a:rPr sz="2400" i="1" spc="-10" dirty="0">
                <a:latin typeface="Calibri" panose="020F0502020204030204" pitchFamily="34" charset="0"/>
              </a:rPr>
              <a:t> </a:t>
            </a:r>
            <a:r>
              <a:rPr sz="2400" i="1" spc="5" dirty="0">
                <a:latin typeface="Calibri" panose="020F0502020204030204" pitchFamily="34" charset="0"/>
              </a:rPr>
              <a:t>p</a:t>
            </a:r>
            <a:r>
              <a:rPr sz="2400" i="1" spc="-65" dirty="0">
                <a:latin typeface="Calibri" panose="020F0502020204030204" pitchFamily="34" charset="0"/>
              </a:rPr>
              <a:t>r</a:t>
            </a:r>
            <a:r>
              <a:rPr sz="2400" i="1" spc="-15" dirty="0">
                <a:latin typeface="Calibri" panose="020F0502020204030204" pitchFamily="34" charset="0"/>
              </a:rPr>
              <a:t>oje</a:t>
            </a:r>
            <a:r>
              <a:rPr sz="2400" i="1" spc="-20" dirty="0">
                <a:latin typeface="Calibri" panose="020F0502020204030204" pitchFamily="34" charset="0"/>
              </a:rPr>
              <a:t>c</a:t>
            </a:r>
            <a:r>
              <a:rPr sz="2400" i="1" spc="-10" dirty="0">
                <a:latin typeface="Calibri" panose="020F0502020204030204" pitchFamily="34" charset="0"/>
              </a:rPr>
              <a:t>t</a:t>
            </a:r>
            <a:r>
              <a:rPr sz="2400" i="1" spc="-5" dirty="0">
                <a:latin typeface="Calibri" panose="020F0502020204030204" pitchFamily="34" charset="0"/>
              </a:rPr>
              <a:t> </a:t>
            </a:r>
            <a:r>
              <a:rPr sz="2400" i="1" spc="-20" dirty="0">
                <a:latin typeface="Calibri" panose="020F0502020204030204" pitchFamily="34" charset="0"/>
              </a:rPr>
              <a:t>rep</a:t>
            </a:r>
            <a:r>
              <a:rPr sz="2400" i="1" spc="-15" dirty="0">
                <a:latin typeface="Calibri" panose="020F0502020204030204" pitchFamily="34" charset="0"/>
              </a:rPr>
              <a:t>o</a:t>
            </a:r>
            <a:r>
              <a:rPr sz="2400" i="1" spc="75" dirty="0">
                <a:latin typeface="Calibri" panose="020F0502020204030204" pitchFamily="34" charset="0"/>
              </a:rPr>
              <a:t>r</a:t>
            </a:r>
            <a:r>
              <a:rPr sz="2400" i="1" spc="-15" dirty="0">
                <a:latin typeface="Calibri" panose="020F0502020204030204" pitchFamily="34" charset="0"/>
              </a:rPr>
              <a:t>ts</a:t>
            </a:r>
            <a:r>
              <a:rPr sz="2400" i="1" spc="5" dirty="0">
                <a:latin typeface="Calibri" panose="020F0502020204030204" pitchFamily="34" charset="0"/>
              </a:rPr>
              <a:t> </a:t>
            </a:r>
            <a:r>
              <a:rPr sz="2400" i="1" spc="-55" dirty="0">
                <a:latin typeface="Calibri" panose="020F0502020204030204" pitchFamily="34" charset="0"/>
              </a:rPr>
              <a:t>o</a:t>
            </a:r>
            <a:r>
              <a:rPr sz="2400" i="1" spc="-45" dirty="0">
                <a:latin typeface="Calibri" panose="020F0502020204030204" pitchFamily="34" charset="0"/>
              </a:rPr>
              <a:t>v</a:t>
            </a:r>
            <a:r>
              <a:rPr sz="2400" i="1" spc="-20" dirty="0">
                <a:latin typeface="Calibri" panose="020F0502020204030204" pitchFamily="34" charset="0"/>
              </a:rPr>
              <a:t>e</a:t>
            </a:r>
            <a:r>
              <a:rPr sz="2400" i="1" spc="-10" dirty="0">
                <a:latin typeface="Calibri" panose="020F0502020204030204" pitchFamily="34" charset="0"/>
              </a:rPr>
              <a:t>r</a:t>
            </a:r>
            <a:r>
              <a:rPr sz="2400" i="1" spc="-5" dirty="0">
                <a:latin typeface="Calibri" panose="020F0502020204030204" pitchFamily="34" charset="0"/>
              </a:rPr>
              <a:t> </a:t>
            </a:r>
            <a:r>
              <a:rPr sz="2400" i="1" dirty="0">
                <a:latin typeface="Calibri" panose="020F0502020204030204" pitchFamily="34" charset="0"/>
              </a:rPr>
              <a:t>t</a:t>
            </a:r>
            <a:r>
              <a:rPr sz="2400" i="1" spc="-20" dirty="0">
                <a:latin typeface="Calibri" panose="020F0502020204030204" pitchFamily="34" charset="0"/>
              </a:rPr>
              <a:t>im</a:t>
            </a:r>
            <a:r>
              <a:rPr sz="2400" i="1" spc="-15" dirty="0">
                <a:latin typeface="Calibri" panose="020F0502020204030204" pitchFamily="34" charset="0"/>
              </a:rPr>
              <a:t>e</a:t>
            </a:r>
            <a:r>
              <a:rPr sz="2400" i="1" dirty="0">
                <a:latin typeface="Calibri" panose="020F0502020204030204" pitchFamily="34" charset="0"/>
              </a:rPr>
              <a:t> </a:t>
            </a:r>
            <a:r>
              <a:rPr sz="2400" i="1" spc="-40" dirty="0">
                <a:latin typeface="Calibri" panose="020F0502020204030204" pitchFamily="34" charset="0"/>
              </a:rPr>
              <a:t>t</a:t>
            </a:r>
            <a:r>
              <a:rPr sz="2400" i="1" spc="-15" dirty="0">
                <a:latin typeface="Calibri" panose="020F0502020204030204" pitchFamily="34" charset="0"/>
              </a:rPr>
              <a:t>o</a:t>
            </a:r>
            <a:r>
              <a:rPr sz="2400" i="1" dirty="0">
                <a:latin typeface="Calibri" panose="020F0502020204030204" pitchFamily="34" charset="0"/>
              </a:rPr>
              <a:t> </a:t>
            </a:r>
            <a:r>
              <a:rPr sz="2400" i="1" spc="-20" dirty="0">
                <a:latin typeface="Calibri" panose="020F0502020204030204" pitchFamily="34" charset="0"/>
              </a:rPr>
              <a:t>se</a:t>
            </a:r>
            <a:r>
              <a:rPr sz="2400" i="1" spc="-15" dirty="0">
                <a:latin typeface="Calibri" panose="020F0502020204030204" pitchFamily="34" charset="0"/>
              </a:rPr>
              <a:t>e</a:t>
            </a:r>
            <a:r>
              <a:rPr sz="2400" i="1" dirty="0">
                <a:latin typeface="Calibri" panose="020F0502020204030204" pitchFamily="34" charset="0"/>
              </a:rPr>
              <a:t> </a:t>
            </a:r>
            <a:r>
              <a:rPr sz="2400" i="1" spc="-5" dirty="0">
                <a:latin typeface="Calibri" panose="020F0502020204030204" pitchFamily="34" charset="0"/>
              </a:rPr>
              <a:t>if p</a:t>
            </a:r>
            <a:r>
              <a:rPr sz="2400" i="1" spc="-20" dirty="0">
                <a:latin typeface="Calibri" panose="020F0502020204030204" pitchFamily="34" charset="0"/>
              </a:rPr>
              <a:t>e</a:t>
            </a:r>
            <a:r>
              <a:rPr sz="2400" i="1" spc="50" dirty="0">
                <a:latin typeface="Calibri" panose="020F0502020204030204" pitchFamily="34" charset="0"/>
              </a:rPr>
              <a:t>r</a:t>
            </a:r>
            <a:r>
              <a:rPr sz="2400" i="1" spc="-70" dirty="0">
                <a:latin typeface="Calibri" panose="020F0502020204030204" pitchFamily="34" charset="0"/>
              </a:rPr>
              <a:t>f</a:t>
            </a:r>
            <a:r>
              <a:rPr sz="2400" i="1" spc="-15" dirty="0">
                <a:latin typeface="Calibri" panose="020F0502020204030204" pitchFamily="34" charset="0"/>
              </a:rPr>
              <a:t>or</a:t>
            </a:r>
            <a:r>
              <a:rPr sz="2400" i="1" spc="-20" dirty="0">
                <a:latin typeface="Calibri" panose="020F0502020204030204" pitchFamily="34" charset="0"/>
              </a:rPr>
              <a:t>man</a:t>
            </a:r>
            <a:r>
              <a:rPr sz="2400" i="1" spc="-25" dirty="0">
                <a:latin typeface="Calibri" panose="020F0502020204030204" pitchFamily="34" charset="0"/>
              </a:rPr>
              <a:t>c</a:t>
            </a:r>
            <a:r>
              <a:rPr sz="2400" i="1" spc="-15" dirty="0">
                <a:latin typeface="Calibri" panose="020F0502020204030204" pitchFamily="34" charset="0"/>
              </a:rPr>
              <a:t>e</a:t>
            </a:r>
            <a:r>
              <a:rPr sz="2400" i="1" spc="-5" dirty="0">
                <a:latin typeface="Calibri" panose="020F0502020204030204" pitchFamily="34" charset="0"/>
              </a:rPr>
              <a:t> i</a:t>
            </a:r>
            <a:r>
              <a:rPr sz="2400" i="1" dirty="0">
                <a:latin typeface="Calibri" panose="020F0502020204030204" pitchFamily="34" charset="0"/>
              </a:rPr>
              <a:t>s</a:t>
            </a:r>
            <a:r>
              <a:rPr sz="2400" i="1" spc="5" dirty="0">
                <a:latin typeface="Calibri" panose="020F0502020204030204" pitchFamily="34" charset="0"/>
              </a:rPr>
              <a:t> </a:t>
            </a:r>
            <a:r>
              <a:rPr sz="2400" i="1" spc="-5" dirty="0">
                <a:solidFill>
                  <a:srgbClr val="00B050"/>
                </a:solidFill>
                <a:latin typeface="Calibri" panose="020F0502020204030204" pitchFamily="34" charset="0"/>
              </a:rPr>
              <a:t>i</a:t>
            </a:r>
            <a:r>
              <a:rPr sz="2400" i="1" spc="-25" dirty="0">
                <a:solidFill>
                  <a:srgbClr val="00B050"/>
                </a:solidFill>
                <a:latin typeface="Calibri" panose="020F0502020204030204" pitchFamily="34" charset="0"/>
              </a:rPr>
              <a:t>m</a:t>
            </a:r>
            <a:r>
              <a:rPr sz="2400" i="1" spc="5" dirty="0">
                <a:solidFill>
                  <a:srgbClr val="00B050"/>
                </a:solidFill>
                <a:latin typeface="Calibri" panose="020F0502020204030204" pitchFamily="34" charset="0"/>
              </a:rPr>
              <a:t>p</a:t>
            </a:r>
            <a:r>
              <a:rPr sz="2400" i="1" spc="-65" dirty="0">
                <a:solidFill>
                  <a:srgbClr val="00B050"/>
                </a:solidFill>
                <a:latin typeface="Calibri" panose="020F0502020204030204" pitchFamily="34" charset="0"/>
              </a:rPr>
              <a:t>r</a:t>
            </a:r>
            <a:r>
              <a:rPr sz="2400" i="1" spc="-55" dirty="0">
                <a:solidFill>
                  <a:srgbClr val="00B050"/>
                </a:solidFill>
                <a:latin typeface="Calibri" panose="020F0502020204030204" pitchFamily="34" charset="0"/>
              </a:rPr>
              <a:t>o</a:t>
            </a:r>
            <a:r>
              <a:rPr sz="2400" i="1" spc="-5" dirty="0">
                <a:solidFill>
                  <a:srgbClr val="00B050"/>
                </a:solidFill>
                <a:latin typeface="Calibri" panose="020F0502020204030204" pitchFamily="34" charset="0"/>
              </a:rPr>
              <a:t>vin</a:t>
            </a:r>
            <a:r>
              <a:rPr sz="2400" i="1" dirty="0">
                <a:solidFill>
                  <a:srgbClr val="00B050"/>
                </a:solidFill>
                <a:latin typeface="Calibri" panose="020F0502020204030204" pitchFamily="34" charset="0"/>
              </a:rPr>
              <a:t>g</a:t>
            </a:r>
            <a:r>
              <a:rPr sz="2400" i="1" spc="-5" dirty="0">
                <a:latin typeface="Calibri" panose="020F0502020204030204" pitchFamily="34" charset="0"/>
              </a:rPr>
              <a:t> </a:t>
            </a:r>
            <a:r>
              <a:rPr sz="2400" i="1" spc="-25" dirty="0">
                <a:latin typeface="Calibri" panose="020F0502020204030204" pitchFamily="34" charset="0"/>
              </a:rPr>
              <a:t>o</a:t>
            </a:r>
            <a:r>
              <a:rPr sz="2400" i="1" spc="-10" dirty="0">
                <a:latin typeface="Calibri" panose="020F0502020204030204" pitchFamily="34" charset="0"/>
              </a:rPr>
              <a:t>r</a:t>
            </a:r>
            <a:r>
              <a:rPr sz="2400" i="1" spc="5" dirty="0">
                <a:latin typeface="Calibri" panose="020F0502020204030204" pitchFamily="34" charset="0"/>
              </a:rPr>
              <a:t> </a:t>
            </a:r>
            <a:r>
              <a:rPr sz="2400" i="1" spc="-20" dirty="0">
                <a:solidFill>
                  <a:srgbClr val="00B050"/>
                </a:solidFill>
                <a:latin typeface="Calibri" panose="020F0502020204030204" pitchFamily="34" charset="0"/>
              </a:rPr>
              <a:t>d</a:t>
            </a:r>
            <a:r>
              <a:rPr sz="2400" i="1" spc="-25" dirty="0">
                <a:solidFill>
                  <a:srgbClr val="00B050"/>
                </a:solidFill>
                <a:latin typeface="Calibri" panose="020F0502020204030204" pitchFamily="34" charset="0"/>
              </a:rPr>
              <a:t>e</a:t>
            </a:r>
            <a:r>
              <a:rPr sz="2400" i="1" spc="-40" dirty="0">
                <a:solidFill>
                  <a:srgbClr val="00B050"/>
                </a:solidFill>
                <a:latin typeface="Calibri" panose="020F0502020204030204" pitchFamily="34" charset="0"/>
              </a:rPr>
              <a:t>t</a:t>
            </a:r>
            <a:r>
              <a:rPr sz="2400" i="1" spc="-15" dirty="0">
                <a:solidFill>
                  <a:srgbClr val="00B050"/>
                </a:solidFill>
                <a:latin typeface="Calibri" panose="020F0502020204030204" pitchFamily="34" charset="0"/>
              </a:rPr>
              <a:t>erio</a:t>
            </a:r>
            <a:r>
              <a:rPr sz="2400" i="1" spc="-20" dirty="0">
                <a:solidFill>
                  <a:srgbClr val="00B050"/>
                </a:solidFill>
                <a:latin typeface="Calibri" panose="020F0502020204030204" pitchFamily="34" charset="0"/>
              </a:rPr>
              <a:t>ra</a:t>
            </a:r>
            <a:r>
              <a:rPr sz="2400" i="1" dirty="0">
                <a:solidFill>
                  <a:srgbClr val="00B050"/>
                </a:solidFill>
                <a:latin typeface="Calibri" panose="020F0502020204030204" pitchFamily="34" charset="0"/>
              </a:rPr>
              <a:t>t</a:t>
            </a:r>
            <a:r>
              <a:rPr sz="2400" i="1" spc="-5" dirty="0">
                <a:solidFill>
                  <a:srgbClr val="00B050"/>
                </a:solidFill>
                <a:latin typeface="Calibri" panose="020F0502020204030204" pitchFamily="34" charset="0"/>
              </a:rPr>
              <a:t>i</a:t>
            </a:r>
            <a:r>
              <a:rPr sz="2400" i="1" spc="-15" dirty="0">
                <a:solidFill>
                  <a:srgbClr val="00B050"/>
                </a:solidFill>
                <a:latin typeface="Calibri" panose="020F0502020204030204" pitchFamily="34" charset="0"/>
              </a:rPr>
              <a:t>n</a:t>
            </a:r>
            <a:r>
              <a:rPr sz="2400" i="1" spc="-5" dirty="0">
                <a:solidFill>
                  <a:srgbClr val="00B050"/>
                </a:solidFill>
                <a:latin typeface="Calibri" panose="020F0502020204030204" pitchFamily="34" charset="0"/>
              </a:rPr>
              <a:t>g</a:t>
            </a:r>
            <a:r>
              <a:rPr sz="2400" i="1" spc="-5" dirty="0">
                <a:latin typeface="Calibri" panose="020F0502020204030204" pitchFamily="34" charset="0"/>
              </a:rPr>
              <a:t>)</a:t>
            </a:r>
            <a:endParaRPr sz="2400" i="1" dirty="0">
              <a:latin typeface="Calibri" panose="020F0502020204030204" pitchFamily="34" charset="0"/>
              <a:cs typeface="Franklin Gothic Book"/>
            </a:endParaRPr>
          </a:p>
          <a:p>
            <a:pPr marL="1005840" marR="571500" indent="-457200">
              <a:lnSpc>
                <a:spcPct val="100000"/>
              </a:lnSpc>
              <a:buClr>
                <a:srgbClr val="EFA12D"/>
              </a:buClr>
              <a:buSzPct val="68750"/>
              <a:buFont typeface="Franklin Gothic Book"/>
              <a:buAutoNum type="arabicParenR"/>
              <a:tabLst>
                <a:tab pos="1005840" algn="l"/>
              </a:tabLst>
            </a:pPr>
            <a:r>
              <a:rPr sz="2400" spc="-55" dirty="0">
                <a:latin typeface="Calibri" panose="020F0502020204030204" pitchFamily="34" charset="0"/>
                <a:cs typeface="Franklin Gothic Book"/>
              </a:rPr>
              <a:t>F</a:t>
            </a:r>
            <a:r>
              <a:rPr sz="2400" spc="0" dirty="0">
                <a:latin typeface="Calibri" panose="020F0502020204030204" pitchFamily="34" charset="0"/>
                <a:cs typeface="Franklin Gothic Book"/>
              </a:rPr>
              <a:t>o</a:t>
            </a:r>
            <a:r>
              <a:rPr sz="2400" spc="-5" dirty="0">
                <a:latin typeface="Calibri" panose="020F0502020204030204" pitchFamily="34" charset="0"/>
                <a:cs typeface="Franklin Gothic Book"/>
              </a:rPr>
              <a:t>r</a:t>
            </a:r>
            <a:r>
              <a:rPr sz="2400" spc="-10" dirty="0">
                <a:latin typeface="Calibri" panose="020F0502020204030204" pitchFamily="34" charset="0"/>
                <a:cs typeface="Franklin Gothic Book"/>
              </a:rPr>
              <a:t>e</a:t>
            </a:r>
            <a:r>
              <a:rPr sz="2400" spc="-5" dirty="0">
                <a:latin typeface="Calibri" panose="020F0502020204030204" pitchFamily="34" charset="0"/>
                <a:cs typeface="Franklin Gothic Book"/>
              </a:rPr>
              <a:t>c</a:t>
            </a:r>
            <a:r>
              <a:rPr sz="2400" spc="-10" dirty="0">
                <a:latin typeface="Calibri" panose="020F0502020204030204" pitchFamily="34" charset="0"/>
                <a:cs typeface="Franklin Gothic Book"/>
              </a:rPr>
              <a:t>a</a:t>
            </a:r>
            <a:r>
              <a:rPr sz="2400" spc="-5" dirty="0">
                <a:latin typeface="Calibri" panose="020F0502020204030204" pitchFamily="34" charset="0"/>
                <a:cs typeface="Franklin Gothic Book"/>
              </a:rPr>
              <a:t>s</a:t>
            </a:r>
            <a:r>
              <a:rPr sz="2400" dirty="0">
                <a:latin typeface="Calibri" panose="020F0502020204030204" pitchFamily="34" charset="0"/>
                <a:cs typeface="Franklin Gothic Book"/>
              </a:rPr>
              <a:t>t</a:t>
            </a:r>
            <a:r>
              <a:rPr sz="2400" spc="15" dirty="0">
                <a:latin typeface="Calibri" panose="020F0502020204030204" pitchFamily="34" charset="0"/>
                <a:cs typeface="Franklin Gothic Book"/>
              </a:rPr>
              <a:t>i</a:t>
            </a:r>
            <a:r>
              <a:rPr sz="2400" spc="-10" dirty="0">
                <a:latin typeface="Calibri" panose="020F0502020204030204" pitchFamily="34" charset="0"/>
                <a:cs typeface="Franklin Gothic Book"/>
              </a:rPr>
              <a:t>n</a:t>
            </a:r>
            <a:r>
              <a:rPr sz="2400" dirty="0">
                <a:latin typeface="Calibri" panose="020F0502020204030204" pitchFamily="34" charset="0"/>
                <a:cs typeface="Franklin Gothic Book"/>
              </a:rPr>
              <a:t>g</a:t>
            </a:r>
            <a:r>
              <a:rPr sz="2400" spc="15" dirty="0">
                <a:latin typeface="Calibri" panose="020F0502020204030204" pitchFamily="34" charset="0"/>
                <a:cs typeface="Franklin Gothic Book"/>
              </a:rPr>
              <a:t> </a:t>
            </a:r>
            <a:r>
              <a:rPr sz="2400" spc="-5" dirty="0">
                <a:latin typeface="Calibri" panose="020F0502020204030204" pitchFamily="34" charset="0"/>
                <a:cs typeface="Franklin Gothic Book"/>
              </a:rPr>
              <a:t>r</a:t>
            </a:r>
            <a:r>
              <a:rPr sz="2400" spc="-10" dirty="0">
                <a:latin typeface="Calibri" panose="020F0502020204030204" pitchFamily="34" charset="0"/>
                <a:cs typeface="Franklin Gothic Book"/>
              </a:rPr>
              <a:t>e</a:t>
            </a:r>
            <a:r>
              <a:rPr sz="2400" spc="15" dirty="0">
                <a:latin typeface="Calibri" panose="020F0502020204030204" pitchFamily="34" charset="0"/>
                <a:cs typeface="Franklin Gothic Book"/>
              </a:rPr>
              <a:t>p</a:t>
            </a:r>
            <a:r>
              <a:rPr sz="2400" spc="-5" dirty="0">
                <a:latin typeface="Calibri" panose="020F0502020204030204" pitchFamily="34" charset="0"/>
                <a:cs typeface="Franklin Gothic Book"/>
              </a:rPr>
              <a:t>o</a:t>
            </a:r>
            <a:r>
              <a:rPr sz="2400" spc="75" dirty="0">
                <a:latin typeface="Calibri" panose="020F0502020204030204" pitchFamily="34" charset="0"/>
                <a:cs typeface="Franklin Gothic Book"/>
              </a:rPr>
              <a:t>r</a:t>
            </a:r>
            <a:r>
              <a:rPr sz="2400" spc="-10" dirty="0">
                <a:latin typeface="Calibri" panose="020F0502020204030204" pitchFamily="34" charset="0"/>
                <a:cs typeface="Franklin Gothic Book"/>
              </a:rPr>
              <a:t>t</a:t>
            </a:r>
            <a:r>
              <a:rPr sz="2400" spc="65" dirty="0">
                <a:latin typeface="Calibri" panose="020F0502020204030204" pitchFamily="34" charset="0"/>
                <a:cs typeface="Franklin Gothic Book"/>
              </a:rPr>
              <a:t> </a:t>
            </a:r>
            <a:r>
              <a:rPr sz="2400" i="1" dirty="0">
                <a:latin typeface="Calibri" panose="020F0502020204030204" pitchFamily="34" charset="0"/>
              </a:rPr>
              <a:t>(</a:t>
            </a:r>
            <a:r>
              <a:rPr sz="2400" i="1" spc="-5" dirty="0">
                <a:solidFill>
                  <a:srgbClr val="00B050"/>
                </a:solidFill>
                <a:latin typeface="Calibri" panose="020F0502020204030204" pitchFamily="34" charset="0"/>
              </a:rPr>
              <a:t>p</a:t>
            </a:r>
            <a:r>
              <a:rPr sz="2400" i="1" spc="-20" dirty="0">
                <a:solidFill>
                  <a:srgbClr val="00B050"/>
                </a:solidFill>
                <a:latin typeface="Calibri" panose="020F0502020204030204" pitchFamily="34" charset="0"/>
              </a:rPr>
              <a:t>re</a:t>
            </a:r>
            <a:r>
              <a:rPr sz="2400" i="1" spc="-10" dirty="0">
                <a:solidFill>
                  <a:srgbClr val="00B050"/>
                </a:solidFill>
                <a:latin typeface="Calibri" panose="020F0502020204030204" pitchFamily="34" charset="0"/>
              </a:rPr>
              <a:t>d</a:t>
            </a:r>
            <a:r>
              <a:rPr sz="2400" i="1" spc="-5" dirty="0">
                <a:solidFill>
                  <a:srgbClr val="00B050"/>
                </a:solidFill>
                <a:latin typeface="Calibri" panose="020F0502020204030204" pitchFamily="34" charset="0"/>
              </a:rPr>
              <a:t>i</a:t>
            </a:r>
            <a:r>
              <a:rPr sz="2400" i="1" dirty="0">
                <a:solidFill>
                  <a:srgbClr val="00B050"/>
                </a:solidFill>
                <a:latin typeface="Calibri" panose="020F0502020204030204" pitchFamily="34" charset="0"/>
              </a:rPr>
              <a:t>c</a:t>
            </a:r>
            <a:r>
              <a:rPr sz="2400" i="1" spc="-5" dirty="0">
                <a:solidFill>
                  <a:srgbClr val="00B050"/>
                </a:solidFill>
                <a:latin typeface="Calibri" panose="020F0502020204030204" pitchFamily="34" charset="0"/>
              </a:rPr>
              <a:t>tin</a:t>
            </a:r>
            <a:r>
              <a:rPr sz="2400" i="1" dirty="0">
                <a:solidFill>
                  <a:srgbClr val="00B050"/>
                </a:solidFill>
                <a:latin typeface="Calibri" panose="020F0502020204030204" pitchFamily="34" charset="0"/>
              </a:rPr>
              <a:t>g</a:t>
            </a:r>
            <a:r>
              <a:rPr sz="2400" i="1" spc="-5" dirty="0">
                <a:latin typeface="Calibri" panose="020F0502020204030204" pitchFamily="34" charset="0"/>
              </a:rPr>
              <a:t> </a:t>
            </a:r>
            <a:r>
              <a:rPr sz="2400" i="1" spc="-15" dirty="0">
                <a:latin typeface="Calibri" panose="020F0502020204030204" pitchFamily="34" charset="0"/>
              </a:rPr>
              <a:t>f</a:t>
            </a:r>
            <a:r>
              <a:rPr sz="2400" i="1" spc="-30" dirty="0">
                <a:latin typeface="Calibri" panose="020F0502020204030204" pitchFamily="34" charset="0"/>
              </a:rPr>
              <a:t>u</a:t>
            </a:r>
            <a:r>
              <a:rPr sz="2400" i="1" dirty="0">
                <a:latin typeface="Calibri" panose="020F0502020204030204" pitchFamily="34" charset="0"/>
              </a:rPr>
              <a:t>t</a:t>
            </a:r>
            <a:r>
              <a:rPr sz="2400" i="1" spc="-30" dirty="0">
                <a:latin typeface="Calibri" panose="020F0502020204030204" pitchFamily="34" charset="0"/>
              </a:rPr>
              <a:t>u</a:t>
            </a:r>
            <a:r>
              <a:rPr sz="2400" i="1" spc="-15" dirty="0">
                <a:latin typeface="Calibri" panose="020F0502020204030204" pitchFamily="34" charset="0"/>
              </a:rPr>
              <a:t>re</a:t>
            </a:r>
            <a:r>
              <a:rPr sz="2400" i="1" dirty="0">
                <a:latin typeface="Calibri" panose="020F0502020204030204" pitchFamily="34" charset="0"/>
              </a:rPr>
              <a:t> </a:t>
            </a:r>
            <a:r>
              <a:rPr sz="2400" i="1" spc="-5" dirty="0">
                <a:latin typeface="Calibri" panose="020F0502020204030204" pitchFamily="34" charset="0"/>
              </a:rPr>
              <a:t>p</a:t>
            </a:r>
            <a:r>
              <a:rPr sz="2400" i="1" spc="-55" dirty="0">
                <a:latin typeface="Calibri" panose="020F0502020204030204" pitchFamily="34" charset="0"/>
              </a:rPr>
              <a:t>r</a:t>
            </a:r>
            <a:r>
              <a:rPr sz="2400" i="1" spc="-15" dirty="0">
                <a:latin typeface="Calibri" panose="020F0502020204030204" pitchFamily="34" charset="0"/>
              </a:rPr>
              <a:t>oje</a:t>
            </a:r>
            <a:r>
              <a:rPr sz="2400" i="1" spc="-25" dirty="0">
                <a:latin typeface="Calibri" panose="020F0502020204030204" pitchFamily="34" charset="0"/>
              </a:rPr>
              <a:t>c</a:t>
            </a:r>
            <a:r>
              <a:rPr sz="2400" i="1" spc="-10" dirty="0">
                <a:latin typeface="Calibri" panose="020F0502020204030204" pitchFamily="34" charset="0"/>
              </a:rPr>
              <a:t>t</a:t>
            </a:r>
            <a:r>
              <a:rPr sz="2400" i="1" spc="10" dirty="0">
                <a:latin typeface="Calibri" panose="020F0502020204030204" pitchFamily="34" charset="0"/>
              </a:rPr>
              <a:t> </a:t>
            </a:r>
            <a:r>
              <a:rPr sz="2400" i="1" spc="-20" dirty="0">
                <a:latin typeface="Calibri" panose="020F0502020204030204" pitchFamily="34" charset="0"/>
              </a:rPr>
              <a:t>s</a:t>
            </a:r>
            <a:r>
              <a:rPr sz="2400" i="1" dirty="0">
                <a:latin typeface="Calibri" panose="020F0502020204030204" pitchFamily="34" charset="0"/>
              </a:rPr>
              <a:t>t</a:t>
            </a:r>
            <a:r>
              <a:rPr sz="2400" i="1" spc="-20" dirty="0">
                <a:latin typeface="Calibri" panose="020F0502020204030204" pitchFamily="34" charset="0"/>
              </a:rPr>
              <a:t>atu</a:t>
            </a:r>
            <a:r>
              <a:rPr sz="2400" i="1" spc="-15" dirty="0">
                <a:latin typeface="Calibri" panose="020F0502020204030204" pitchFamily="34" charset="0"/>
              </a:rPr>
              <a:t>s</a:t>
            </a:r>
            <a:r>
              <a:rPr sz="2400" i="1" spc="5" dirty="0">
                <a:latin typeface="Calibri" panose="020F0502020204030204" pitchFamily="34" charset="0"/>
              </a:rPr>
              <a:t> </a:t>
            </a:r>
            <a:r>
              <a:rPr sz="2400" i="1" spc="-20" dirty="0">
                <a:latin typeface="Calibri" panose="020F0502020204030204" pitchFamily="34" charset="0"/>
              </a:rPr>
              <a:t>a</a:t>
            </a:r>
            <a:r>
              <a:rPr sz="2400" i="1" spc="-30" dirty="0">
                <a:latin typeface="Calibri" panose="020F0502020204030204" pitchFamily="34" charset="0"/>
              </a:rPr>
              <a:t>n</a:t>
            </a:r>
            <a:r>
              <a:rPr sz="2400" i="1" spc="-15" dirty="0">
                <a:latin typeface="Calibri" panose="020F0502020204030204" pitchFamily="34" charset="0"/>
              </a:rPr>
              <a:t>d</a:t>
            </a:r>
            <a:r>
              <a:rPr sz="2400" i="1" spc="-10" dirty="0">
                <a:latin typeface="Calibri" panose="020F0502020204030204" pitchFamily="34" charset="0"/>
              </a:rPr>
              <a:t> </a:t>
            </a:r>
            <a:r>
              <a:rPr sz="2400" i="1" spc="-5" dirty="0">
                <a:latin typeface="Calibri" panose="020F0502020204030204" pitchFamily="34" charset="0"/>
              </a:rPr>
              <a:t>p</a:t>
            </a:r>
            <a:r>
              <a:rPr sz="2400" i="1" spc="-20" dirty="0">
                <a:latin typeface="Calibri" panose="020F0502020204030204" pitchFamily="34" charset="0"/>
              </a:rPr>
              <a:t>e</a:t>
            </a:r>
            <a:r>
              <a:rPr sz="2400" i="1" spc="50" dirty="0">
                <a:latin typeface="Calibri" panose="020F0502020204030204" pitchFamily="34" charset="0"/>
              </a:rPr>
              <a:t>r</a:t>
            </a:r>
            <a:r>
              <a:rPr sz="2400" i="1" spc="-70" dirty="0">
                <a:latin typeface="Calibri" panose="020F0502020204030204" pitchFamily="34" charset="0"/>
              </a:rPr>
              <a:t>f</a:t>
            </a:r>
            <a:r>
              <a:rPr sz="2400" i="1" spc="-15" dirty="0">
                <a:latin typeface="Calibri" panose="020F0502020204030204" pitchFamily="34" charset="0"/>
              </a:rPr>
              <a:t>or</a:t>
            </a:r>
            <a:r>
              <a:rPr sz="2400" i="1" spc="-20" dirty="0">
                <a:latin typeface="Calibri" panose="020F0502020204030204" pitchFamily="34" charset="0"/>
              </a:rPr>
              <a:t>man</a:t>
            </a:r>
            <a:r>
              <a:rPr sz="2400" i="1" spc="-25" dirty="0">
                <a:latin typeface="Calibri" panose="020F0502020204030204" pitchFamily="34" charset="0"/>
              </a:rPr>
              <a:t>c</a:t>
            </a:r>
            <a:r>
              <a:rPr sz="2400" i="1" spc="-15" dirty="0">
                <a:latin typeface="Calibri" panose="020F0502020204030204" pitchFamily="34" charset="0"/>
              </a:rPr>
              <a:t>e)</a:t>
            </a:r>
            <a:endParaRPr sz="2400" i="1" dirty="0">
              <a:latin typeface="Calibri" panose="020F0502020204030204" pitchFamily="34" charset="0"/>
              <a:cs typeface="Franklin Gothic Book"/>
            </a:endParaRPr>
          </a:p>
          <a:p>
            <a:pPr marL="1005840" indent="-457200">
              <a:lnSpc>
                <a:spcPct val="100000"/>
              </a:lnSpc>
              <a:buClr>
                <a:srgbClr val="EFA12D"/>
              </a:buClr>
              <a:buSzPct val="68750"/>
              <a:buFont typeface="Franklin Gothic Book"/>
              <a:buAutoNum type="arabicParenR"/>
              <a:tabLst>
                <a:tab pos="1005840" algn="l"/>
              </a:tabLst>
            </a:pPr>
            <a:r>
              <a:rPr sz="2400" spc="-95" dirty="0">
                <a:latin typeface="Calibri" panose="020F0502020204030204" pitchFamily="34" charset="0"/>
                <a:cs typeface="Franklin Gothic Book"/>
              </a:rPr>
              <a:t>V</a:t>
            </a:r>
            <a:r>
              <a:rPr sz="2400" spc="-10" dirty="0">
                <a:latin typeface="Calibri" panose="020F0502020204030204" pitchFamily="34" charset="0"/>
                <a:cs typeface="Franklin Gothic Book"/>
              </a:rPr>
              <a:t>a</a:t>
            </a:r>
            <a:r>
              <a:rPr sz="2400" spc="0" dirty="0">
                <a:latin typeface="Calibri" panose="020F0502020204030204" pitchFamily="34" charset="0"/>
                <a:cs typeface="Franklin Gothic Book"/>
              </a:rPr>
              <a:t>r</a:t>
            </a:r>
            <a:r>
              <a:rPr sz="2400" spc="5" dirty="0">
                <a:latin typeface="Calibri" panose="020F0502020204030204" pitchFamily="34" charset="0"/>
                <a:cs typeface="Franklin Gothic Book"/>
              </a:rPr>
              <a:t>i</a:t>
            </a:r>
            <a:r>
              <a:rPr sz="2400" spc="-10" dirty="0">
                <a:latin typeface="Calibri" panose="020F0502020204030204" pitchFamily="34" charset="0"/>
                <a:cs typeface="Franklin Gothic Book"/>
              </a:rPr>
              <a:t>an</a:t>
            </a:r>
            <a:r>
              <a:rPr sz="2400" spc="-5" dirty="0">
                <a:latin typeface="Calibri" panose="020F0502020204030204" pitchFamily="34" charset="0"/>
                <a:cs typeface="Franklin Gothic Book"/>
              </a:rPr>
              <a:t>c</a:t>
            </a:r>
            <a:r>
              <a:rPr sz="2400" spc="-15" dirty="0">
                <a:latin typeface="Calibri" panose="020F0502020204030204" pitchFamily="34" charset="0"/>
                <a:cs typeface="Franklin Gothic Book"/>
              </a:rPr>
              <a:t>e</a:t>
            </a:r>
            <a:r>
              <a:rPr sz="2400" spc="15" dirty="0">
                <a:latin typeface="Calibri" panose="020F0502020204030204" pitchFamily="34" charset="0"/>
                <a:cs typeface="Franklin Gothic Book"/>
              </a:rPr>
              <a:t> </a:t>
            </a:r>
            <a:r>
              <a:rPr sz="2400" spc="0" dirty="0">
                <a:latin typeface="Calibri" panose="020F0502020204030204" pitchFamily="34" charset="0"/>
                <a:cs typeface="Franklin Gothic Book"/>
              </a:rPr>
              <a:t>r</a:t>
            </a:r>
            <a:r>
              <a:rPr sz="2400" spc="-10" dirty="0">
                <a:latin typeface="Calibri" panose="020F0502020204030204" pitchFamily="34" charset="0"/>
                <a:cs typeface="Franklin Gothic Book"/>
              </a:rPr>
              <a:t>e</a:t>
            </a:r>
            <a:r>
              <a:rPr sz="2400" spc="5" dirty="0">
                <a:latin typeface="Calibri" panose="020F0502020204030204" pitchFamily="34" charset="0"/>
                <a:cs typeface="Franklin Gothic Book"/>
              </a:rPr>
              <a:t>p</a:t>
            </a:r>
            <a:r>
              <a:rPr sz="2400" spc="-5" dirty="0">
                <a:latin typeface="Calibri" panose="020F0502020204030204" pitchFamily="34" charset="0"/>
                <a:cs typeface="Franklin Gothic Book"/>
              </a:rPr>
              <a:t>o</a:t>
            </a:r>
            <a:r>
              <a:rPr sz="2400" spc="80" dirty="0">
                <a:latin typeface="Calibri" panose="020F0502020204030204" pitchFamily="34" charset="0"/>
                <a:cs typeface="Franklin Gothic Book"/>
              </a:rPr>
              <a:t>r</a:t>
            </a:r>
            <a:r>
              <a:rPr sz="2400" spc="-10" dirty="0">
                <a:latin typeface="Calibri" panose="020F0502020204030204" pitchFamily="34" charset="0"/>
                <a:cs typeface="Franklin Gothic Book"/>
              </a:rPr>
              <a:t>t</a:t>
            </a:r>
            <a:r>
              <a:rPr sz="2400" spc="60" dirty="0">
                <a:latin typeface="Calibri" panose="020F0502020204030204" pitchFamily="34" charset="0"/>
                <a:cs typeface="Franklin Gothic Book"/>
              </a:rPr>
              <a:t> </a:t>
            </a:r>
            <a:r>
              <a:rPr sz="2400" i="1" dirty="0">
                <a:latin typeface="Calibri" panose="020F0502020204030204" pitchFamily="34" charset="0"/>
              </a:rPr>
              <a:t>(</a:t>
            </a:r>
            <a:r>
              <a:rPr sz="2400" i="1" spc="-25" dirty="0">
                <a:latin typeface="Calibri" panose="020F0502020204030204" pitchFamily="34" charset="0"/>
              </a:rPr>
              <a:t>c</a:t>
            </a:r>
            <a:r>
              <a:rPr sz="2400" i="1" spc="-15" dirty="0">
                <a:latin typeface="Calibri" panose="020F0502020204030204" pitchFamily="34" charset="0"/>
              </a:rPr>
              <a:t>o</a:t>
            </a:r>
            <a:r>
              <a:rPr sz="2400" i="1" spc="-45" dirty="0">
                <a:latin typeface="Calibri" panose="020F0502020204030204" pitchFamily="34" charset="0"/>
              </a:rPr>
              <a:t>m</a:t>
            </a:r>
            <a:r>
              <a:rPr sz="2400" i="1" spc="5" dirty="0">
                <a:latin typeface="Calibri" panose="020F0502020204030204" pitchFamily="34" charset="0"/>
              </a:rPr>
              <a:t>p</a:t>
            </a:r>
            <a:r>
              <a:rPr sz="2400" i="1" spc="-5" dirty="0">
                <a:latin typeface="Calibri" panose="020F0502020204030204" pitchFamily="34" charset="0"/>
              </a:rPr>
              <a:t>arin</a:t>
            </a:r>
            <a:r>
              <a:rPr sz="2400" i="1" dirty="0">
                <a:latin typeface="Calibri" panose="020F0502020204030204" pitchFamily="34" charset="0"/>
              </a:rPr>
              <a:t>g </a:t>
            </a:r>
            <a:r>
              <a:rPr sz="2400" i="1" spc="-20" dirty="0">
                <a:solidFill>
                  <a:srgbClr val="00B050"/>
                </a:solidFill>
                <a:latin typeface="Calibri" panose="020F0502020204030204" pitchFamily="34" charset="0"/>
              </a:rPr>
              <a:t>a</a:t>
            </a:r>
            <a:r>
              <a:rPr sz="2400" i="1" spc="-25" dirty="0">
                <a:solidFill>
                  <a:srgbClr val="00B050"/>
                </a:solidFill>
                <a:latin typeface="Calibri" panose="020F0502020204030204" pitchFamily="34" charset="0"/>
              </a:rPr>
              <a:t>c</a:t>
            </a:r>
            <a:r>
              <a:rPr sz="2400" i="1" dirty="0">
                <a:solidFill>
                  <a:srgbClr val="00B050"/>
                </a:solidFill>
                <a:latin typeface="Calibri" panose="020F0502020204030204" pitchFamily="34" charset="0"/>
              </a:rPr>
              <a:t>t</a:t>
            </a:r>
            <a:r>
              <a:rPr sz="2400" i="1" spc="-30" dirty="0">
                <a:solidFill>
                  <a:srgbClr val="00B050"/>
                </a:solidFill>
                <a:latin typeface="Calibri" panose="020F0502020204030204" pitchFamily="34" charset="0"/>
              </a:rPr>
              <a:t>u</a:t>
            </a:r>
            <a:r>
              <a:rPr sz="2400" i="1" spc="-10" dirty="0">
                <a:solidFill>
                  <a:srgbClr val="00B050"/>
                </a:solidFill>
                <a:latin typeface="Calibri" panose="020F0502020204030204" pitchFamily="34" charset="0"/>
              </a:rPr>
              <a:t>al</a:t>
            </a:r>
            <a:r>
              <a:rPr sz="2400" i="1" spc="-5" dirty="0">
                <a:solidFill>
                  <a:srgbClr val="00B050"/>
                </a:solidFill>
                <a:latin typeface="Calibri" panose="020F0502020204030204" pitchFamily="34" charset="0"/>
              </a:rPr>
              <a:t> </a:t>
            </a:r>
            <a:r>
              <a:rPr sz="2400" i="1" spc="-15" dirty="0">
                <a:solidFill>
                  <a:srgbClr val="00B050"/>
                </a:solidFill>
                <a:latin typeface="Calibri" panose="020F0502020204030204" pitchFamily="34" charset="0"/>
              </a:rPr>
              <a:t>resul</a:t>
            </a:r>
            <a:r>
              <a:rPr sz="2400" i="1" spc="-5" dirty="0">
                <a:solidFill>
                  <a:srgbClr val="00B050"/>
                </a:solidFill>
                <a:latin typeface="Calibri" panose="020F0502020204030204" pitchFamily="34" charset="0"/>
              </a:rPr>
              <a:t>t</a:t>
            </a:r>
            <a:r>
              <a:rPr sz="2400" i="1" spc="-15" dirty="0">
                <a:solidFill>
                  <a:srgbClr val="00B050"/>
                </a:solidFill>
                <a:latin typeface="Calibri" panose="020F0502020204030204" pitchFamily="34" charset="0"/>
              </a:rPr>
              <a:t>s</a:t>
            </a:r>
            <a:r>
              <a:rPr sz="2400" i="1" spc="-5" dirty="0">
                <a:solidFill>
                  <a:srgbClr val="00B050"/>
                </a:solidFill>
                <a:latin typeface="Calibri" panose="020F0502020204030204" pitchFamily="34" charset="0"/>
              </a:rPr>
              <a:t> </a:t>
            </a:r>
            <a:r>
              <a:rPr sz="2400" i="1" spc="-40" dirty="0">
                <a:latin typeface="Calibri" panose="020F0502020204030204" pitchFamily="34" charset="0"/>
              </a:rPr>
              <a:t>t</a:t>
            </a:r>
            <a:r>
              <a:rPr sz="2400" i="1" spc="-15" dirty="0">
                <a:latin typeface="Calibri" panose="020F0502020204030204" pitchFamily="34" charset="0"/>
              </a:rPr>
              <a:t>o</a:t>
            </a:r>
            <a:r>
              <a:rPr sz="2400" i="1" dirty="0">
                <a:latin typeface="Calibri" panose="020F0502020204030204" pitchFamily="34" charset="0"/>
              </a:rPr>
              <a:t> </a:t>
            </a:r>
            <a:r>
              <a:rPr sz="2400" i="1" spc="-5" dirty="0">
                <a:solidFill>
                  <a:srgbClr val="00B050"/>
                </a:solidFill>
                <a:latin typeface="Calibri" panose="020F0502020204030204" pitchFamily="34" charset="0"/>
              </a:rPr>
              <a:t>p</a:t>
            </a:r>
            <a:r>
              <a:rPr sz="2400" i="1" spc="-20" dirty="0">
                <a:solidFill>
                  <a:srgbClr val="00B050"/>
                </a:solidFill>
                <a:latin typeface="Calibri" panose="020F0502020204030204" pitchFamily="34" charset="0"/>
              </a:rPr>
              <a:t>lanned</a:t>
            </a:r>
            <a:r>
              <a:rPr sz="2400" i="1" dirty="0">
                <a:latin typeface="Calibri" panose="020F0502020204030204" pitchFamily="34" charset="0"/>
              </a:rPr>
              <a:t>)</a:t>
            </a:r>
            <a:endParaRPr sz="2400" i="1" dirty="0">
              <a:latin typeface="Calibri" panose="020F0502020204030204" pitchFamily="34" charset="0"/>
              <a:cs typeface="Franklin Gothic Book"/>
            </a:endParaRPr>
          </a:p>
          <a:p>
            <a:pPr marL="1005840" marR="1066800" indent="-457200">
              <a:lnSpc>
                <a:spcPct val="100000"/>
              </a:lnSpc>
              <a:buClr>
                <a:srgbClr val="EFA12D"/>
              </a:buClr>
              <a:buSzPct val="68750"/>
              <a:buFont typeface="Franklin Gothic Book"/>
              <a:buAutoNum type="arabicParenR"/>
              <a:tabLst>
                <a:tab pos="1005840" algn="l"/>
              </a:tabLst>
            </a:pPr>
            <a:r>
              <a:rPr sz="2400" spc="-5" dirty="0">
                <a:latin typeface="Calibri" panose="020F0502020204030204" pitchFamily="34" charset="0"/>
                <a:cs typeface="Franklin Gothic Book"/>
              </a:rPr>
              <a:t>E</a:t>
            </a:r>
            <a:r>
              <a:rPr sz="2400" spc="-10" dirty="0">
                <a:latin typeface="Calibri" panose="020F0502020204030204" pitchFamily="34" charset="0"/>
                <a:cs typeface="Franklin Gothic Book"/>
              </a:rPr>
              <a:t>a</a:t>
            </a:r>
            <a:r>
              <a:rPr sz="2400" spc="0" dirty="0">
                <a:latin typeface="Calibri" panose="020F0502020204030204" pitchFamily="34" charset="0"/>
                <a:cs typeface="Franklin Gothic Book"/>
              </a:rPr>
              <a:t>r</a:t>
            </a:r>
            <a:r>
              <a:rPr sz="2400" spc="-20" dirty="0">
                <a:latin typeface="Calibri" panose="020F0502020204030204" pitchFamily="34" charset="0"/>
                <a:cs typeface="Franklin Gothic Book"/>
              </a:rPr>
              <a:t>n</a:t>
            </a:r>
            <a:r>
              <a:rPr sz="2400" spc="-10" dirty="0">
                <a:latin typeface="Calibri" panose="020F0502020204030204" pitchFamily="34" charset="0"/>
                <a:cs typeface="Franklin Gothic Book"/>
              </a:rPr>
              <a:t>e</a:t>
            </a:r>
            <a:r>
              <a:rPr sz="2400" spc="-15" dirty="0">
                <a:latin typeface="Calibri" panose="020F0502020204030204" pitchFamily="34" charset="0"/>
                <a:cs typeface="Franklin Gothic Book"/>
              </a:rPr>
              <a:t>d</a:t>
            </a:r>
            <a:r>
              <a:rPr sz="2400" spc="20" dirty="0">
                <a:latin typeface="Calibri" panose="020F0502020204030204" pitchFamily="34" charset="0"/>
                <a:cs typeface="Franklin Gothic Book"/>
              </a:rPr>
              <a:t> </a:t>
            </a:r>
            <a:r>
              <a:rPr lang="en-US" sz="2400" spc="-10" dirty="0">
                <a:latin typeface="Calibri" panose="020F0502020204030204" pitchFamily="34" charset="0"/>
                <a:cs typeface="Franklin Gothic Book"/>
              </a:rPr>
              <a:t>V</a:t>
            </a:r>
            <a:r>
              <a:rPr sz="2400" dirty="0">
                <a:latin typeface="Calibri" panose="020F0502020204030204" pitchFamily="34" charset="0"/>
                <a:cs typeface="Franklin Gothic Book"/>
              </a:rPr>
              <a:t>a</a:t>
            </a:r>
            <a:r>
              <a:rPr sz="2400" spc="-10" dirty="0">
                <a:latin typeface="Calibri" panose="020F0502020204030204" pitchFamily="34" charset="0"/>
                <a:cs typeface="Franklin Gothic Book"/>
              </a:rPr>
              <a:t>lu</a:t>
            </a:r>
            <a:r>
              <a:rPr sz="2400" spc="-15" dirty="0">
                <a:latin typeface="Calibri" panose="020F0502020204030204" pitchFamily="34" charset="0"/>
                <a:cs typeface="Franklin Gothic Book"/>
              </a:rPr>
              <a:t>e</a:t>
            </a:r>
            <a:r>
              <a:rPr sz="2400" spc="40" dirty="0">
                <a:latin typeface="Calibri" panose="020F0502020204030204" pitchFamily="34" charset="0"/>
                <a:cs typeface="Franklin Gothic Book"/>
              </a:rPr>
              <a:t> </a:t>
            </a:r>
            <a:r>
              <a:rPr sz="2400" i="1" dirty="0">
                <a:latin typeface="Calibri" panose="020F0502020204030204" pitchFamily="34" charset="0"/>
              </a:rPr>
              <a:t>(</a:t>
            </a:r>
            <a:r>
              <a:rPr sz="2400" i="1" spc="-5" dirty="0">
                <a:latin typeface="Calibri" panose="020F0502020204030204" pitchFamily="34" charset="0"/>
              </a:rPr>
              <a:t>in</a:t>
            </a:r>
            <a:r>
              <a:rPr sz="2400" i="1" spc="-40" dirty="0">
                <a:latin typeface="Calibri" panose="020F0502020204030204" pitchFamily="34" charset="0"/>
              </a:rPr>
              <a:t>t</a:t>
            </a:r>
            <a:r>
              <a:rPr sz="2400" i="1" spc="-20" dirty="0">
                <a:latin typeface="Calibri" panose="020F0502020204030204" pitchFamily="34" charset="0"/>
              </a:rPr>
              <a:t>egrat</a:t>
            </a:r>
            <a:r>
              <a:rPr sz="2400" i="1" spc="-5" dirty="0">
                <a:latin typeface="Calibri" panose="020F0502020204030204" pitchFamily="34" charset="0"/>
              </a:rPr>
              <a:t>i</a:t>
            </a:r>
            <a:r>
              <a:rPr sz="2400" i="1" spc="-30" dirty="0">
                <a:latin typeface="Calibri" panose="020F0502020204030204" pitchFamily="34" charset="0"/>
              </a:rPr>
              <a:t>n</a:t>
            </a:r>
            <a:r>
              <a:rPr sz="2400" i="1" dirty="0">
                <a:latin typeface="Calibri" panose="020F0502020204030204" pitchFamily="34" charset="0"/>
              </a:rPr>
              <a:t>g</a:t>
            </a:r>
            <a:r>
              <a:rPr sz="2400" i="1" spc="-5" dirty="0">
                <a:latin typeface="Calibri" panose="020F0502020204030204" pitchFamily="34" charset="0"/>
              </a:rPr>
              <a:t> </a:t>
            </a:r>
            <a:r>
              <a:rPr sz="2400" i="1" spc="-20" dirty="0">
                <a:latin typeface="Calibri" panose="020F0502020204030204" pitchFamily="34" charset="0"/>
              </a:rPr>
              <a:t>s</a:t>
            </a:r>
            <a:r>
              <a:rPr sz="2400" i="1" spc="-15" dirty="0">
                <a:latin typeface="Calibri" panose="020F0502020204030204" pitchFamily="34" charset="0"/>
              </a:rPr>
              <a:t>co</a:t>
            </a:r>
            <a:r>
              <a:rPr sz="2400" i="1" spc="-5" dirty="0">
                <a:latin typeface="Calibri" panose="020F0502020204030204" pitchFamily="34" charset="0"/>
              </a:rPr>
              <a:t>p</a:t>
            </a:r>
            <a:r>
              <a:rPr sz="2400" i="1" spc="-20" dirty="0">
                <a:latin typeface="Calibri" panose="020F0502020204030204" pitchFamily="34" charset="0"/>
              </a:rPr>
              <a:t>e</a:t>
            </a:r>
            <a:r>
              <a:rPr sz="2400" i="1" spc="-10" dirty="0">
                <a:latin typeface="Calibri" panose="020F0502020204030204" pitchFamily="34" charset="0"/>
              </a:rPr>
              <a:t>,</a:t>
            </a:r>
            <a:r>
              <a:rPr sz="2400" i="1" dirty="0">
                <a:latin typeface="Calibri" panose="020F0502020204030204" pitchFamily="34" charset="0"/>
              </a:rPr>
              <a:t> </a:t>
            </a:r>
            <a:r>
              <a:rPr sz="2400" i="1" spc="-15" dirty="0">
                <a:latin typeface="Calibri" panose="020F0502020204030204" pitchFamily="34" charset="0"/>
              </a:rPr>
              <a:t>co</a:t>
            </a:r>
            <a:r>
              <a:rPr sz="2400" i="1" spc="-20" dirty="0">
                <a:latin typeface="Calibri" panose="020F0502020204030204" pitchFamily="34" charset="0"/>
              </a:rPr>
              <a:t>s</a:t>
            </a:r>
            <a:r>
              <a:rPr sz="2400" i="1" spc="-10" dirty="0">
                <a:latin typeface="Calibri" panose="020F0502020204030204" pitchFamily="34" charset="0"/>
              </a:rPr>
              <a:t>t</a:t>
            </a:r>
            <a:r>
              <a:rPr sz="2400" i="1" spc="10" dirty="0">
                <a:latin typeface="Calibri" panose="020F0502020204030204" pitchFamily="34" charset="0"/>
              </a:rPr>
              <a:t> </a:t>
            </a:r>
            <a:r>
              <a:rPr sz="2400" i="1" spc="-20" dirty="0">
                <a:latin typeface="Calibri" panose="020F0502020204030204" pitchFamily="34" charset="0"/>
              </a:rPr>
              <a:t>a</a:t>
            </a:r>
            <a:r>
              <a:rPr sz="2400" i="1" spc="-30" dirty="0">
                <a:latin typeface="Calibri" panose="020F0502020204030204" pitchFamily="34" charset="0"/>
              </a:rPr>
              <a:t>n</a:t>
            </a:r>
            <a:r>
              <a:rPr sz="2400" i="1" spc="-15" dirty="0">
                <a:latin typeface="Calibri" panose="020F0502020204030204" pitchFamily="34" charset="0"/>
              </a:rPr>
              <a:t>d</a:t>
            </a:r>
            <a:r>
              <a:rPr sz="2400" i="1" spc="5" dirty="0">
                <a:latin typeface="Calibri" panose="020F0502020204030204" pitchFamily="34" charset="0"/>
              </a:rPr>
              <a:t> </a:t>
            </a:r>
            <a:r>
              <a:rPr sz="2400" i="1" spc="-20" dirty="0">
                <a:latin typeface="Calibri" panose="020F0502020204030204" pitchFamily="34" charset="0"/>
              </a:rPr>
              <a:t>s</a:t>
            </a:r>
            <a:r>
              <a:rPr sz="2400" i="1" spc="-15" dirty="0">
                <a:latin typeface="Calibri" panose="020F0502020204030204" pitchFamily="34" charset="0"/>
              </a:rPr>
              <a:t>c</a:t>
            </a:r>
            <a:r>
              <a:rPr sz="2400" i="1" dirty="0">
                <a:latin typeface="Calibri" panose="020F0502020204030204" pitchFamily="34" charset="0"/>
              </a:rPr>
              <a:t>h</a:t>
            </a:r>
            <a:r>
              <a:rPr sz="2400" i="1" spc="-25" dirty="0">
                <a:latin typeface="Calibri" panose="020F0502020204030204" pitchFamily="34" charset="0"/>
              </a:rPr>
              <a:t>e</a:t>
            </a:r>
            <a:r>
              <a:rPr sz="2400" i="1" spc="-10" dirty="0">
                <a:latin typeface="Calibri" panose="020F0502020204030204" pitchFamily="34" charset="0"/>
              </a:rPr>
              <a:t>d</a:t>
            </a:r>
            <a:r>
              <a:rPr sz="2400" i="1" spc="-20" dirty="0">
                <a:latin typeface="Calibri" panose="020F0502020204030204" pitchFamily="34" charset="0"/>
              </a:rPr>
              <a:t>ule mea</a:t>
            </a:r>
            <a:r>
              <a:rPr sz="2400" i="1" spc="-10" dirty="0">
                <a:latin typeface="Calibri" panose="020F0502020204030204" pitchFamily="34" charset="0"/>
              </a:rPr>
              <a:t>s</a:t>
            </a:r>
            <a:r>
              <a:rPr sz="2400" i="1" spc="-30" dirty="0">
                <a:latin typeface="Calibri" panose="020F0502020204030204" pitchFamily="34" charset="0"/>
              </a:rPr>
              <a:t>u</a:t>
            </a:r>
            <a:r>
              <a:rPr sz="2400" i="1" spc="-5" dirty="0">
                <a:latin typeface="Calibri" panose="020F0502020204030204" pitchFamily="34" charset="0"/>
              </a:rPr>
              <a:t>r</a:t>
            </a:r>
            <a:r>
              <a:rPr sz="2400" i="1" spc="-20" dirty="0">
                <a:latin typeface="Calibri" panose="020F0502020204030204" pitchFamily="34" charset="0"/>
              </a:rPr>
              <a:t>e</a:t>
            </a:r>
            <a:r>
              <a:rPr sz="2400" i="1" spc="-15" dirty="0">
                <a:latin typeface="Calibri" panose="020F0502020204030204" pitchFamily="34" charset="0"/>
              </a:rPr>
              <a:t>s</a:t>
            </a:r>
            <a:r>
              <a:rPr sz="2400" i="1" spc="-5" dirty="0">
                <a:latin typeface="Calibri" panose="020F0502020204030204" pitchFamily="34" charset="0"/>
              </a:rPr>
              <a:t> </a:t>
            </a:r>
            <a:r>
              <a:rPr sz="2400" i="1" spc="-40" dirty="0">
                <a:latin typeface="Calibri" panose="020F0502020204030204" pitchFamily="34" charset="0"/>
              </a:rPr>
              <a:t>t</a:t>
            </a:r>
            <a:r>
              <a:rPr sz="2400" i="1" spc="-15" dirty="0">
                <a:latin typeface="Calibri" panose="020F0502020204030204" pitchFamily="34" charset="0"/>
              </a:rPr>
              <a:t>o</a:t>
            </a:r>
            <a:r>
              <a:rPr sz="2400" i="1" dirty="0">
                <a:latin typeface="Calibri" panose="020F0502020204030204" pitchFamily="34" charset="0"/>
              </a:rPr>
              <a:t> </a:t>
            </a:r>
            <a:r>
              <a:rPr sz="2400" i="1" spc="-20" dirty="0">
                <a:latin typeface="Calibri" panose="020F0502020204030204" pitchFamily="34" charset="0"/>
              </a:rPr>
              <a:t>as</a:t>
            </a:r>
            <a:r>
              <a:rPr sz="2400" i="1" spc="-10" dirty="0">
                <a:latin typeface="Calibri" panose="020F0502020204030204" pitchFamily="34" charset="0"/>
              </a:rPr>
              <a:t>s</a:t>
            </a:r>
            <a:r>
              <a:rPr sz="2400" i="1" spc="-20" dirty="0">
                <a:latin typeface="Calibri" panose="020F0502020204030204" pitchFamily="34" charset="0"/>
              </a:rPr>
              <a:t>es</a:t>
            </a:r>
            <a:r>
              <a:rPr sz="2400" i="1" spc="-15" dirty="0">
                <a:latin typeface="Calibri" panose="020F0502020204030204" pitchFamily="34" charset="0"/>
              </a:rPr>
              <a:t>s</a:t>
            </a:r>
            <a:r>
              <a:rPr sz="2400" i="1" dirty="0">
                <a:latin typeface="Calibri" panose="020F0502020204030204" pitchFamily="34" charset="0"/>
              </a:rPr>
              <a:t> </a:t>
            </a:r>
            <a:r>
              <a:rPr sz="2400" i="1" spc="-5" dirty="0">
                <a:latin typeface="Calibri" panose="020F0502020204030204" pitchFamily="34" charset="0"/>
              </a:rPr>
              <a:t>p</a:t>
            </a:r>
            <a:r>
              <a:rPr sz="2400" i="1" spc="-55" dirty="0">
                <a:latin typeface="Calibri" panose="020F0502020204030204" pitchFamily="34" charset="0"/>
              </a:rPr>
              <a:t>r</a:t>
            </a:r>
            <a:r>
              <a:rPr sz="2400" i="1" spc="-15" dirty="0">
                <a:latin typeface="Calibri" panose="020F0502020204030204" pitchFamily="34" charset="0"/>
              </a:rPr>
              <a:t>oje</a:t>
            </a:r>
            <a:r>
              <a:rPr sz="2400" i="1" spc="-25" dirty="0">
                <a:latin typeface="Calibri" panose="020F0502020204030204" pitchFamily="34" charset="0"/>
              </a:rPr>
              <a:t>c</a:t>
            </a:r>
            <a:r>
              <a:rPr sz="2400" i="1" spc="-10" dirty="0">
                <a:latin typeface="Calibri" panose="020F0502020204030204" pitchFamily="34" charset="0"/>
              </a:rPr>
              <a:t>t</a:t>
            </a:r>
            <a:r>
              <a:rPr sz="2400" i="1" spc="10" dirty="0">
                <a:latin typeface="Calibri" panose="020F0502020204030204" pitchFamily="34" charset="0"/>
              </a:rPr>
              <a:t> </a:t>
            </a:r>
            <a:r>
              <a:rPr sz="2400" i="1" spc="-5" dirty="0">
                <a:latin typeface="Calibri" panose="020F0502020204030204" pitchFamily="34" charset="0"/>
              </a:rPr>
              <a:t>p</a:t>
            </a:r>
            <a:r>
              <a:rPr sz="2400" i="1" spc="-20" dirty="0">
                <a:latin typeface="Calibri" panose="020F0502020204030204" pitchFamily="34" charset="0"/>
              </a:rPr>
              <a:t>e</a:t>
            </a:r>
            <a:r>
              <a:rPr sz="2400" i="1" spc="50" dirty="0">
                <a:latin typeface="Calibri" panose="020F0502020204030204" pitchFamily="34" charset="0"/>
              </a:rPr>
              <a:t>r</a:t>
            </a:r>
            <a:r>
              <a:rPr sz="2400" i="1" spc="-70" dirty="0">
                <a:latin typeface="Calibri" panose="020F0502020204030204" pitchFamily="34" charset="0"/>
              </a:rPr>
              <a:t>f</a:t>
            </a:r>
            <a:r>
              <a:rPr sz="2400" i="1" spc="-15" dirty="0">
                <a:latin typeface="Calibri" panose="020F0502020204030204" pitchFamily="34" charset="0"/>
              </a:rPr>
              <a:t>or</a:t>
            </a:r>
            <a:r>
              <a:rPr sz="2400" i="1" spc="-20" dirty="0">
                <a:latin typeface="Calibri" panose="020F0502020204030204" pitchFamily="34" charset="0"/>
              </a:rPr>
              <a:t>man</a:t>
            </a:r>
            <a:r>
              <a:rPr sz="2400" i="1" spc="-25" dirty="0">
                <a:latin typeface="Calibri" panose="020F0502020204030204" pitchFamily="34" charset="0"/>
              </a:rPr>
              <a:t>c</a:t>
            </a:r>
            <a:r>
              <a:rPr sz="2400" i="1" spc="-15" dirty="0">
                <a:latin typeface="Calibri" panose="020F0502020204030204" pitchFamily="34" charset="0"/>
              </a:rPr>
              <a:t>e)</a:t>
            </a:r>
            <a:endParaRPr sz="2400" i="1" dirty="0">
              <a:latin typeface="Calibri" panose="020F0502020204030204" pitchFamily="34" charset="0"/>
              <a:cs typeface="Franklin Gothic Book"/>
            </a:endParaRPr>
          </a:p>
        </p:txBody>
      </p:sp>
      <p:sp>
        <p:nvSpPr>
          <p:cNvPr id="6" name="object 3"/>
          <p:cNvSpPr txBox="1">
            <a:spLocks noGrp="1"/>
          </p:cNvSpPr>
          <p:nvPr>
            <p:ph type="title"/>
          </p:nvPr>
        </p:nvSpPr>
        <p:spPr>
          <a:xfrm>
            <a:off x="998325" y="260648"/>
            <a:ext cx="7200900" cy="739946"/>
          </a:xfrm>
          <a:prstGeom prst="rect">
            <a:avLst/>
          </a:prstGeom>
        </p:spPr>
        <p:txBody>
          <a:bodyPr vert="horz" wrap="square" lIns="0" tIns="184150" rIns="0" bIns="0" rtlCol="0">
            <a:spAutoFit/>
          </a:bodyPr>
          <a:lstStyle/>
          <a:p>
            <a:pPr marL="12700" algn="ctr">
              <a:lnSpc>
                <a:spcPct val="100000"/>
              </a:lnSpc>
            </a:pPr>
            <a:r>
              <a:rPr lang="en-US" sz="3600" dirty="0">
                <a:latin typeface="Calibri" panose="020F0502020204030204" pitchFamily="34" charset="0"/>
              </a:rPr>
              <a:t>Performance reporting</a:t>
            </a:r>
            <a:endParaRPr sz="3600" dirty="0">
              <a:latin typeface="Calibri" panose="020F0502020204030204" pitchFamily="34" charset="0"/>
            </a:endParaRPr>
          </a:p>
        </p:txBody>
      </p:sp>
      <p:sp>
        <p:nvSpPr>
          <p:cNvPr id="7"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a:p>
        </p:txBody>
      </p:sp>
      <p:sp>
        <p:nvSpPr>
          <p:cNvPr id="5" name="Footer Placeholder 4">
            <a:extLst>
              <a:ext uri="{FF2B5EF4-FFF2-40B4-BE49-F238E27FC236}">
                <a16:creationId xmlns:a16="http://schemas.microsoft.com/office/drawing/2014/main" id="{9B5C6BE3-40CF-4680-A75B-FCCC4D5ECC6F}"/>
              </a:ext>
            </a:extLst>
          </p:cNvPr>
          <p:cNvSpPr>
            <a:spLocks noGrp="1"/>
          </p:cNvSpPr>
          <p:nvPr>
            <p:ph type="ftr" sz="quarter" idx="11"/>
          </p:nvPr>
        </p:nvSpPr>
        <p:spPr/>
        <p:txBody>
          <a:bodyPr/>
          <a:lstStyle/>
          <a:p>
            <a:r>
              <a:rPr lang="en-US" dirty="0">
                <a:solidFill>
                  <a:prstClr val="black"/>
                </a:solidFill>
              </a:rPr>
              <a:t>AWS 1038-23W</a:t>
            </a:r>
          </a:p>
        </p:txBody>
      </p:sp>
      <p:sp>
        <p:nvSpPr>
          <p:cNvPr id="8" name="Slide Number Placeholder 7">
            <a:extLst>
              <a:ext uri="{FF2B5EF4-FFF2-40B4-BE49-F238E27FC236}">
                <a16:creationId xmlns:a16="http://schemas.microsoft.com/office/drawing/2014/main" id="{60128877-6CC4-4D2E-8730-235694B3CD23}"/>
              </a:ext>
            </a:extLst>
          </p:cNvPr>
          <p:cNvSpPr>
            <a:spLocks noGrp="1"/>
          </p:cNvSpPr>
          <p:nvPr>
            <p:ph type="sldNum" sz="quarter" idx="12"/>
          </p:nvPr>
        </p:nvSpPr>
        <p:spPr/>
        <p:txBody>
          <a:bodyPr/>
          <a:lstStyle/>
          <a:p>
            <a:fld id="{E31375A4-56A4-47D6-9801-1991572033F7}" type="slidenum">
              <a:rPr lang="en-US" smtClean="0">
                <a:solidFill>
                  <a:prstClr val="black"/>
                </a:solidFill>
              </a:rPr>
              <a:pPr/>
              <a:t>23</a:t>
            </a:fld>
            <a:endParaRPr lang="en-US">
              <a:solidFill>
                <a:prstClr val="black"/>
              </a:solidFill>
            </a:endParaRPr>
          </a:p>
        </p:txBody>
      </p:sp>
      <p:sp>
        <p:nvSpPr>
          <p:cNvPr id="2" name="Date Placeholder 1">
            <a:extLst>
              <a:ext uri="{FF2B5EF4-FFF2-40B4-BE49-F238E27FC236}">
                <a16:creationId xmlns:a16="http://schemas.microsoft.com/office/drawing/2014/main" id="{44C30EA0-4254-C611-A774-8FD21B0D9D2F}"/>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4269199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67962" y="230486"/>
            <a:ext cx="7200900" cy="830996"/>
          </a:xfrm>
          <a:prstGeom prst="rect">
            <a:avLst/>
          </a:prstGeom>
        </p:spPr>
        <p:txBody>
          <a:bodyPr vert="horz" wrap="square" lIns="0" tIns="274319" rIns="0" bIns="0" rtlCol="0">
            <a:spAutoFit/>
          </a:bodyPr>
          <a:lstStyle/>
          <a:p>
            <a:pPr marL="12700" algn="ctr">
              <a:lnSpc>
                <a:spcPct val="100000"/>
              </a:lnSpc>
            </a:pPr>
            <a:r>
              <a:rPr sz="3600" spc="-10" dirty="0">
                <a:latin typeface="Calibri" panose="020F0502020204030204" pitchFamily="34" charset="0"/>
              </a:rPr>
              <a:t>H</a:t>
            </a:r>
            <a:r>
              <a:rPr sz="3600" spc="-85" dirty="0">
                <a:latin typeface="Calibri" panose="020F0502020204030204" pitchFamily="34" charset="0"/>
              </a:rPr>
              <a:t>O</a:t>
            </a:r>
            <a:r>
              <a:rPr sz="3600" dirty="0">
                <a:latin typeface="Calibri" panose="020F0502020204030204" pitchFamily="34" charset="0"/>
              </a:rPr>
              <a:t>W</a:t>
            </a:r>
            <a:r>
              <a:rPr sz="3600" spc="-5" dirty="0">
                <a:latin typeface="Calibri" panose="020F0502020204030204" pitchFamily="34" charset="0"/>
              </a:rPr>
              <a:t> </a:t>
            </a:r>
            <a:r>
              <a:rPr sz="3600" spc="-30" dirty="0">
                <a:latin typeface="Calibri" panose="020F0502020204030204" pitchFamily="34" charset="0"/>
              </a:rPr>
              <a:t>OFTE</a:t>
            </a:r>
            <a:r>
              <a:rPr sz="3600" spc="-25" dirty="0">
                <a:latin typeface="Calibri" panose="020F0502020204030204" pitchFamily="34" charset="0"/>
              </a:rPr>
              <a:t>N</a:t>
            </a:r>
            <a:r>
              <a:rPr sz="3600" spc="5" dirty="0">
                <a:latin typeface="Calibri" panose="020F0502020204030204" pitchFamily="34" charset="0"/>
              </a:rPr>
              <a:t> </a:t>
            </a:r>
            <a:r>
              <a:rPr sz="3600" spc="-40" dirty="0">
                <a:latin typeface="Calibri" panose="020F0502020204030204" pitchFamily="34" charset="0"/>
              </a:rPr>
              <a:t>W</a:t>
            </a:r>
            <a:r>
              <a:rPr sz="3600" spc="-20" dirty="0">
                <a:latin typeface="Calibri" panose="020F0502020204030204" pitchFamily="34" charset="0"/>
              </a:rPr>
              <a:t>E</a:t>
            </a:r>
            <a:r>
              <a:rPr sz="3600" spc="-5" dirty="0">
                <a:latin typeface="Calibri" panose="020F0502020204030204" pitchFamily="34" charset="0"/>
              </a:rPr>
              <a:t> </a:t>
            </a:r>
            <a:r>
              <a:rPr sz="3600" dirty="0">
                <a:latin typeface="Calibri" panose="020F0502020204030204" pitchFamily="34" charset="0"/>
              </a:rPr>
              <a:t>C</a:t>
            </a:r>
            <a:r>
              <a:rPr sz="3600" spc="-35" dirty="0">
                <a:latin typeface="Calibri" panose="020F0502020204030204" pitchFamily="34" charset="0"/>
              </a:rPr>
              <a:t>O</a:t>
            </a:r>
            <a:r>
              <a:rPr sz="3600" spc="-30" dirty="0">
                <a:latin typeface="Calibri" panose="020F0502020204030204" pitchFamily="34" charset="0"/>
              </a:rPr>
              <a:t>MMUNIC</a:t>
            </a:r>
            <a:r>
              <a:rPr sz="3600" spc="-195" dirty="0">
                <a:latin typeface="Calibri" panose="020F0502020204030204" pitchFamily="34" charset="0"/>
              </a:rPr>
              <a:t>A</a:t>
            </a:r>
            <a:r>
              <a:rPr sz="3600" spc="-5" dirty="0">
                <a:latin typeface="Calibri" panose="020F0502020204030204" pitchFamily="34" charset="0"/>
              </a:rPr>
              <a:t>TE</a:t>
            </a:r>
            <a:endParaRPr sz="3600" dirty="0">
              <a:latin typeface="Calibri" panose="020F0502020204030204" pitchFamily="34" charset="0"/>
            </a:endParaRPr>
          </a:p>
        </p:txBody>
      </p:sp>
      <mc:AlternateContent xmlns:mc="http://schemas.openxmlformats.org/markup-compatibility/2006" xmlns:a14="http://schemas.microsoft.com/office/drawing/2010/main">
        <mc:Choice Requires="a14">
          <p:sp>
            <p:nvSpPr>
              <p:cNvPr id="40" name="object 40"/>
              <p:cNvSpPr txBox="1"/>
              <p:nvPr/>
            </p:nvSpPr>
            <p:spPr>
              <a:xfrm>
                <a:off x="2769870" y="5513228"/>
                <a:ext cx="3721735" cy="688137"/>
              </a:xfrm>
              <a:prstGeom prst="rect">
                <a:avLst/>
              </a:prstGeom>
            </p:spPr>
            <p:txBody>
              <a:bodyPr vert="horz" wrap="square" lIns="0" tIns="0" rIns="0" bIns="0" rtlCol="0">
                <a:spAutoFit/>
              </a:bodyPr>
              <a:lstStyle/>
              <a:p>
                <a:pPr marL="12700" fontAlgn="auto">
                  <a:spcBef>
                    <a:spcPts val="0"/>
                  </a:spcBef>
                  <a:spcAft>
                    <a:spcPts val="0"/>
                  </a:spcAft>
                </a:pPr>
                <a:r>
                  <a:rPr lang="en-US" spc="-5" dirty="0">
                    <a:solidFill>
                      <a:prstClr val="black"/>
                    </a:solidFill>
                    <a:latin typeface="Calibri" panose="020F0502020204030204" pitchFamily="34" charset="0"/>
                    <a:cs typeface="Arial"/>
                  </a:rPr>
                  <a:t>n</a:t>
                </a:r>
                <a:r>
                  <a:rPr lang="en-US" dirty="0">
                    <a:solidFill>
                      <a:prstClr val="black"/>
                    </a:solidFill>
                    <a:latin typeface="Calibri" panose="020F0502020204030204" pitchFamily="34" charset="0"/>
                    <a:cs typeface="Arial"/>
                  </a:rPr>
                  <a:t>=</a:t>
                </a:r>
                <a:r>
                  <a:rPr lang="en-US" spc="5" dirty="0">
                    <a:solidFill>
                      <a:prstClr val="black"/>
                    </a:solidFill>
                    <a:latin typeface="Calibri" panose="020F0502020204030204" pitchFamily="34" charset="0"/>
                    <a:cs typeface="Arial"/>
                  </a:rPr>
                  <a:t> </a:t>
                </a:r>
                <a:r>
                  <a:rPr lang="en-US" spc="-15" dirty="0">
                    <a:solidFill>
                      <a:prstClr val="black"/>
                    </a:solidFill>
                    <a:latin typeface="Calibri" panose="020F0502020204030204" pitchFamily="34" charset="0"/>
                    <a:cs typeface="Arial"/>
                  </a:rPr>
                  <a:t>n</a:t>
                </a:r>
                <a:r>
                  <a:rPr lang="en-US" spc="-5" dirty="0">
                    <a:solidFill>
                      <a:prstClr val="black"/>
                    </a:solidFill>
                    <a:latin typeface="Calibri" panose="020F0502020204030204" pitchFamily="34" charset="0"/>
                    <a:cs typeface="Arial"/>
                  </a:rPr>
                  <a:t>umb</a:t>
                </a:r>
                <a:r>
                  <a:rPr lang="en-US" spc="-15" dirty="0">
                    <a:solidFill>
                      <a:prstClr val="black"/>
                    </a:solidFill>
                    <a:latin typeface="Calibri" panose="020F0502020204030204" pitchFamily="34" charset="0"/>
                    <a:cs typeface="Arial"/>
                  </a:rPr>
                  <a:t>e</a:t>
                </a:r>
                <a:r>
                  <a:rPr lang="en-US" dirty="0">
                    <a:solidFill>
                      <a:prstClr val="black"/>
                    </a:solidFill>
                    <a:latin typeface="Calibri" panose="020F0502020204030204" pitchFamily="34" charset="0"/>
                    <a:cs typeface="Arial"/>
                  </a:rPr>
                  <a:t>r</a:t>
                </a:r>
                <a:r>
                  <a:rPr lang="en-US" spc="5" dirty="0">
                    <a:solidFill>
                      <a:prstClr val="black"/>
                    </a:solidFill>
                    <a:latin typeface="Calibri" panose="020F0502020204030204" pitchFamily="34" charset="0"/>
                    <a:cs typeface="Arial"/>
                  </a:rPr>
                  <a:t> </a:t>
                </a:r>
                <a:r>
                  <a:rPr lang="en-US" spc="-15" dirty="0">
                    <a:solidFill>
                      <a:prstClr val="black"/>
                    </a:solidFill>
                    <a:latin typeface="Calibri" panose="020F0502020204030204" pitchFamily="34" charset="0"/>
                    <a:cs typeface="Arial"/>
                  </a:rPr>
                  <a:t>o</a:t>
                </a:r>
                <a:r>
                  <a:rPr lang="en-US" spc="-5" dirty="0">
                    <a:solidFill>
                      <a:prstClr val="black"/>
                    </a:solidFill>
                    <a:latin typeface="Calibri" panose="020F0502020204030204" pitchFamily="34" charset="0"/>
                    <a:cs typeface="Arial"/>
                  </a:rPr>
                  <a:t>f</a:t>
                </a:r>
                <a:r>
                  <a:rPr lang="en-US" spc="5" dirty="0">
                    <a:solidFill>
                      <a:prstClr val="black"/>
                    </a:solidFill>
                    <a:latin typeface="Calibri" panose="020F0502020204030204" pitchFamily="34" charset="0"/>
                    <a:cs typeface="Arial"/>
                  </a:rPr>
                  <a:t> </a:t>
                </a:r>
                <a:r>
                  <a:rPr lang="en-US" spc="-5" dirty="0">
                    <a:solidFill>
                      <a:prstClr val="black"/>
                    </a:solidFill>
                    <a:latin typeface="Calibri" panose="020F0502020204030204" pitchFamily="34" charset="0"/>
                    <a:cs typeface="Arial"/>
                  </a:rPr>
                  <a:t>p</a:t>
                </a:r>
                <a:r>
                  <a:rPr lang="en-US" spc="-15" dirty="0">
                    <a:solidFill>
                      <a:prstClr val="black"/>
                    </a:solidFill>
                    <a:latin typeface="Calibri" panose="020F0502020204030204" pitchFamily="34" charset="0"/>
                    <a:cs typeface="Arial"/>
                  </a:rPr>
                  <a:t>e</a:t>
                </a:r>
                <a:r>
                  <a:rPr lang="en-US" spc="-5" dirty="0">
                    <a:solidFill>
                      <a:prstClr val="black"/>
                    </a:solidFill>
                    <a:latin typeface="Calibri" panose="020F0502020204030204" pitchFamily="34" charset="0"/>
                    <a:cs typeface="Arial"/>
                  </a:rPr>
                  <a:t>o</a:t>
                </a:r>
                <a:r>
                  <a:rPr lang="en-US" spc="-15" dirty="0">
                    <a:solidFill>
                      <a:prstClr val="black"/>
                    </a:solidFill>
                    <a:latin typeface="Calibri" panose="020F0502020204030204" pitchFamily="34" charset="0"/>
                    <a:cs typeface="Arial"/>
                  </a:rPr>
                  <a:t>p</a:t>
                </a:r>
                <a:r>
                  <a:rPr lang="en-US" spc="-5" dirty="0">
                    <a:solidFill>
                      <a:prstClr val="black"/>
                    </a:solidFill>
                    <a:latin typeface="Calibri" panose="020F0502020204030204" pitchFamily="34" charset="0"/>
                    <a:cs typeface="Arial"/>
                  </a:rPr>
                  <a:t>l</a:t>
                </a:r>
                <a:r>
                  <a:rPr lang="en-US" dirty="0">
                    <a:solidFill>
                      <a:prstClr val="black"/>
                    </a:solidFill>
                    <a:latin typeface="Calibri" panose="020F0502020204030204" pitchFamily="34" charset="0"/>
                    <a:cs typeface="Arial"/>
                  </a:rPr>
                  <a:t>e</a:t>
                </a:r>
                <a:r>
                  <a:rPr lang="en-US" spc="-5" dirty="0">
                    <a:solidFill>
                      <a:prstClr val="black"/>
                    </a:solidFill>
                    <a:latin typeface="Calibri" panose="020F0502020204030204" pitchFamily="34" charset="0"/>
                    <a:cs typeface="Arial"/>
                  </a:rPr>
                  <a:t> </a:t>
                </a:r>
                <a:r>
                  <a:rPr lang="en-US" dirty="0">
                    <a:solidFill>
                      <a:prstClr val="black"/>
                    </a:solidFill>
                    <a:latin typeface="Calibri" panose="020F0502020204030204" pitchFamily="34" charset="0"/>
                    <a:cs typeface="Arial"/>
                  </a:rPr>
                  <a:t>comm</a:t>
                </a:r>
                <a:r>
                  <a:rPr lang="en-US" spc="-15" dirty="0">
                    <a:solidFill>
                      <a:prstClr val="black"/>
                    </a:solidFill>
                    <a:latin typeface="Calibri" panose="020F0502020204030204" pitchFamily="34" charset="0"/>
                    <a:cs typeface="Arial"/>
                  </a:rPr>
                  <a:t>u</a:t>
                </a:r>
                <a:r>
                  <a:rPr lang="en-US" spc="-5" dirty="0">
                    <a:solidFill>
                      <a:prstClr val="black"/>
                    </a:solidFill>
                    <a:latin typeface="Calibri" panose="020F0502020204030204" pitchFamily="34" charset="0"/>
                    <a:cs typeface="Arial"/>
                  </a:rPr>
                  <a:t>ni</a:t>
                </a:r>
                <a:r>
                  <a:rPr lang="en-US" spc="-15" dirty="0">
                    <a:solidFill>
                      <a:prstClr val="black"/>
                    </a:solidFill>
                    <a:latin typeface="Calibri" panose="020F0502020204030204" pitchFamily="34" charset="0"/>
                    <a:cs typeface="Arial"/>
                  </a:rPr>
                  <a:t>c</a:t>
                </a:r>
                <a:r>
                  <a:rPr lang="en-US" spc="-5" dirty="0">
                    <a:solidFill>
                      <a:prstClr val="black"/>
                    </a:solidFill>
                    <a:latin typeface="Calibri" panose="020F0502020204030204" pitchFamily="34" charset="0"/>
                    <a:cs typeface="Arial"/>
                  </a:rPr>
                  <a:t>ating</a:t>
                </a:r>
                <a:endParaRPr lang="en-US" dirty="0">
                  <a:solidFill>
                    <a:prstClr val="black"/>
                  </a:solidFill>
                  <a:latin typeface="Calibri" panose="020F0502020204030204" pitchFamily="34" charset="0"/>
                  <a:cs typeface="Arial"/>
                </a:endParaRPr>
              </a:p>
              <a:p>
                <a:pPr marL="12700" fontAlgn="auto">
                  <a:spcBef>
                    <a:spcPts val="0"/>
                  </a:spcBef>
                  <a:spcAft>
                    <a:spcPts val="0"/>
                  </a:spcAft>
                </a:pPr>
                <a:r>
                  <a:rPr lang="en-US" dirty="0">
                    <a:solidFill>
                      <a:prstClr val="black"/>
                    </a:solidFill>
                    <a:latin typeface="Calibri" panose="020F0502020204030204" pitchFamily="34" charset="0"/>
                    <a:cs typeface="Arial"/>
                  </a:rPr>
                  <a:t>#</a:t>
                </a:r>
                <a:r>
                  <a:rPr lang="en-US" spc="-5" dirty="0">
                    <a:solidFill>
                      <a:prstClr val="black"/>
                    </a:solidFill>
                    <a:latin typeface="Calibri" panose="020F0502020204030204" pitchFamily="34" charset="0"/>
                    <a:cs typeface="Arial"/>
                  </a:rPr>
                  <a:t> i</a:t>
                </a:r>
                <a:r>
                  <a:rPr lang="en-US" spc="-15" dirty="0">
                    <a:solidFill>
                      <a:prstClr val="black"/>
                    </a:solidFill>
                    <a:latin typeface="Calibri" panose="020F0502020204030204" pitchFamily="34" charset="0"/>
                    <a:cs typeface="Arial"/>
                  </a:rPr>
                  <a:t>n</a:t>
                </a:r>
                <a:r>
                  <a:rPr lang="en-US" dirty="0">
                    <a:solidFill>
                      <a:prstClr val="black"/>
                    </a:solidFill>
                    <a:latin typeface="Calibri" panose="020F0502020204030204" pitchFamily="34" charset="0"/>
                    <a:cs typeface="Arial"/>
                  </a:rPr>
                  <a:t>t</a:t>
                </a:r>
                <a:r>
                  <a:rPr lang="en-US" spc="-15" dirty="0">
                    <a:solidFill>
                      <a:prstClr val="black"/>
                    </a:solidFill>
                    <a:latin typeface="Calibri" panose="020F0502020204030204" pitchFamily="34" charset="0"/>
                    <a:cs typeface="Arial"/>
                  </a:rPr>
                  <a:t>e</a:t>
                </a:r>
                <a:r>
                  <a:rPr lang="en-US" spc="-10" dirty="0">
                    <a:solidFill>
                      <a:prstClr val="black"/>
                    </a:solidFill>
                    <a:latin typeface="Calibri" panose="020F0502020204030204" pitchFamily="34" charset="0"/>
                    <a:cs typeface="Arial"/>
                  </a:rPr>
                  <a:t>rac</a:t>
                </a:r>
                <a:r>
                  <a:rPr lang="en-US" dirty="0">
                    <a:solidFill>
                      <a:prstClr val="black"/>
                    </a:solidFill>
                    <a:latin typeface="Calibri" panose="020F0502020204030204" pitchFamily="34" charset="0"/>
                    <a:cs typeface="Arial"/>
                  </a:rPr>
                  <a:t>t</a:t>
                </a:r>
                <a:r>
                  <a:rPr lang="en-US" spc="-10" dirty="0">
                    <a:solidFill>
                      <a:prstClr val="black"/>
                    </a:solidFill>
                    <a:latin typeface="Calibri" panose="020F0502020204030204" pitchFamily="34" charset="0"/>
                    <a:cs typeface="Arial"/>
                  </a:rPr>
                  <a:t>i</a:t>
                </a:r>
                <a:r>
                  <a:rPr lang="en-US" spc="-5" dirty="0">
                    <a:solidFill>
                      <a:prstClr val="black"/>
                    </a:solidFill>
                    <a:latin typeface="Calibri" panose="020F0502020204030204" pitchFamily="34" charset="0"/>
                    <a:cs typeface="Arial"/>
                  </a:rPr>
                  <a:t>o</a:t>
                </a:r>
                <a:r>
                  <a:rPr lang="en-US" spc="-15" dirty="0">
                    <a:solidFill>
                      <a:prstClr val="black"/>
                    </a:solidFill>
                    <a:latin typeface="Calibri" panose="020F0502020204030204" pitchFamily="34" charset="0"/>
                    <a:cs typeface="Arial"/>
                  </a:rPr>
                  <a:t>n</a:t>
                </a:r>
                <a:r>
                  <a:rPr lang="en-US" dirty="0">
                    <a:solidFill>
                      <a:prstClr val="black"/>
                    </a:solidFill>
                    <a:latin typeface="Calibri" panose="020F0502020204030204" pitchFamily="34" charset="0"/>
                    <a:cs typeface="Arial"/>
                  </a:rPr>
                  <a:t>s</a:t>
                </a:r>
                <a:r>
                  <a:rPr lang="en-US" spc="5" dirty="0">
                    <a:solidFill>
                      <a:prstClr val="black"/>
                    </a:solidFill>
                    <a:latin typeface="Calibri" panose="020F0502020204030204" pitchFamily="34" charset="0"/>
                    <a:cs typeface="Arial"/>
                  </a:rPr>
                  <a:t> </a:t>
                </a:r>
                <a:r>
                  <a:rPr lang="en-US" spc="-15" dirty="0">
                    <a:solidFill>
                      <a:prstClr val="black"/>
                    </a:solidFill>
                    <a:latin typeface="Calibri" panose="020F0502020204030204" pitchFamily="34" charset="0"/>
                    <a:cs typeface="Arial"/>
                  </a:rPr>
                  <a:t>=</a:t>
                </a:r>
                <a:r>
                  <a:rPr lang="en-US" spc="5" dirty="0">
                    <a:solidFill>
                      <a:prstClr val="black"/>
                    </a:solidFill>
                    <a:latin typeface="Calibri" panose="020F0502020204030204" pitchFamily="34" charset="0"/>
                    <a:cs typeface="Arial"/>
                  </a:rPr>
                  <a:t> </a:t>
                </a:r>
                <a14:m>
                  <m:oMath xmlns:m="http://schemas.openxmlformats.org/officeDocument/2006/math">
                    <m:f>
                      <m:fPr>
                        <m:ctrlPr>
                          <a:rPr lang="en-US" b="0" i="1" spc="5" smtClean="0">
                            <a:solidFill>
                              <a:prstClr val="black"/>
                            </a:solidFill>
                            <a:latin typeface="Cambria Math" panose="02040503050406030204" pitchFamily="18" charset="0"/>
                            <a:cs typeface="Arial"/>
                          </a:rPr>
                        </m:ctrlPr>
                      </m:fPr>
                      <m:num>
                        <m:r>
                          <m:rPr>
                            <m:sty m:val="p"/>
                          </m:rPr>
                          <a:rPr lang="en-US" b="0" i="0" spc="5" smtClean="0">
                            <a:solidFill>
                              <a:prstClr val="black"/>
                            </a:solidFill>
                            <a:latin typeface="Cambria Math" panose="02040503050406030204" pitchFamily="18" charset="0"/>
                            <a:cs typeface="Arial"/>
                          </a:rPr>
                          <m:t>n</m:t>
                        </m:r>
                        <m:d>
                          <m:dPr>
                            <m:ctrlPr>
                              <a:rPr lang="en-US" b="0" i="1" spc="5" smtClean="0">
                                <a:solidFill>
                                  <a:prstClr val="black"/>
                                </a:solidFill>
                                <a:latin typeface="Cambria Math" panose="02040503050406030204" pitchFamily="18" charset="0"/>
                                <a:cs typeface="Arial"/>
                              </a:rPr>
                            </m:ctrlPr>
                          </m:dPr>
                          <m:e>
                            <m:r>
                              <m:rPr>
                                <m:sty m:val="p"/>
                              </m:rPr>
                              <a:rPr lang="en-US" b="0" i="0" spc="5" smtClean="0">
                                <a:solidFill>
                                  <a:prstClr val="black"/>
                                </a:solidFill>
                                <a:latin typeface="Cambria Math" panose="02040503050406030204" pitchFamily="18" charset="0"/>
                                <a:cs typeface="Arial"/>
                              </a:rPr>
                              <m:t>n</m:t>
                            </m:r>
                            <m:r>
                              <a:rPr lang="en-US" b="0" i="0" spc="5" smtClean="0">
                                <a:solidFill>
                                  <a:prstClr val="black"/>
                                </a:solidFill>
                                <a:latin typeface="Cambria Math" panose="02040503050406030204" pitchFamily="18" charset="0"/>
                                <a:cs typeface="Arial"/>
                              </a:rPr>
                              <m:t>−1</m:t>
                            </m:r>
                          </m:e>
                        </m:d>
                      </m:num>
                      <m:den>
                        <m:r>
                          <a:rPr lang="en-US" b="0" i="0" spc="5" smtClean="0">
                            <a:solidFill>
                              <a:prstClr val="black"/>
                            </a:solidFill>
                            <a:latin typeface="Cambria Math" panose="02040503050406030204" pitchFamily="18" charset="0"/>
                            <a:cs typeface="Arial"/>
                          </a:rPr>
                          <m:t>2</m:t>
                        </m:r>
                      </m:den>
                    </m:f>
                  </m:oMath>
                </a14:m>
                <a:endParaRPr dirty="0">
                  <a:solidFill>
                    <a:prstClr val="black"/>
                  </a:solidFill>
                  <a:latin typeface="Calibri" panose="020F0502020204030204" pitchFamily="34" charset="0"/>
                  <a:cs typeface="Arial"/>
                </a:endParaRPr>
              </a:p>
            </p:txBody>
          </p:sp>
        </mc:Choice>
        <mc:Fallback xmlns="">
          <p:sp>
            <p:nvSpPr>
              <p:cNvPr id="40" name="object 40"/>
              <p:cNvSpPr txBox="1">
                <a:spLocks noRot="1" noChangeAspect="1" noMove="1" noResize="1" noEditPoints="1" noAdjustHandles="1" noChangeArrowheads="1" noChangeShapeType="1" noTextEdit="1"/>
              </p:cNvSpPr>
              <p:nvPr/>
            </p:nvSpPr>
            <p:spPr>
              <a:xfrm>
                <a:off x="2769870" y="5513228"/>
                <a:ext cx="3721735" cy="688137"/>
              </a:xfrm>
              <a:prstGeom prst="rect">
                <a:avLst/>
              </a:prstGeom>
              <a:blipFill>
                <a:blip r:embed="rId2"/>
                <a:stretch>
                  <a:fillRect l="-3437" t="-11504" b="-12389"/>
                </a:stretch>
              </a:blipFill>
            </p:spPr>
            <p:txBody>
              <a:bodyPr/>
              <a:lstStyle/>
              <a:p>
                <a:r>
                  <a:rPr lang="en-CA">
                    <a:noFill/>
                  </a:rPr>
                  <a:t> </a:t>
                </a:r>
              </a:p>
            </p:txBody>
          </p:sp>
        </mc:Fallback>
      </mc:AlternateContent>
      <p:sp>
        <p:nvSpPr>
          <p:cNvPr id="41" name="object 41"/>
          <p:cNvSpPr/>
          <p:nvPr/>
        </p:nvSpPr>
        <p:spPr>
          <a:xfrm>
            <a:off x="142032" y="6354486"/>
            <a:ext cx="371025" cy="341715"/>
          </a:xfrm>
          <a:custGeom>
            <a:avLst/>
            <a:gdLst/>
            <a:ahLst/>
            <a:cxnLst/>
            <a:rect l="l" t="t" r="r" b="b"/>
            <a:pathLst>
              <a:path w="485140" h="524509">
                <a:moveTo>
                  <a:pt x="255270" y="0"/>
                </a:moveTo>
                <a:lnTo>
                  <a:pt x="229870" y="0"/>
                </a:lnTo>
                <a:lnTo>
                  <a:pt x="218440" y="1270"/>
                </a:lnTo>
                <a:lnTo>
                  <a:pt x="205740" y="2540"/>
                </a:lnTo>
                <a:lnTo>
                  <a:pt x="158750" y="15240"/>
                </a:lnTo>
                <a:lnTo>
                  <a:pt x="124459" y="33020"/>
                </a:lnTo>
                <a:lnTo>
                  <a:pt x="85090" y="62230"/>
                </a:lnTo>
                <a:lnTo>
                  <a:pt x="67310" y="81280"/>
                </a:lnTo>
                <a:lnTo>
                  <a:pt x="58419" y="91440"/>
                </a:lnTo>
                <a:lnTo>
                  <a:pt x="43180" y="111760"/>
                </a:lnTo>
                <a:lnTo>
                  <a:pt x="30480" y="134620"/>
                </a:lnTo>
                <a:lnTo>
                  <a:pt x="25400" y="146050"/>
                </a:lnTo>
                <a:lnTo>
                  <a:pt x="20319" y="158750"/>
                </a:lnTo>
                <a:lnTo>
                  <a:pt x="15240" y="170180"/>
                </a:lnTo>
                <a:lnTo>
                  <a:pt x="7619" y="195580"/>
                </a:lnTo>
                <a:lnTo>
                  <a:pt x="5080" y="208280"/>
                </a:lnTo>
                <a:lnTo>
                  <a:pt x="3810" y="222250"/>
                </a:lnTo>
                <a:lnTo>
                  <a:pt x="1270" y="234950"/>
                </a:lnTo>
                <a:lnTo>
                  <a:pt x="1270" y="248920"/>
                </a:lnTo>
                <a:lnTo>
                  <a:pt x="0" y="261620"/>
                </a:lnTo>
                <a:lnTo>
                  <a:pt x="1270" y="275590"/>
                </a:lnTo>
                <a:lnTo>
                  <a:pt x="1270" y="289560"/>
                </a:lnTo>
                <a:lnTo>
                  <a:pt x="3810" y="302260"/>
                </a:lnTo>
                <a:lnTo>
                  <a:pt x="6350" y="316230"/>
                </a:lnTo>
                <a:lnTo>
                  <a:pt x="16510" y="355600"/>
                </a:lnTo>
                <a:lnTo>
                  <a:pt x="33019" y="392430"/>
                </a:lnTo>
                <a:lnTo>
                  <a:pt x="39369" y="405130"/>
                </a:lnTo>
                <a:lnTo>
                  <a:pt x="46990" y="415290"/>
                </a:lnTo>
                <a:lnTo>
                  <a:pt x="54610" y="426720"/>
                </a:lnTo>
                <a:lnTo>
                  <a:pt x="62230" y="436880"/>
                </a:lnTo>
                <a:lnTo>
                  <a:pt x="90170" y="466090"/>
                </a:lnTo>
                <a:lnTo>
                  <a:pt x="121920" y="488950"/>
                </a:lnTo>
                <a:lnTo>
                  <a:pt x="133350" y="495300"/>
                </a:lnTo>
                <a:lnTo>
                  <a:pt x="143510" y="501650"/>
                </a:lnTo>
                <a:lnTo>
                  <a:pt x="156210" y="506730"/>
                </a:lnTo>
                <a:lnTo>
                  <a:pt x="167640" y="510540"/>
                </a:lnTo>
                <a:lnTo>
                  <a:pt x="180340" y="514350"/>
                </a:lnTo>
                <a:lnTo>
                  <a:pt x="191770" y="518160"/>
                </a:lnTo>
                <a:lnTo>
                  <a:pt x="204470" y="520700"/>
                </a:lnTo>
                <a:lnTo>
                  <a:pt x="242570" y="524510"/>
                </a:lnTo>
                <a:lnTo>
                  <a:pt x="280670" y="520700"/>
                </a:lnTo>
                <a:lnTo>
                  <a:pt x="293370" y="518160"/>
                </a:lnTo>
                <a:lnTo>
                  <a:pt x="304800" y="514350"/>
                </a:lnTo>
                <a:lnTo>
                  <a:pt x="317500" y="510540"/>
                </a:lnTo>
                <a:lnTo>
                  <a:pt x="363220" y="488950"/>
                </a:lnTo>
                <a:lnTo>
                  <a:pt x="405130" y="455930"/>
                </a:lnTo>
                <a:lnTo>
                  <a:pt x="421639" y="436880"/>
                </a:lnTo>
                <a:lnTo>
                  <a:pt x="430530" y="426720"/>
                </a:lnTo>
                <a:lnTo>
                  <a:pt x="458470" y="381000"/>
                </a:lnTo>
                <a:lnTo>
                  <a:pt x="472439" y="342900"/>
                </a:lnTo>
                <a:lnTo>
                  <a:pt x="481330" y="302260"/>
                </a:lnTo>
                <a:lnTo>
                  <a:pt x="482600" y="288290"/>
                </a:lnTo>
                <a:lnTo>
                  <a:pt x="483870" y="275590"/>
                </a:lnTo>
                <a:lnTo>
                  <a:pt x="485139" y="261620"/>
                </a:lnTo>
                <a:lnTo>
                  <a:pt x="485139" y="247650"/>
                </a:lnTo>
                <a:lnTo>
                  <a:pt x="483870" y="233680"/>
                </a:lnTo>
                <a:lnTo>
                  <a:pt x="482600" y="220980"/>
                </a:lnTo>
                <a:lnTo>
                  <a:pt x="480059" y="207010"/>
                </a:lnTo>
                <a:lnTo>
                  <a:pt x="476250" y="194310"/>
                </a:lnTo>
                <a:lnTo>
                  <a:pt x="472439" y="180340"/>
                </a:lnTo>
                <a:lnTo>
                  <a:pt x="468630" y="167640"/>
                </a:lnTo>
                <a:lnTo>
                  <a:pt x="458470" y="142240"/>
                </a:lnTo>
                <a:lnTo>
                  <a:pt x="452120" y="130810"/>
                </a:lnTo>
                <a:lnTo>
                  <a:pt x="445770" y="118110"/>
                </a:lnTo>
                <a:lnTo>
                  <a:pt x="438150" y="107950"/>
                </a:lnTo>
                <a:lnTo>
                  <a:pt x="430530" y="96520"/>
                </a:lnTo>
                <a:lnTo>
                  <a:pt x="422909" y="86360"/>
                </a:lnTo>
                <a:lnTo>
                  <a:pt x="394970" y="57150"/>
                </a:lnTo>
                <a:lnTo>
                  <a:pt x="363220" y="34290"/>
                </a:lnTo>
                <a:lnTo>
                  <a:pt x="351789" y="27940"/>
                </a:lnTo>
                <a:lnTo>
                  <a:pt x="341630" y="21590"/>
                </a:lnTo>
                <a:lnTo>
                  <a:pt x="328930" y="16510"/>
                </a:lnTo>
                <a:lnTo>
                  <a:pt x="317500" y="12700"/>
                </a:lnTo>
                <a:lnTo>
                  <a:pt x="304800" y="8890"/>
                </a:lnTo>
                <a:lnTo>
                  <a:pt x="293370" y="5080"/>
                </a:lnTo>
                <a:lnTo>
                  <a:pt x="280670" y="2540"/>
                </a:lnTo>
                <a:lnTo>
                  <a:pt x="255270" y="0"/>
                </a:lnTo>
                <a:close/>
              </a:path>
            </a:pathLst>
          </a:custGeom>
          <a:solidFill>
            <a:srgbClr val="FF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43" name="object 43"/>
          <p:cNvSpPr/>
          <p:nvPr/>
        </p:nvSpPr>
        <p:spPr>
          <a:xfrm>
            <a:off x="96519" y="6183629"/>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44" name="object 44"/>
          <p:cNvSpPr/>
          <p:nvPr/>
        </p:nvSpPr>
        <p:spPr>
          <a:xfrm>
            <a:off x="581659" y="6708140"/>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grpSp>
        <p:nvGrpSpPr>
          <p:cNvPr id="72" name="Group 71"/>
          <p:cNvGrpSpPr/>
          <p:nvPr/>
        </p:nvGrpSpPr>
        <p:grpSpPr>
          <a:xfrm>
            <a:off x="810895" y="1382551"/>
            <a:ext cx="7738110" cy="3849370"/>
            <a:chOff x="767080" y="1856739"/>
            <a:chExt cx="7738110" cy="3849370"/>
          </a:xfrm>
        </p:grpSpPr>
        <p:sp>
          <p:nvSpPr>
            <p:cNvPr id="4" name="object 4"/>
            <p:cNvSpPr/>
            <p:nvPr/>
          </p:nvSpPr>
          <p:spPr>
            <a:xfrm>
              <a:off x="3511550" y="3571240"/>
              <a:ext cx="1852930" cy="364490"/>
            </a:xfrm>
            <a:custGeom>
              <a:avLst/>
              <a:gdLst/>
              <a:ahLst/>
              <a:cxnLst/>
              <a:rect l="l" t="t" r="r" b="b"/>
              <a:pathLst>
                <a:path w="1852929" h="364489">
                  <a:moveTo>
                    <a:pt x="927100" y="364490"/>
                  </a:moveTo>
                  <a:lnTo>
                    <a:pt x="0" y="364490"/>
                  </a:lnTo>
                  <a:lnTo>
                    <a:pt x="0" y="0"/>
                  </a:lnTo>
                  <a:lnTo>
                    <a:pt x="1852929" y="0"/>
                  </a:lnTo>
                  <a:lnTo>
                    <a:pt x="1852929" y="364490"/>
                  </a:lnTo>
                  <a:lnTo>
                    <a:pt x="927100" y="364490"/>
                  </a:lnTo>
                  <a:close/>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5" name="object 5"/>
            <p:cNvSpPr txBox="1"/>
            <p:nvPr/>
          </p:nvSpPr>
          <p:spPr>
            <a:xfrm>
              <a:off x="3589020" y="3616959"/>
              <a:ext cx="1699260" cy="285115"/>
            </a:xfrm>
            <a:prstGeom prst="rect">
              <a:avLst/>
            </a:prstGeom>
          </p:spPr>
          <p:txBody>
            <a:bodyPr vert="horz" wrap="square" lIns="0" tIns="0" rIns="0" bIns="0" rtlCol="0">
              <a:spAutoFit/>
            </a:bodyPr>
            <a:lstStyle/>
            <a:p>
              <a:pPr marL="12700" algn="ctr" fontAlgn="auto">
                <a:spcBef>
                  <a:spcPts val="0"/>
                </a:spcBef>
                <a:spcAft>
                  <a:spcPts val="0"/>
                </a:spcAft>
              </a:pPr>
              <a:r>
                <a:rPr b="1" spc="-5" dirty="0">
                  <a:solidFill>
                    <a:srgbClr val="C00000"/>
                  </a:solidFill>
                  <a:latin typeface="Calibri" panose="020F0502020204030204" pitchFamily="34" charset="0"/>
                  <a:cs typeface="Arial"/>
                </a:rPr>
                <a:t>Pr</a:t>
              </a:r>
              <a:r>
                <a:rPr b="1" spc="-10" dirty="0">
                  <a:solidFill>
                    <a:srgbClr val="C00000"/>
                  </a:solidFill>
                  <a:latin typeface="Calibri" panose="020F0502020204030204" pitchFamily="34" charset="0"/>
                  <a:cs typeface="Arial"/>
                </a:rPr>
                <a:t>o</a:t>
              </a:r>
              <a:r>
                <a:rPr b="1" spc="-5" dirty="0">
                  <a:solidFill>
                    <a:srgbClr val="C00000"/>
                  </a:solidFill>
                  <a:latin typeface="Calibri" panose="020F0502020204030204" pitchFamily="34" charset="0"/>
                  <a:cs typeface="Arial"/>
                </a:rPr>
                <a:t>j</a:t>
              </a:r>
              <a:r>
                <a:rPr b="1" spc="-15" dirty="0">
                  <a:solidFill>
                    <a:srgbClr val="C00000"/>
                  </a:solidFill>
                  <a:latin typeface="Calibri" panose="020F0502020204030204" pitchFamily="34" charset="0"/>
                  <a:cs typeface="Arial"/>
                </a:rPr>
                <a:t>e</a:t>
              </a:r>
              <a:r>
                <a:rPr b="1" spc="5" dirty="0">
                  <a:solidFill>
                    <a:srgbClr val="C00000"/>
                  </a:solidFill>
                  <a:latin typeface="Calibri" panose="020F0502020204030204" pitchFamily="34" charset="0"/>
                  <a:cs typeface="Arial"/>
                </a:rPr>
                <a:t>c</a:t>
              </a:r>
              <a:r>
                <a:rPr b="1" spc="-5" dirty="0">
                  <a:solidFill>
                    <a:srgbClr val="C00000"/>
                  </a:solidFill>
                  <a:latin typeface="Calibri" panose="020F0502020204030204" pitchFamily="34" charset="0"/>
                  <a:cs typeface="Arial"/>
                </a:rPr>
                <a:t>t</a:t>
              </a:r>
              <a:r>
                <a:rPr b="1" spc="5" dirty="0">
                  <a:solidFill>
                    <a:srgbClr val="C00000"/>
                  </a:solidFill>
                  <a:latin typeface="Calibri" panose="020F0502020204030204" pitchFamily="34" charset="0"/>
                  <a:cs typeface="Arial"/>
                </a:rPr>
                <a:t> </a:t>
              </a:r>
              <a:r>
                <a:rPr b="1" spc="-10" dirty="0">
                  <a:solidFill>
                    <a:srgbClr val="C00000"/>
                  </a:solidFill>
                  <a:latin typeface="Calibri" panose="020F0502020204030204" pitchFamily="34" charset="0"/>
                  <a:cs typeface="Arial"/>
                </a:rPr>
                <a:t>M</a:t>
              </a:r>
              <a:r>
                <a:rPr b="1" spc="-5" dirty="0">
                  <a:solidFill>
                    <a:srgbClr val="C00000"/>
                  </a:solidFill>
                  <a:latin typeface="Calibri" panose="020F0502020204030204" pitchFamily="34" charset="0"/>
                  <a:cs typeface="Arial"/>
                </a:rPr>
                <a:t>a</a:t>
              </a:r>
              <a:r>
                <a:rPr b="1" spc="-15" dirty="0">
                  <a:solidFill>
                    <a:srgbClr val="C00000"/>
                  </a:solidFill>
                  <a:latin typeface="Calibri" panose="020F0502020204030204" pitchFamily="34" charset="0"/>
                  <a:cs typeface="Arial"/>
                </a:rPr>
                <a:t>n</a:t>
              </a:r>
              <a:r>
                <a:rPr b="1" spc="-5" dirty="0">
                  <a:solidFill>
                    <a:srgbClr val="C00000"/>
                  </a:solidFill>
                  <a:latin typeface="Calibri" panose="020F0502020204030204" pitchFamily="34" charset="0"/>
                  <a:cs typeface="Arial"/>
                </a:rPr>
                <a:t>ager</a:t>
              </a:r>
              <a:endParaRPr b="1" dirty="0">
                <a:solidFill>
                  <a:srgbClr val="C00000"/>
                </a:solidFill>
                <a:latin typeface="Calibri" panose="020F0502020204030204" pitchFamily="34" charset="0"/>
                <a:cs typeface="Arial"/>
              </a:endParaRPr>
            </a:p>
          </p:txBody>
        </p:sp>
        <p:sp>
          <p:nvSpPr>
            <p:cNvPr id="6" name="object 6"/>
            <p:cNvSpPr/>
            <p:nvPr/>
          </p:nvSpPr>
          <p:spPr>
            <a:xfrm>
              <a:off x="3651250" y="1856739"/>
              <a:ext cx="1473200" cy="638810"/>
            </a:xfrm>
            <a:custGeom>
              <a:avLst/>
              <a:gdLst/>
              <a:ahLst/>
              <a:cxnLst/>
              <a:rect l="l" t="t" r="r" b="b"/>
              <a:pathLst>
                <a:path w="1473200" h="638810">
                  <a:moveTo>
                    <a:pt x="736600" y="638810"/>
                  </a:moveTo>
                  <a:lnTo>
                    <a:pt x="0" y="638810"/>
                  </a:lnTo>
                  <a:lnTo>
                    <a:pt x="0" y="0"/>
                  </a:lnTo>
                  <a:lnTo>
                    <a:pt x="1473200" y="0"/>
                  </a:lnTo>
                  <a:lnTo>
                    <a:pt x="1473200" y="638810"/>
                  </a:lnTo>
                  <a:lnTo>
                    <a:pt x="736600" y="638810"/>
                  </a:lnTo>
                  <a:close/>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7" name="object 7"/>
            <p:cNvSpPr txBox="1"/>
            <p:nvPr/>
          </p:nvSpPr>
          <p:spPr>
            <a:xfrm>
              <a:off x="3728720" y="1902459"/>
              <a:ext cx="1318260" cy="559435"/>
            </a:xfrm>
            <a:prstGeom prst="rect">
              <a:avLst/>
            </a:prstGeom>
          </p:spPr>
          <p:txBody>
            <a:bodyPr vert="horz" wrap="square" lIns="0" tIns="0" rIns="0" bIns="0" rtlCol="0">
              <a:spAutoFit/>
            </a:bodyPr>
            <a:lstStyle/>
            <a:p>
              <a:pPr marL="12700" marR="6350" algn="ctr" fontAlgn="auto">
                <a:spcBef>
                  <a:spcPts val="0"/>
                </a:spcBef>
                <a:spcAft>
                  <a:spcPts val="0"/>
                </a:spcAft>
              </a:pPr>
              <a:r>
                <a:rPr spc="-5" dirty="0">
                  <a:solidFill>
                    <a:prstClr val="black"/>
                  </a:solidFill>
                  <a:latin typeface="Calibri" panose="020F0502020204030204" pitchFamily="34" charset="0"/>
                  <a:cs typeface="Arial"/>
                </a:rPr>
                <a:t>Pare</a:t>
              </a:r>
              <a:r>
                <a:rPr spc="-10" dirty="0">
                  <a:solidFill>
                    <a:prstClr val="black"/>
                  </a:solidFill>
                  <a:latin typeface="Calibri" panose="020F0502020204030204" pitchFamily="34" charset="0"/>
                  <a:cs typeface="Arial"/>
                </a:rPr>
                <a:t>n</a:t>
              </a:r>
              <a:r>
                <a:rPr spc="-5" dirty="0">
                  <a:solidFill>
                    <a:prstClr val="black"/>
                  </a:solidFill>
                  <a:latin typeface="Calibri" panose="020F0502020204030204" pitchFamily="34" charset="0"/>
                  <a:cs typeface="Arial"/>
                </a:rPr>
                <a:t>t </a:t>
              </a:r>
              <a:r>
                <a:rPr spc="-10" dirty="0">
                  <a:solidFill>
                    <a:prstClr val="black"/>
                  </a:solidFill>
                  <a:latin typeface="Calibri" panose="020F0502020204030204" pitchFamily="34" charset="0"/>
                  <a:cs typeface="Arial"/>
                </a:rPr>
                <a:t>O</a:t>
              </a:r>
              <a:r>
                <a:rPr dirty="0">
                  <a:solidFill>
                    <a:prstClr val="black"/>
                  </a:solidFill>
                  <a:latin typeface="Calibri" panose="020F0502020204030204" pitchFamily="34" charset="0"/>
                  <a:cs typeface="Arial"/>
                </a:rPr>
                <a:t>r</a:t>
              </a:r>
              <a:r>
                <a:rPr spc="-15" dirty="0">
                  <a:solidFill>
                    <a:prstClr val="black"/>
                  </a:solidFill>
                  <a:latin typeface="Calibri" panose="020F0502020204030204" pitchFamily="34" charset="0"/>
                  <a:cs typeface="Arial"/>
                </a:rPr>
                <a:t>g</a:t>
              </a:r>
              <a:r>
                <a:rPr spc="-5" dirty="0">
                  <a:solidFill>
                    <a:prstClr val="black"/>
                  </a:solidFill>
                  <a:latin typeface="Calibri" panose="020F0502020204030204" pitchFamily="34" charset="0"/>
                  <a:cs typeface="Arial"/>
                </a:rPr>
                <a:t>an</a:t>
              </a:r>
              <a:r>
                <a:rPr spc="-10" dirty="0">
                  <a:solidFill>
                    <a:prstClr val="black"/>
                  </a:solidFill>
                  <a:latin typeface="Calibri" panose="020F0502020204030204" pitchFamily="34" charset="0"/>
                  <a:cs typeface="Arial"/>
                </a:rPr>
                <a:t>i</a:t>
              </a:r>
              <a:r>
                <a:rPr dirty="0">
                  <a:solidFill>
                    <a:prstClr val="black"/>
                  </a:solidFill>
                  <a:latin typeface="Calibri" panose="020F0502020204030204" pitchFamily="34" charset="0"/>
                  <a:cs typeface="Arial"/>
                </a:rPr>
                <a:t>zati</a:t>
              </a:r>
              <a:r>
                <a:rPr spc="-15" dirty="0">
                  <a:solidFill>
                    <a:prstClr val="black"/>
                  </a:solidFill>
                  <a:latin typeface="Calibri" panose="020F0502020204030204" pitchFamily="34" charset="0"/>
                  <a:cs typeface="Arial"/>
                </a:rPr>
                <a:t>o</a:t>
              </a:r>
              <a:r>
                <a:rPr dirty="0">
                  <a:solidFill>
                    <a:prstClr val="black"/>
                  </a:solidFill>
                  <a:latin typeface="Calibri" panose="020F0502020204030204" pitchFamily="34" charset="0"/>
                  <a:cs typeface="Arial"/>
                </a:rPr>
                <a:t>n</a:t>
              </a:r>
            </a:p>
          </p:txBody>
        </p:sp>
        <p:sp>
          <p:nvSpPr>
            <p:cNvPr id="8" name="object 8"/>
            <p:cNvSpPr/>
            <p:nvPr/>
          </p:nvSpPr>
          <p:spPr>
            <a:xfrm>
              <a:off x="6437629" y="2180589"/>
              <a:ext cx="1460500" cy="638810"/>
            </a:xfrm>
            <a:custGeom>
              <a:avLst/>
              <a:gdLst/>
              <a:ahLst/>
              <a:cxnLst/>
              <a:rect l="l" t="t" r="r" b="b"/>
              <a:pathLst>
                <a:path w="1460500" h="638810">
                  <a:moveTo>
                    <a:pt x="730250" y="638810"/>
                  </a:moveTo>
                  <a:lnTo>
                    <a:pt x="0" y="638810"/>
                  </a:lnTo>
                  <a:lnTo>
                    <a:pt x="0" y="0"/>
                  </a:lnTo>
                  <a:lnTo>
                    <a:pt x="1460500" y="0"/>
                  </a:lnTo>
                  <a:lnTo>
                    <a:pt x="1460500" y="638810"/>
                  </a:lnTo>
                  <a:lnTo>
                    <a:pt x="730250" y="638810"/>
                  </a:lnTo>
                  <a:close/>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9" name="object 9"/>
            <p:cNvSpPr txBox="1"/>
            <p:nvPr/>
          </p:nvSpPr>
          <p:spPr>
            <a:xfrm>
              <a:off x="6515100" y="2226309"/>
              <a:ext cx="1306195" cy="559435"/>
            </a:xfrm>
            <a:prstGeom prst="rect">
              <a:avLst/>
            </a:prstGeom>
          </p:spPr>
          <p:txBody>
            <a:bodyPr vert="horz" wrap="square" lIns="0" tIns="0" rIns="0" bIns="0" rtlCol="0">
              <a:spAutoFit/>
            </a:bodyPr>
            <a:lstStyle/>
            <a:p>
              <a:pPr marL="12700" marR="6350" algn="ctr" fontAlgn="auto">
                <a:spcBef>
                  <a:spcPts val="0"/>
                </a:spcBef>
                <a:spcAft>
                  <a:spcPts val="0"/>
                </a:spcAft>
              </a:pPr>
              <a:r>
                <a:rPr spc="-20" dirty="0">
                  <a:solidFill>
                    <a:prstClr val="black"/>
                  </a:solidFill>
                  <a:latin typeface="Calibri" panose="020F0502020204030204" pitchFamily="34" charset="0"/>
                  <a:cs typeface="Arial"/>
                </a:rPr>
                <a:t>E</a:t>
              </a:r>
              <a:r>
                <a:rPr spc="-25" dirty="0">
                  <a:solidFill>
                    <a:prstClr val="black"/>
                  </a:solidFill>
                  <a:latin typeface="Calibri" panose="020F0502020204030204" pitchFamily="34" charset="0"/>
                  <a:cs typeface="Arial"/>
                </a:rPr>
                <a:t>x</a:t>
              </a:r>
              <a:r>
                <a:rPr spc="-5" dirty="0">
                  <a:solidFill>
                    <a:prstClr val="black"/>
                  </a:solidFill>
                  <a:latin typeface="Calibri" panose="020F0502020204030204" pitchFamily="34" charset="0"/>
                  <a:cs typeface="Arial"/>
                </a:rPr>
                <a:t>tern</a:t>
              </a:r>
              <a:r>
                <a:rPr spc="-10" dirty="0">
                  <a:solidFill>
                    <a:prstClr val="black"/>
                  </a:solidFill>
                  <a:latin typeface="Calibri" panose="020F0502020204030204" pitchFamily="34" charset="0"/>
                  <a:cs typeface="Arial"/>
                </a:rPr>
                <a:t>a</a:t>
              </a:r>
              <a:r>
                <a:rPr dirty="0">
                  <a:solidFill>
                    <a:prstClr val="black"/>
                  </a:solidFill>
                  <a:latin typeface="Calibri" panose="020F0502020204030204" pitchFamily="34" charset="0"/>
                  <a:cs typeface="Arial"/>
                </a:rPr>
                <a:t>l </a:t>
              </a:r>
              <a:r>
                <a:rPr spc="-5" dirty="0">
                  <a:solidFill>
                    <a:prstClr val="black"/>
                  </a:solidFill>
                  <a:latin typeface="Calibri" panose="020F0502020204030204" pitchFamily="34" charset="0"/>
                  <a:cs typeface="Arial"/>
                </a:rPr>
                <a:t>Env</a:t>
              </a:r>
              <a:r>
                <a:rPr spc="-10" dirty="0">
                  <a:solidFill>
                    <a:prstClr val="black"/>
                  </a:solidFill>
                  <a:latin typeface="Calibri" panose="020F0502020204030204" pitchFamily="34" charset="0"/>
                  <a:cs typeface="Arial"/>
                </a:rPr>
                <a:t>i</a:t>
              </a:r>
              <a:r>
                <a:rPr dirty="0">
                  <a:solidFill>
                    <a:prstClr val="black"/>
                  </a:solidFill>
                  <a:latin typeface="Calibri" panose="020F0502020204030204" pitchFamily="34" charset="0"/>
                  <a:cs typeface="Arial"/>
                </a:rPr>
                <a:t>ro</a:t>
              </a:r>
              <a:r>
                <a:rPr spc="-15" dirty="0">
                  <a:solidFill>
                    <a:prstClr val="black"/>
                  </a:solidFill>
                  <a:latin typeface="Calibri" panose="020F0502020204030204" pitchFamily="34" charset="0"/>
                  <a:cs typeface="Arial"/>
                </a:rPr>
                <a:t>n</a:t>
              </a:r>
              <a:r>
                <a:rPr dirty="0">
                  <a:solidFill>
                    <a:prstClr val="black"/>
                  </a:solidFill>
                  <a:latin typeface="Calibri" panose="020F0502020204030204" pitchFamily="34" charset="0"/>
                  <a:cs typeface="Arial"/>
                </a:rPr>
                <a:t>ment</a:t>
              </a:r>
            </a:p>
          </p:txBody>
        </p:sp>
        <p:sp>
          <p:nvSpPr>
            <p:cNvPr id="10" name="object 10"/>
            <p:cNvSpPr/>
            <p:nvPr/>
          </p:nvSpPr>
          <p:spPr>
            <a:xfrm>
              <a:off x="6440170" y="3940809"/>
              <a:ext cx="1943100" cy="364490"/>
            </a:xfrm>
            <a:custGeom>
              <a:avLst/>
              <a:gdLst/>
              <a:ahLst/>
              <a:cxnLst/>
              <a:rect l="l" t="t" r="r" b="b"/>
              <a:pathLst>
                <a:path w="1943100" h="364489">
                  <a:moveTo>
                    <a:pt x="971550" y="364489"/>
                  </a:moveTo>
                  <a:lnTo>
                    <a:pt x="0" y="364489"/>
                  </a:lnTo>
                  <a:lnTo>
                    <a:pt x="0" y="0"/>
                  </a:lnTo>
                  <a:lnTo>
                    <a:pt x="1943100" y="0"/>
                  </a:lnTo>
                  <a:lnTo>
                    <a:pt x="1943100" y="364489"/>
                  </a:lnTo>
                  <a:lnTo>
                    <a:pt x="971550" y="364489"/>
                  </a:lnTo>
                  <a:close/>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1" name="object 11"/>
            <p:cNvSpPr txBox="1"/>
            <p:nvPr/>
          </p:nvSpPr>
          <p:spPr>
            <a:xfrm>
              <a:off x="6517640" y="3986529"/>
              <a:ext cx="1788795" cy="285115"/>
            </a:xfrm>
            <a:prstGeom prst="rect">
              <a:avLst/>
            </a:prstGeom>
          </p:spPr>
          <p:txBody>
            <a:bodyPr vert="horz" wrap="square" lIns="0" tIns="0" rIns="0" bIns="0" rtlCol="0">
              <a:spAutoFit/>
            </a:bodyPr>
            <a:lstStyle/>
            <a:p>
              <a:pPr marL="12700" algn="ctr" fontAlgn="auto">
                <a:spcBef>
                  <a:spcPts val="0"/>
                </a:spcBef>
                <a:spcAft>
                  <a:spcPts val="0"/>
                </a:spcAft>
              </a:pPr>
              <a:r>
                <a:rPr spc="-204" dirty="0">
                  <a:solidFill>
                    <a:prstClr val="black"/>
                  </a:solidFill>
                  <a:latin typeface="Calibri" panose="020F0502020204030204" pitchFamily="34" charset="0"/>
                  <a:cs typeface="Arial"/>
                </a:rPr>
                <a:t>T</a:t>
              </a:r>
              <a:r>
                <a:rPr spc="-5" dirty="0">
                  <a:solidFill>
                    <a:prstClr val="black"/>
                  </a:solidFill>
                  <a:latin typeface="Calibri" panose="020F0502020204030204" pitchFamily="34" charset="0"/>
                  <a:cs typeface="Arial"/>
                </a:rPr>
                <a:t>o</a:t>
              </a:r>
              <a:r>
                <a:rPr dirty="0">
                  <a:solidFill>
                    <a:prstClr val="black"/>
                  </a:solidFill>
                  <a:latin typeface="Calibri" panose="020F0502020204030204" pitchFamily="34" charset="0"/>
                  <a:cs typeface="Arial"/>
                </a:rPr>
                <a:t>p</a:t>
              </a:r>
              <a:r>
                <a:rPr spc="-15" dirty="0">
                  <a:solidFill>
                    <a:prstClr val="black"/>
                  </a:solidFill>
                  <a:latin typeface="Calibri" panose="020F0502020204030204" pitchFamily="34" charset="0"/>
                  <a:cs typeface="Arial"/>
                </a:rPr>
                <a:t> </a:t>
              </a:r>
              <a:r>
                <a:rPr dirty="0">
                  <a:solidFill>
                    <a:prstClr val="black"/>
                  </a:solidFill>
                  <a:latin typeface="Calibri" panose="020F0502020204030204" pitchFamily="34" charset="0"/>
                  <a:cs typeface="Arial"/>
                </a:rPr>
                <a:t>Man</a:t>
              </a:r>
              <a:r>
                <a:rPr spc="-15" dirty="0">
                  <a:solidFill>
                    <a:prstClr val="black"/>
                  </a:solidFill>
                  <a:latin typeface="Calibri" panose="020F0502020204030204" pitchFamily="34" charset="0"/>
                  <a:cs typeface="Arial"/>
                </a:rPr>
                <a:t>a</a:t>
              </a:r>
              <a:r>
                <a:rPr spc="-5" dirty="0">
                  <a:solidFill>
                    <a:prstClr val="black"/>
                  </a:solidFill>
                  <a:latin typeface="Calibri" panose="020F0502020204030204" pitchFamily="34" charset="0"/>
                  <a:cs typeface="Arial"/>
                </a:rPr>
                <a:t>g</a:t>
              </a:r>
              <a:r>
                <a:rPr spc="-15" dirty="0">
                  <a:solidFill>
                    <a:prstClr val="black"/>
                  </a:solidFill>
                  <a:latin typeface="Calibri" panose="020F0502020204030204" pitchFamily="34" charset="0"/>
                  <a:cs typeface="Arial"/>
                </a:rPr>
                <a:t>e</a:t>
              </a:r>
              <a:r>
                <a:rPr dirty="0">
                  <a:solidFill>
                    <a:prstClr val="black"/>
                  </a:solidFill>
                  <a:latin typeface="Calibri" panose="020F0502020204030204" pitchFamily="34" charset="0"/>
                  <a:cs typeface="Arial"/>
                </a:rPr>
                <a:t>ment</a:t>
              </a:r>
            </a:p>
          </p:txBody>
        </p:sp>
        <p:sp>
          <p:nvSpPr>
            <p:cNvPr id="12" name="object 12"/>
            <p:cNvSpPr/>
            <p:nvPr/>
          </p:nvSpPr>
          <p:spPr>
            <a:xfrm>
              <a:off x="5135879" y="5285740"/>
              <a:ext cx="1713230" cy="364490"/>
            </a:xfrm>
            <a:custGeom>
              <a:avLst/>
              <a:gdLst/>
              <a:ahLst/>
              <a:cxnLst/>
              <a:rect l="l" t="t" r="r" b="b"/>
              <a:pathLst>
                <a:path w="1713229" h="364489">
                  <a:moveTo>
                    <a:pt x="855980" y="364490"/>
                  </a:moveTo>
                  <a:lnTo>
                    <a:pt x="0" y="364490"/>
                  </a:lnTo>
                  <a:lnTo>
                    <a:pt x="0" y="0"/>
                  </a:lnTo>
                  <a:lnTo>
                    <a:pt x="1713229" y="0"/>
                  </a:lnTo>
                  <a:lnTo>
                    <a:pt x="1713229" y="364490"/>
                  </a:lnTo>
                  <a:lnTo>
                    <a:pt x="855980" y="364490"/>
                  </a:lnTo>
                  <a:close/>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3" name="object 13"/>
            <p:cNvSpPr txBox="1"/>
            <p:nvPr/>
          </p:nvSpPr>
          <p:spPr>
            <a:xfrm>
              <a:off x="5212079" y="5331459"/>
              <a:ext cx="1355090" cy="285115"/>
            </a:xfrm>
            <a:prstGeom prst="rect">
              <a:avLst/>
            </a:prstGeom>
          </p:spPr>
          <p:txBody>
            <a:bodyPr vert="horz" wrap="square" lIns="0" tIns="0" rIns="0" bIns="0" rtlCol="0">
              <a:spAutoFit/>
            </a:bodyPr>
            <a:lstStyle/>
            <a:p>
              <a:pPr marL="12700" algn="ctr" fontAlgn="auto">
                <a:spcBef>
                  <a:spcPts val="0"/>
                </a:spcBef>
                <a:spcAft>
                  <a:spcPts val="0"/>
                </a:spcAft>
              </a:pPr>
              <a:r>
                <a:rPr spc="-5" dirty="0">
                  <a:solidFill>
                    <a:prstClr val="black"/>
                  </a:solidFill>
                  <a:latin typeface="Calibri" panose="020F0502020204030204" pitchFamily="34" charset="0"/>
                  <a:cs typeface="Arial"/>
                </a:rPr>
                <a:t>Proj</a:t>
              </a:r>
              <a:r>
                <a:rPr spc="-10" dirty="0">
                  <a:solidFill>
                    <a:prstClr val="black"/>
                  </a:solidFill>
                  <a:latin typeface="Calibri" panose="020F0502020204030204" pitchFamily="34" charset="0"/>
                  <a:cs typeface="Arial"/>
                </a:rPr>
                <a:t>ect</a:t>
              </a:r>
              <a:r>
                <a:rPr spc="-25" dirty="0">
                  <a:solidFill>
                    <a:prstClr val="black"/>
                  </a:solidFill>
                  <a:latin typeface="Calibri" panose="020F0502020204030204" pitchFamily="34" charset="0"/>
                  <a:cs typeface="Arial"/>
                </a:rPr>
                <a:t> </a:t>
              </a:r>
              <a:r>
                <a:rPr spc="-204" dirty="0">
                  <a:solidFill>
                    <a:prstClr val="black"/>
                  </a:solidFill>
                  <a:latin typeface="Calibri" panose="020F0502020204030204" pitchFamily="34" charset="0"/>
                  <a:cs typeface="Arial"/>
                </a:rPr>
                <a:t>T</a:t>
              </a:r>
              <a:r>
                <a:rPr spc="-15" dirty="0">
                  <a:solidFill>
                    <a:prstClr val="black"/>
                  </a:solidFill>
                  <a:latin typeface="Calibri" panose="020F0502020204030204" pitchFamily="34" charset="0"/>
                  <a:cs typeface="Arial"/>
                </a:rPr>
                <a:t>e</a:t>
              </a:r>
              <a:r>
                <a:rPr spc="-5" dirty="0">
                  <a:solidFill>
                    <a:prstClr val="black"/>
                  </a:solidFill>
                  <a:latin typeface="Calibri" panose="020F0502020204030204" pitchFamily="34" charset="0"/>
                  <a:cs typeface="Arial"/>
                </a:rPr>
                <a:t>am</a:t>
              </a:r>
              <a:endParaRPr dirty="0">
                <a:solidFill>
                  <a:prstClr val="black"/>
                </a:solidFill>
                <a:latin typeface="Calibri" panose="020F0502020204030204" pitchFamily="34" charset="0"/>
                <a:cs typeface="Arial"/>
              </a:endParaRPr>
            </a:p>
          </p:txBody>
        </p:sp>
        <p:sp>
          <p:nvSpPr>
            <p:cNvPr id="14" name="object 14"/>
            <p:cNvSpPr/>
            <p:nvPr/>
          </p:nvSpPr>
          <p:spPr>
            <a:xfrm>
              <a:off x="2364739" y="5285740"/>
              <a:ext cx="1322070" cy="364490"/>
            </a:xfrm>
            <a:custGeom>
              <a:avLst/>
              <a:gdLst/>
              <a:ahLst/>
              <a:cxnLst/>
              <a:rect l="l" t="t" r="r" b="b"/>
              <a:pathLst>
                <a:path w="1322070" h="364489">
                  <a:moveTo>
                    <a:pt x="661670" y="364490"/>
                  </a:moveTo>
                  <a:lnTo>
                    <a:pt x="0" y="364490"/>
                  </a:lnTo>
                  <a:lnTo>
                    <a:pt x="0" y="0"/>
                  </a:lnTo>
                  <a:lnTo>
                    <a:pt x="1322070" y="0"/>
                  </a:lnTo>
                  <a:lnTo>
                    <a:pt x="1322070" y="364490"/>
                  </a:lnTo>
                  <a:lnTo>
                    <a:pt x="661670" y="364490"/>
                  </a:lnTo>
                  <a:close/>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5" name="object 15"/>
            <p:cNvSpPr txBox="1"/>
            <p:nvPr/>
          </p:nvSpPr>
          <p:spPr>
            <a:xfrm>
              <a:off x="2442210" y="5331459"/>
              <a:ext cx="1165860" cy="285115"/>
            </a:xfrm>
            <a:prstGeom prst="rect">
              <a:avLst/>
            </a:prstGeom>
          </p:spPr>
          <p:txBody>
            <a:bodyPr vert="horz" wrap="square" lIns="0" tIns="0" rIns="0" bIns="0" rtlCol="0">
              <a:spAutoFit/>
            </a:bodyPr>
            <a:lstStyle/>
            <a:p>
              <a:pPr marL="12700" algn="ctr" fontAlgn="auto">
                <a:spcBef>
                  <a:spcPts val="0"/>
                </a:spcBef>
                <a:spcAft>
                  <a:spcPts val="0"/>
                </a:spcAft>
              </a:pPr>
              <a:r>
                <a:rPr spc="-5" dirty="0">
                  <a:solidFill>
                    <a:prstClr val="black"/>
                  </a:solidFill>
                  <a:latin typeface="Calibri" panose="020F0502020204030204" pitchFamily="34" charset="0"/>
                  <a:cs typeface="Arial"/>
                </a:rPr>
                <a:t>Acco</a:t>
              </a:r>
              <a:r>
                <a:rPr spc="-10" dirty="0">
                  <a:solidFill>
                    <a:prstClr val="black"/>
                  </a:solidFill>
                  <a:latin typeface="Calibri" panose="020F0502020204030204" pitchFamily="34" charset="0"/>
                  <a:cs typeface="Arial"/>
                </a:rPr>
                <a:t>u</a:t>
              </a:r>
              <a:r>
                <a:rPr spc="-5" dirty="0">
                  <a:solidFill>
                    <a:prstClr val="black"/>
                  </a:solidFill>
                  <a:latin typeface="Calibri" panose="020F0502020204030204" pitchFamily="34" charset="0"/>
                  <a:cs typeface="Arial"/>
                </a:rPr>
                <a:t>nta</a:t>
              </a:r>
              <a:r>
                <a:rPr spc="-15" dirty="0">
                  <a:solidFill>
                    <a:prstClr val="black"/>
                  </a:solidFill>
                  <a:latin typeface="Calibri" panose="020F0502020204030204" pitchFamily="34" charset="0"/>
                  <a:cs typeface="Arial"/>
                </a:rPr>
                <a:t>n</a:t>
              </a:r>
              <a:r>
                <a:rPr spc="-5" dirty="0">
                  <a:solidFill>
                    <a:prstClr val="black"/>
                  </a:solidFill>
                  <a:latin typeface="Calibri" panose="020F0502020204030204" pitchFamily="34" charset="0"/>
                  <a:cs typeface="Arial"/>
                </a:rPr>
                <a:t>t</a:t>
              </a:r>
              <a:endParaRPr dirty="0">
                <a:solidFill>
                  <a:prstClr val="black"/>
                </a:solidFill>
                <a:latin typeface="Calibri" panose="020F0502020204030204" pitchFamily="34" charset="0"/>
                <a:cs typeface="Arial"/>
              </a:endParaRPr>
            </a:p>
          </p:txBody>
        </p:sp>
        <p:sp>
          <p:nvSpPr>
            <p:cNvPr id="16" name="object 16"/>
            <p:cNvSpPr/>
            <p:nvPr/>
          </p:nvSpPr>
          <p:spPr>
            <a:xfrm>
              <a:off x="767080" y="3803650"/>
              <a:ext cx="1169670" cy="363220"/>
            </a:xfrm>
            <a:custGeom>
              <a:avLst/>
              <a:gdLst/>
              <a:ahLst/>
              <a:cxnLst/>
              <a:rect l="l" t="t" r="r" b="b"/>
              <a:pathLst>
                <a:path w="1169670" h="363220">
                  <a:moveTo>
                    <a:pt x="584200" y="363219"/>
                  </a:moveTo>
                  <a:lnTo>
                    <a:pt x="0" y="363219"/>
                  </a:lnTo>
                  <a:lnTo>
                    <a:pt x="0" y="0"/>
                  </a:lnTo>
                  <a:lnTo>
                    <a:pt x="1169670" y="0"/>
                  </a:lnTo>
                  <a:lnTo>
                    <a:pt x="1169670" y="363219"/>
                  </a:lnTo>
                  <a:lnTo>
                    <a:pt x="584200" y="363219"/>
                  </a:lnTo>
                  <a:close/>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7" name="object 17"/>
            <p:cNvSpPr txBox="1"/>
            <p:nvPr/>
          </p:nvSpPr>
          <p:spPr>
            <a:xfrm>
              <a:off x="844550" y="3848100"/>
              <a:ext cx="1014730" cy="285115"/>
            </a:xfrm>
            <a:prstGeom prst="rect">
              <a:avLst/>
            </a:prstGeom>
          </p:spPr>
          <p:txBody>
            <a:bodyPr vert="horz" wrap="square" lIns="0" tIns="0" rIns="0" bIns="0" rtlCol="0">
              <a:spAutoFit/>
            </a:bodyPr>
            <a:lstStyle/>
            <a:p>
              <a:pPr marL="12700" algn="ctr" fontAlgn="auto">
                <a:spcBef>
                  <a:spcPts val="0"/>
                </a:spcBef>
                <a:spcAft>
                  <a:spcPts val="0"/>
                </a:spcAft>
              </a:pPr>
              <a:r>
                <a:rPr spc="-10" dirty="0">
                  <a:solidFill>
                    <a:prstClr val="black"/>
                  </a:solidFill>
                  <a:latin typeface="Calibri" panose="020F0502020204030204" pitchFamily="34" charset="0"/>
                  <a:cs typeface="Arial"/>
                </a:rPr>
                <a:t>C</a:t>
              </a:r>
              <a:r>
                <a:rPr spc="-15" dirty="0">
                  <a:solidFill>
                    <a:prstClr val="black"/>
                  </a:solidFill>
                  <a:latin typeface="Calibri" panose="020F0502020204030204" pitchFamily="34" charset="0"/>
                  <a:cs typeface="Arial"/>
                </a:rPr>
                <a:t>us</a:t>
              </a:r>
              <a:r>
                <a:rPr dirty="0">
                  <a:solidFill>
                    <a:prstClr val="black"/>
                  </a:solidFill>
                  <a:latin typeface="Calibri" panose="020F0502020204030204" pitchFamily="34" charset="0"/>
                  <a:cs typeface="Arial"/>
                </a:rPr>
                <a:t>t</a:t>
              </a:r>
              <a:r>
                <a:rPr spc="-15" dirty="0">
                  <a:solidFill>
                    <a:prstClr val="black"/>
                  </a:solidFill>
                  <a:latin typeface="Calibri" panose="020F0502020204030204" pitchFamily="34" charset="0"/>
                  <a:cs typeface="Arial"/>
                </a:rPr>
                <a:t>o</a:t>
              </a:r>
              <a:r>
                <a:rPr dirty="0">
                  <a:solidFill>
                    <a:prstClr val="black"/>
                  </a:solidFill>
                  <a:latin typeface="Calibri" panose="020F0502020204030204" pitchFamily="34" charset="0"/>
                  <a:cs typeface="Arial"/>
                </a:rPr>
                <a:t>mer</a:t>
              </a:r>
            </a:p>
          </p:txBody>
        </p:sp>
        <p:sp>
          <p:nvSpPr>
            <p:cNvPr id="18" name="object 18"/>
            <p:cNvSpPr/>
            <p:nvPr/>
          </p:nvSpPr>
          <p:spPr>
            <a:xfrm>
              <a:off x="1010919" y="2180589"/>
              <a:ext cx="1866900" cy="638810"/>
            </a:xfrm>
            <a:custGeom>
              <a:avLst/>
              <a:gdLst/>
              <a:ahLst/>
              <a:cxnLst/>
              <a:rect l="l" t="t" r="r" b="b"/>
              <a:pathLst>
                <a:path w="1866900" h="638810">
                  <a:moveTo>
                    <a:pt x="933450" y="638810"/>
                  </a:moveTo>
                  <a:lnTo>
                    <a:pt x="0" y="638810"/>
                  </a:lnTo>
                  <a:lnTo>
                    <a:pt x="0" y="0"/>
                  </a:lnTo>
                  <a:lnTo>
                    <a:pt x="1866900" y="0"/>
                  </a:lnTo>
                  <a:lnTo>
                    <a:pt x="1866900" y="638810"/>
                  </a:lnTo>
                  <a:lnTo>
                    <a:pt x="933450" y="638810"/>
                  </a:lnTo>
                  <a:close/>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9" name="object 19"/>
            <p:cNvSpPr txBox="1"/>
            <p:nvPr/>
          </p:nvSpPr>
          <p:spPr>
            <a:xfrm>
              <a:off x="1088389" y="2226309"/>
              <a:ext cx="1712595" cy="559435"/>
            </a:xfrm>
            <a:prstGeom prst="rect">
              <a:avLst/>
            </a:prstGeom>
          </p:spPr>
          <p:txBody>
            <a:bodyPr vert="horz" wrap="square" lIns="0" tIns="0" rIns="0" bIns="0" rtlCol="0">
              <a:spAutoFit/>
            </a:bodyPr>
            <a:lstStyle/>
            <a:p>
              <a:pPr marL="12700" marR="6350" algn="ctr" fontAlgn="auto">
                <a:spcBef>
                  <a:spcPts val="0"/>
                </a:spcBef>
                <a:spcAft>
                  <a:spcPts val="0"/>
                </a:spcAft>
              </a:pPr>
              <a:r>
                <a:rPr spc="-20" dirty="0">
                  <a:solidFill>
                    <a:prstClr val="black"/>
                  </a:solidFill>
                  <a:latin typeface="Calibri" panose="020F0502020204030204" pitchFamily="34" charset="0"/>
                  <a:cs typeface="Arial"/>
                </a:rPr>
                <a:t>O</a:t>
              </a:r>
              <a:r>
                <a:rPr dirty="0">
                  <a:solidFill>
                    <a:prstClr val="black"/>
                  </a:solidFill>
                  <a:latin typeface="Calibri" panose="020F0502020204030204" pitchFamily="34" charset="0"/>
                  <a:cs typeface="Arial"/>
                </a:rPr>
                <a:t>t</a:t>
              </a:r>
              <a:r>
                <a:rPr spc="-15" dirty="0">
                  <a:solidFill>
                    <a:prstClr val="black"/>
                  </a:solidFill>
                  <a:latin typeface="Calibri" panose="020F0502020204030204" pitchFamily="34" charset="0"/>
                  <a:cs typeface="Arial"/>
                </a:rPr>
                <a:t>h</a:t>
              </a:r>
              <a:r>
                <a:rPr spc="-5" dirty="0">
                  <a:solidFill>
                    <a:prstClr val="black"/>
                  </a:solidFill>
                  <a:latin typeface="Calibri" panose="020F0502020204030204" pitchFamily="34" charset="0"/>
                  <a:cs typeface="Arial"/>
                </a:rPr>
                <a:t>e</a:t>
              </a:r>
              <a:r>
                <a:rPr dirty="0">
                  <a:solidFill>
                    <a:prstClr val="black"/>
                  </a:solidFill>
                  <a:latin typeface="Calibri" panose="020F0502020204030204" pitchFamily="34" charset="0"/>
                  <a:cs typeface="Arial"/>
                </a:rPr>
                <a:t>r</a:t>
              </a:r>
              <a:r>
                <a:rPr spc="-5" dirty="0">
                  <a:solidFill>
                    <a:prstClr val="black"/>
                  </a:solidFill>
                  <a:latin typeface="Calibri" panose="020F0502020204030204" pitchFamily="34" charset="0"/>
                  <a:cs typeface="Arial"/>
                </a:rPr>
                <a:t> </a:t>
              </a:r>
              <a:r>
                <a:rPr spc="-10" dirty="0">
                  <a:solidFill>
                    <a:prstClr val="black"/>
                  </a:solidFill>
                  <a:latin typeface="Calibri" panose="020F0502020204030204" pitchFamily="34" charset="0"/>
                  <a:cs typeface="Arial"/>
                </a:rPr>
                <a:t>F</a:t>
              </a:r>
              <a:r>
                <a:rPr spc="-15" dirty="0">
                  <a:solidFill>
                    <a:prstClr val="black"/>
                  </a:solidFill>
                  <a:latin typeface="Calibri" panose="020F0502020204030204" pitchFamily="34" charset="0"/>
                  <a:cs typeface="Arial"/>
                </a:rPr>
                <a:t>u</a:t>
              </a:r>
              <a:r>
                <a:rPr spc="-5" dirty="0">
                  <a:solidFill>
                    <a:prstClr val="black"/>
                  </a:solidFill>
                  <a:latin typeface="Calibri" panose="020F0502020204030204" pitchFamily="34" charset="0"/>
                  <a:cs typeface="Arial"/>
                </a:rPr>
                <a:t>ncti</a:t>
              </a:r>
              <a:r>
                <a:rPr spc="-15" dirty="0">
                  <a:solidFill>
                    <a:prstClr val="black"/>
                  </a:solidFill>
                  <a:latin typeface="Calibri" panose="020F0502020204030204" pitchFamily="34" charset="0"/>
                  <a:cs typeface="Arial"/>
                </a:rPr>
                <a:t>o</a:t>
              </a:r>
              <a:r>
                <a:rPr spc="-5" dirty="0">
                  <a:solidFill>
                    <a:prstClr val="black"/>
                  </a:solidFill>
                  <a:latin typeface="Calibri" panose="020F0502020204030204" pitchFamily="34" charset="0"/>
                  <a:cs typeface="Arial"/>
                </a:rPr>
                <a:t>nal </a:t>
              </a:r>
              <a:r>
                <a:rPr dirty="0">
                  <a:solidFill>
                    <a:prstClr val="black"/>
                  </a:solidFill>
                  <a:latin typeface="Calibri" panose="020F0502020204030204" pitchFamily="34" charset="0"/>
                  <a:cs typeface="Arial"/>
                </a:rPr>
                <a:t>Ma</a:t>
              </a:r>
              <a:r>
                <a:rPr spc="-15" dirty="0">
                  <a:solidFill>
                    <a:prstClr val="black"/>
                  </a:solidFill>
                  <a:latin typeface="Calibri" panose="020F0502020204030204" pitchFamily="34" charset="0"/>
                  <a:cs typeface="Arial"/>
                </a:rPr>
                <a:t>n</a:t>
              </a:r>
              <a:r>
                <a:rPr spc="-5" dirty="0">
                  <a:solidFill>
                    <a:prstClr val="black"/>
                  </a:solidFill>
                  <a:latin typeface="Calibri" panose="020F0502020204030204" pitchFamily="34" charset="0"/>
                  <a:cs typeface="Arial"/>
                </a:rPr>
                <a:t>a</a:t>
              </a:r>
              <a:r>
                <a:rPr spc="-15" dirty="0">
                  <a:solidFill>
                    <a:prstClr val="black"/>
                  </a:solidFill>
                  <a:latin typeface="Calibri" panose="020F0502020204030204" pitchFamily="34" charset="0"/>
                  <a:cs typeface="Arial"/>
                </a:rPr>
                <a:t>g</a:t>
              </a:r>
              <a:r>
                <a:rPr spc="-5" dirty="0">
                  <a:solidFill>
                    <a:prstClr val="black"/>
                  </a:solidFill>
                  <a:latin typeface="Calibri" panose="020F0502020204030204" pitchFamily="34" charset="0"/>
                  <a:cs typeface="Arial"/>
                </a:rPr>
                <a:t>ers</a:t>
              </a:r>
              <a:endParaRPr dirty="0">
                <a:solidFill>
                  <a:prstClr val="black"/>
                </a:solidFill>
                <a:latin typeface="Calibri" panose="020F0502020204030204" pitchFamily="34" charset="0"/>
                <a:cs typeface="Arial"/>
              </a:endParaRPr>
            </a:p>
          </p:txBody>
        </p:sp>
        <p:sp>
          <p:nvSpPr>
            <p:cNvPr id="20" name="object 20"/>
            <p:cNvSpPr/>
            <p:nvPr/>
          </p:nvSpPr>
          <p:spPr>
            <a:xfrm>
              <a:off x="2012950" y="2847339"/>
              <a:ext cx="2354580" cy="703580"/>
            </a:xfrm>
            <a:custGeom>
              <a:avLst/>
              <a:gdLst/>
              <a:ahLst/>
              <a:cxnLst/>
              <a:rect l="l" t="t" r="r" b="b"/>
              <a:pathLst>
                <a:path w="2354579" h="703579">
                  <a:moveTo>
                    <a:pt x="2354579" y="703580"/>
                  </a:moveTo>
                  <a:lnTo>
                    <a:pt x="0" y="0"/>
                  </a:lnTo>
                </a:path>
              </a:pathLst>
            </a:custGeom>
            <a:ln w="25518">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21" name="object 21"/>
            <p:cNvSpPr/>
            <p:nvPr/>
          </p:nvSpPr>
          <p:spPr>
            <a:xfrm>
              <a:off x="4352290" y="3512820"/>
              <a:ext cx="83820" cy="73660"/>
            </a:xfrm>
            <a:custGeom>
              <a:avLst/>
              <a:gdLst/>
              <a:ahLst/>
              <a:cxnLst/>
              <a:rect l="l" t="t" r="r" b="b"/>
              <a:pathLst>
                <a:path w="83820" h="73660">
                  <a:moveTo>
                    <a:pt x="21589" y="0"/>
                  </a:moveTo>
                  <a:lnTo>
                    <a:pt x="0" y="73659"/>
                  </a:lnTo>
                  <a:lnTo>
                    <a:pt x="83820" y="58419"/>
                  </a:lnTo>
                  <a:lnTo>
                    <a:pt x="21589"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22" name="object 22"/>
            <p:cNvSpPr/>
            <p:nvPr/>
          </p:nvSpPr>
          <p:spPr>
            <a:xfrm>
              <a:off x="1943100" y="2813050"/>
              <a:ext cx="85090" cy="73660"/>
            </a:xfrm>
            <a:custGeom>
              <a:avLst/>
              <a:gdLst/>
              <a:ahLst/>
              <a:cxnLst/>
              <a:rect l="l" t="t" r="r" b="b"/>
              <a:pathLst>
                <a:path w="85089" h="73660">
                  <a:moveTo>
                    <a:pt x="85089" y="0"/>
                  </a:moveTo>
                  <a:lnTo>
                    <a:pt x="0" y="13970"/>
                  </a:lnTo>
                  <a:lnTo>
                    <a:pt x="63500" y="73660"/>
                  </a:lnTo>
                  <a:lnTo>
                    <a:pt x="85089"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23" name="object 23"/>
            <p:cNvSpPr/>
            <p:nvPr/>
          </p:nvSpPr>
          <p:spPr>
            <a:xfrm>
              <a:off x="2015489" y="3764279"/>
              <a:ext cx="1413510" cy="210820"/>
            </a:xfrm>
            <a:custGeom>
              <a:avLst/>
              <a:gdLst/>
              <a:ahLst/>
              <a:cxnLst/>
              <a:rect l="l" t="t" r="r" b="b"/>
              <a:pathLst>
                <a:path w="1413510" h="210820">
                  <a:moveTo>
                    <a:pt x="0" y="210820"/>
                  </a:moveTo>
                  <a:lnTo>
                    <a:pt x="1413510" y="0"/>
                  </a:lnTo>
                </a:path>
              </a:pathLst>
            </a:custGeom>
            <a:ln w="25518">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24" name="object 24"/>
            <p:cNvSpPr/>
            <p:nvPr/>
          </p:nvSpPr>
          <p:spPr>
            <a:xfrm>
              <a:off x="1944370" y="3935729"/>
              <a:ext cx="81280" cy="76200"/>
            </a:xfrm>
            <a:custGeom>
              <a:avLst/>
              <a:gdLst/>
              <a:ahLst/>
              <a:cxnLst/>
              <a:rect l="l" t="t" r="r" b="b"/>
              <a:pathLst>
                <a:path w="81280" h="76200">
                  <a:moveTo>
                    <a:pt x="69850" y="0"/>
                  </a:moveTo>
                  <a:lnTo>
                    <a:pt x="0" y="49530"/>
                  </a:lnTo>
                  <a:lnTo>
                    <a:pt x="81280" y="76200"/>
                  </a:lnTo>
                  <a:lnTo>
                    <a:pt x="6985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25" name="object 25"/>
            <p:cNvSpPr/>
            <p:nvPr/>
          </p:nvSpPr>
          <p:spPr>
            <a:xfrm>
              <a:off x="3417570" y="3727450"/>
              <a:ext cx="82550" cy="76200"/>
            </a:xfrm>
            <a:custGeom>
              <a:avLst/>
              <a:gdLst/>
              <a:ahLst/>
              <a:cxnLst/>
              <a:rect l="l" t="t" r="r" b="b"/>
              <a:pathLst>
                <a:path w="82550" h="76200">
                  <a:moveTo>
                    <a:pt x="0" y="0"/>
                  </a:moveTo>
                  <a:lnTo>
                    <a:pt x="11429" y="76200"/>
                  </a:lnTo>
                  <a:lnTo>
                    <a:pt x="82550" y="26669"/>
                  </a:lnTo>
                  <a:lnTo>
                    <a:pt x="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26" name="object 26"/>
            <p:cNvSpPr/>
            <p:nvPr/>
          </p:nvSpPr>
          <p:spPr>
            <a:xfrm>
              <a:off x="3081020" y="3990340"/>
              <a:ext cx="1305560" cy="1245870"/>
            </a:xfrm>
            <a:custGeom>
              <a:avLst/>
              <a:gdLst/>
              <a:ahLst/>
              <a:cxnLst/>
              <a:rect l="l" t="t" r="r" b="b"/>
              <a:pathLst>
                <a:path w="1305560" h="1245870">
                  <a:moveTo>
                    <a:pt x="1305559" y="0"/>
                  </a:moveTo>
                  <a:lnTo>
                    <a:pt x="0" y="1245870"/>
                  </a:lnTo>
                </a:path>
              </a:pathLst>
            </a:custGeom>
            <a:ln w="25518">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27" name="object 27"/>
            <p:cNvSpPr/>
            <p:nvPr/>
          </p:nvSpPr>
          <p:spPr>
            <a:xfrm>
              <a:off x="4356100" y="3942079"/>
              <a:ext cx="82550" cy="80010"/>
            </a:xfrm>
            <a:custGeom>
              <a:avLst/>
              <a:gdLst/>
              <a:ahLst/>
              <a:cxnLst/>
              <a:rect l="l" t="t" r="r" b="b"/>
              <a:pathLst>
                <a:path w="82550" h="80010">
                  <a:moveTo>
                    <a:pt x="82550" y="0"/>
                  </a:moveTo>
                  <a:lnTo>
                    <a:pt x="0" y="24130"/>
                  </a:lnTo>
                  <a:lnTo>
                    <a:pt x="53339" y="80010"/>
                  </a:lnTo>
                  <a:lnTo>
                    <a:pt x="8255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28" name="object 28"/>
            <p:cNvSpPr/>
            <p:nvPr/>
          </p:nvSpPr>
          <p:spPr>
            <a:xfrm>
              <a:off x="3028950" y="5204459"/>
              <a:ext cx="81280" cy="81280"/>
            </a:xfrm>
            <a:custGeom>
              <a:avLst/>
              <a:gdLst/>
              <a:ahLst/>
              <a:cxnLst/>
              <a:rect l="l" t="t" r="r" b="b"/>
              <a:pathLst>
                <a:path w="81280" h="81279">
                  <a:moveTo>
                    <a:pt x="29210" y="0"/>
                  </a:moveTo>
                  <a:lnTo>
                    <a:pt x="0" y="81279"/>
                  </a:lnTo>
                  <a:lnTo>
                    <a:pt x="81280" y="55879"/>
                  </a:lnTo>
                  <a:lnTo>
                    <a:pt x="2921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29" name="object 29"/>
            <p:cNvSpPr/>
            <p:nvPr/>
          </p:nvSpPr>
          <p:spPr>
            <a:xfrm>
              <a:off x="4491990" y="3989070"/>
              <a:ext cx="1445260" cy="1250950"/>
            </a:xfrm>
            <a:custGeom>
              <a:avLst/>
              <a:gdLst/>
              <a:ahLst/>
              <a:cxnLst/>
              <a:rect l="l" t="t" r="r" b="b"/>
              <a:pathLst>
                <a:path w="1445260" h="1250950">
                  <a:moveTo>
                    <a:pt x="1445260" y="1250949"/>
                  </a:moveTo>
                  <a:lnTo>
                    <a:pt x="0" y="0"/>
                  </a:lnTo>
                </a:path>
              </a:pathLst>
            </a:custGeom>
            <a:ln w="25518">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30" name="object 30"/>
            <p:cNvSpPr/>
            <p:nvPr/>
          </p:nvSpPr>
          <p:spPr>
            <a:xfrm>
              <a:off x="5908040" y="5207000"/>
              <a:ext cx="82550" cy="78740"/>
            </a:xfrm>
            <a:custGeom>
              <a:avLst/>
              <a:gdLst/>
              <a:ahLst/>
              <a:cxnLst/>
              <a:rect l="l" t="t" r="r" b="b"/>
              <a:pathLst>
                <a:path w="82550" h="78739">
                  <a:moveTo>
                    <a:pt x="50800" y="0"/>
                  </a:moveTo>
                  <a:lnTo>
                    <a:pt x="0" y="58419"/>
                  </a:lnTo>
                  <a:lnTo>
                    <a:pt x="82550" y="78740"/>
                  </a:lnTo>
                  <a:lnTo>
                    <a:pt x="5080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31" name="object 31"/>
            <p:cNvSpPr/>
            <p:nvPr/>
          </p:nvSpPr>
          <p:spPr>
            <a:xfrm>
              <a:off x="4437379" y="3942079"/>
              <a:ext cx="83820" cy="80010"/>
            </a:xfrm>
            <a:custGeom>
              <a:avLst/>
              <a:gdLst/>
              <a:ahLst/>
              <a:cxnLst/>
              <a:rect l="l" t="t" r="r" b="b"/>
              <a:pathLst>
                <a:path w="83820" h="80010">
                  <a:moveTo>
                    <a:pt x="0" y="0"/>
                  </a:moveTo>
                  <a:lnTo>
                    <a:pt x="33020" y="80010"/>
                  </a:lnTo>
                  <a:lnTo>
                    <a:pt x="83820" y="21590"/>
                  </a:lnTo>
                  <a:lnTo>
                    <a:pt x="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32" name="object 32"/>
            <p:cNvSpPr/>
            <p:nvPr/>
          </p:nvSpPr>
          <p:spPr>
            <a:xfrm>
              <a:off x="5445759" y="3779520"/>
              <a:ext cx="915669" cy="321310"/>
            </a:xfrm>
            <a:custGeom>
              <a:avLst/>
              <a:gdLst/>
              <a:ahLst/>
              <a:cxnLst/>
              <a:rect l="l" t="t" r="r" b="b"/>
              <a:pathLst>
                <a:path w="915670" h="321310">
                  <a:moveTo>
                    <a:pt x="0" y="0"/>
                  </a:moveTo>
                  <a:lnTo>
                    <a:pt x="915669" y="321309"/>
                  </a:lnTo>
                </a:path>
              </a:pathLst>
            </a:custGeom>
            <a:ln w="25518">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33" name="object 33"/>
            <p:cNvSpPr/>
            <p:nvPr/>
          </p:nvSpPr>
          <p:spPr>
            <a:xfrm>
              <a:off x="5378450" y="3745229"/>
              <a:ext cx="85090" cy="72390"/>
            </a:xfrm>
            <a:custGeom>
              <a:avLst/>
              <a:gdLst/>
              <a:ahLst/>
              <a:cxnLst/>
              <a:rect l="l" t="t" r="r" b="b"/>
              <a:pathLst>
                <a:path w="85089" h="72389">
                  <a:moveTo>
                    <a:pt x="85089" y="0"/>
                  </a:moveTo>
                  <a:lnTo>
                    <a:pt x="0" y="10160"/>
                  </a:lnTo>
                  <a:lnTo>
                    <a:pt x="59689" y="72390"/>
                  </a:lnTo>
                  <a:lnTo>
                    <a:pt x="85089"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34" name="object 34"/>
            <p:cNvSpPr/>
            <p:nvPr/>
          </p:nvSpPr>
          <p:spPr>
            <a:xfrm>
              <a:off x="6343650" y="4062729"/>
              <a:ext cx="85090" cy="72390"/>
            </a:xfrm>
            <a:custGeom>
              <a:avLst/>
              <a:gdLst/>
              <a:ahLst/>
              <a:cxnLst/>
              <a:rect l="l" t="t" r="r" b="b"/>
              <a:pathLst>
                <a:path w="85089" h="72389">
                  <a:moveTo>
                    <a:pt x="25400" y="0"/>
                  </a:moveTo>
                  <a:lnTo>
                    <a:pt x="0" y="72390"/>
                  </a:lnTo>
                  <a:lnTo>
                    <a:pt x="85089" y="62230"/>
                  </a:lnTo>
                  <a:lnTo>
                    <a:pt x="2540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36" name="object 36"/>
            <p:cNvSpPr/>
            <p:nvPr/>
          </p:nvSpPr>
          <p:spPr>
            <a:xfrm>
              <a:off x="8420100" y="5636259"/>
              <a:ext cx="85090" cy="69850"/>
            </a:xfrm>
            <a:custGeom>
              <a:avLst/>
              <a:gdLst/>
              <a:ahLst/>
              <a:cxnLst/>
              <a:rect l="l" t="t" r="r" b="b"/>
              <a:pathLst>
                <a:path w="85090" h="69850">
                  <a:moveTo>
                    <a:pt x="49529" y="0"/>
                  </a:moveTo>
                  <a:lnTo>
                    <a:pt x="0" y="69849"/>
                  </a:lnTo>
                  <a:lnTo>
                    <a:pt x="85090" y="67309"/>
                  </a:lnTo>
                  <a:lnTo>
                    <a:pt x="49529"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37" name="object 37"/>
            <p:cNvSpPr/>
            <p:nvPr/>
          </p:nvSpPr>
          <p:spPr>
            <a:xfrm>
              <a:off x="4391659" y="2575560"/>
              <a:ext cx="41910" cy="924560"/>
            </a:xfrm>
            <a:custGeom>
              <a:avLst/>
              <a:gdLst/>
              <a:ahLst/>
              <a:cxnLst/>
              <a:rect l="l" t="t" r="r" b="b"/>
              <a:pathLst>
                <a:path w="41910" h="924560">
                  <a:moveTo>
                    <a:pt x="41910" y="924560"/>
                  </a:moveTo>
                  <a:lnTo>
                    <a:pt x="0" y="0"/>
                  </a:lnTo>
                </a:path>
              </a:pathLst>
            </a:custGeom>
            <a:ln w="25518">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38" name="object 38"/>
            <p:cNvSpPr/>
            <p:nvPr/>
          </p:nvSpPr>
          <p:spPr>
            <a:xfrm>
              <a:off x="4395470" y="3493770"/>
              <a:ext cx="76200" cy="78740"/>
            </a:xfrm>
            <a:custGeom>
              <a:avLst/>
              <a:gdLst/>
              <a:ahLst/>
              <a:cxnLst/>
              <a:rect l="l" t="t" r="r" b="b"/>
              <a:pathLst>
                <a:path w="76200" h="78739">
                  <a:moveTo>
                    <a:pt x="76200" y="0"/>
                  </a:moveTo>
                  <a:lnTo>
                    <a:pt x="0" y="3809"/>
                  </a:lnTo>
                  <a:lnTo>
                    <a:pt x="41909" y="78739"/>
                  </a:lnTo>
                  <a:lnTo>
                    <a:pt x="7620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39" name="object 39"/>
            <p:cNvSpPr/>
            <p:nvPr/>
          </p:nvSpPr>
          <p:spPr>
            <a:xfrm>
              <a:off x="4353559" y="2504439"/>
              <a:ext cx="76200" cy="78740"/>
            </a:xfrm>
            <a:custGeom>
              <a:avLst/>
              <a:gdLst/>
              <a:ahLst/>
              <a:cxnLst/>
              <a:rect l="l" t="t" r="r" b="b"/>
              <a:pathLst>
                <a:path w="76200" h="78739">
                  <a:moveTo>
                    <a:pt x="34289" y="0"/>
                  </a:moveTo>
                  <a:lnTo>
                    <a:pt x="0" y="78739"/>
                  </a:lnTo>
                  <a:lnTo>
                    <a:pt x="76200" y="74930"/>
                  </a:lnTo>
                  <a:lnTo>
                    <a:pt x="34289"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45" name="object 45"/>
            <p:cNvSpPr/>
            <p:nvPr/>
          </p:nvSpPr>
          <p:spPr>
            <a:xfrm>
              <a:off x="1328419" y="2882900"/>
              <a:ext cx="438150" cy="855980"/>
            </a:xfrm>
            <a:custGeom>
              <a:avLst/>
              <a:gdLst/>
              <a:ahLst/>
              <a:cxnLst/>
              <a:rect l="l" t="t" r="r" b="b"/>
              <a:pathLst>
                <a:path w="438150" h="855979">
                  <a:moveTo>
                    <a:pt x="0" y="855980"/>
                  </a:moveTo>
                  <a:lnTo>
                    <a:pt x="438150" y="0"/>
                  </a:lnTo>
                </a:path>
              </a:pathLst>
            </a:custGeom>
            <a:ln w="25518">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46" name="object 46"/>
            <p:cNvSpPr/>
            <p:nvPr/>
          </p:nvSpPr>
          <p:spPr>
            <a:xfrm>
              <a:off x="1295400" y="3716020"/>
              <a:ext cx="69850" cy="86360"/>
            </a:xfrm>
            <a:custGeom>
              <a:avLst/>
              <a:gdLst/>
              <a:ahLst/>
              <a:cxnLst/>
              <a:rect l="l" t="t" r="r" b="b"/>
              <a:pathLst>
                <a:path w="69850" h="86360">
                  <a:moveTo>
                    <a:pt x="1269" y="0"/>
                  </a:moveTo>
                  <a:lnTo>
                    <a:pt x="0" y="86359"/>
                  </a:lnTo>
                  <a:lnTo>
                    <a:pt x="69850" y="35559"/>
                  </a:lnTo>
                  <a:lnTo>
                    <a:pt x="1269"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47" name="object 47"/>
            <p:cNvSpPr/>
            <p:nvPr/>
          </p:nvSpPr>
          <p:spPr>
            <a:xfrm>
              <a:off x="1731010" y="2819400"/>
              <a:ext cx="68580" cy="85090"/>
            </a:xfrm>
            <a:custGeom>
              <a:avLst/>
              <a:gdLst/>
              <a:ahLst/>
              <a:cxnLst/>
              <a:rect l="l" t="t" r="r" b="b"/>
              <a:pathLst>
                <a:path w="68580" h="85089">
                  <a:moveTo>
                    <a:pt x="68579" y="0"/>
                  </a:moveTo>
                  <a:lnTo>
                    <a:pt x="0" y="50800"/>
                  </a:lnTo>
                  <a:lnTo>
                    <a:pt x="67309" y="85089"/>
                  </a:lnTo>
                  <a:lnTo>
                    <a:pt x="68579"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48" name="object 48"/>
            <p:cNvSpPr/>
            <p:nvPr/>
          </p:nvSpPr>
          <p:spPr>
            <a:xfrm>
              <a:off x="1342389" y="4222750"/>
              <a:ext cx="974090" cy="1122680"/>
            </a:xfrm>
            <a:custGeom>
              <a:avLst/>
              <a:gdLst/>
              <a:ahLst/>
              <a:cxnLst/>
              <a:rect l="l" t="t" r="r" b="b"/>
              <a:pathLst>
                <a:path w="974089" h="1122679">
                  <a:moveTo>
                    <a:pt x="0" y="0"/>
                  </a:moveTo>
                  <a:lnTo>
                    <a:pt x="974090" y="1122680"/>
                  </a:lnTo>
                </a:path>
              </a:pathLst>
            </a:custGeom>
            <a:ln w="25518">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49" name="object 49"/>
            <p:cNvSpPr/>
            <p:nvPr/>
          </p:nvSpPr>
          <p:spPr>
            <a:xfrm>
              <a:off x="1295400" y="4168140"/>
              <a:ext cx="80010" cy="83820"/>
            </a:xfrm>
            <a:custGeom>
              <a:avLst/>
              <a:gdLst/>
              <a:ahLst/>
              <a:cxnLst/>
              <a:rect l="l" t="t" r="r" b="b"/>
              <a:pathLst>
                <a:path w="80009" h="83820">
                  <a:moveTo>
                    <a:pt x="0" y="0"/>
                  </a:moveTo>
                  <a:lnTo>
                    <a:pt x="21590" y="83820"/>
                  </a:lnTo>
                  <a:lnTo>
                    <a:pt x="80009" y="33020"/>
                  </a:lnTo>
                  <a:lnTo>
                    <a:pt x="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50" name="object 50"/>
            <p:cNvSpPr/>
            <p:nvPr/>
          </p:nvSpPr>
          <p:spPr>
            <a:xfrm>
              <a:off x="2284729" y="5316220"/>
              <a:ext cx="78740" cy="82550"/>
            </a:xfrm>
            <a:custGeom>
              <a:avLst/>
              <a:gdLst/>
              <a:ahLst/>
              <a:cxnLst/>
              <a:rect l="l" t="t" r="r" b="b"/>
              <a:pathLst>
                <a:path w="78739" h="82550">
                  <a:moveTo>
                    <a:pt x="58419" y="0"/>
                  </a:moveTo>
                  <a:lnTo>
                    <a:pt x="0" y="50799"/>
                  </a:lnTo>
                  <a:lnTo>
                    <a:pt x="78739" y="82549"/>
                  </a:lnTo>
                  <a:lnTo>
                    <a:pt x="58419"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51" name="object 51"/>
            <p:cNvSpPr/>
            <p:nvPr/>
          </p:nvSpPr>
          <p:spPr>
            <a:xfrm>
              <a:off x="3759200" y="5474970"/>
              <a:ext cx="1304290" cy="63500"/>
            </a:xfrm>
            <a:custGeom>
              <a:avLst/>
              <a:gdLst/>
              <a:ahLst/>
              <a:cxnLst/>
              <a:rect l="l" t="t" r="r" b="b"/>
              <a:pathLst>
                <a:path w="1304289" h="63500">
                  <a:moveTo>
                    <a:pt x="0" y="63499"/>
                  </a:moveTo>
                  <a:lnTo>
                    <a:pt x="1304289" y="0"/>
                  </a:lnTo>
                </a:path>
              </a:pathLst>
            </a:custGeom>
            <a:ln w="25518">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52" name="object 52"/>
            <p:cNvSpPr/>
            <p:nvPr/>
          </p:nvSpPr>
          <p:spPr>
            <a:xfrm>
              <a:off x="3688079" y="5500370"/>
              <a:ext cx="77470" cy="76200"/>
            </a:xfrm>
            <a:custGeom>
              <a:avLst/>
              <a:gdLst/>
              <a:ahLst/>
              <a:cxnLst/>
              <a:rect l="l" t="t" r="r" b="b"/>
              <a:pathLst>
                <a:path w="77470" h="76200">
                  <a:moveTo>
                    <a:pt x="73660" y="0"/>
                  </a:moveTo>
                  <a:lnTo>
                    <a:pt x="0" y="41909"/>
                  </a:lnTo>
                  <a:lnTo>
                    <a:pt x="77470" y="76199"/>
                  </a:lnTo>
                  <a:lnTo>
                    <a:pt x="7366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53" name="object 53"/>
            <p:cNvSpPr/>
            <p:nvPr/>
          </p:nvSpPr>
          <p:spPr>
            <a:xfrm>
              <a:off x="5057140" y="5436870"/>
              <a:ext cx="77470" cy="76200"/>
            </a:xfrm>
            <a:custGeom>
              <a:avLst/>
              <a:gdLst/>
              <a:ahLst/>
              <a:cxnLst/>
              <a:rect l="l" t="t" r="r" b="b"/>
              <a:pathLst>
                <a:path w="77470" h="76200">
                  <a:moveTo>
                    <a:pt x="0" y="0"/>
                  </a:moveTo>
                  <a:lnTo>
                    <a:pt x="3810" y="76199"/>
                  </a:lnTo>
                  <a:lnTo>
                    <a:pt x="77470" y="34289"/>
                  </a:lnTo>
                  <a:lnTo>
                    <a:pt x="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54" name="object 54"/>
            <p:cNvSpPr/>
            <p:nvPr/>
          </p:nvSpPr>
          <p:spPr>
            <a:xfrm>
              <a:off x="6419850" y="4436109"/>
              <a:ext cx="1010919" cy="803910"/>
            </a:xfrm>
            <a:custGeom>
              <a:avLst/>
              <a:gdLst/>
              <a:ahLst/>
              <a:cxnLst/>
              <a:rect l="l" t="t" r="r" b="b"/>
              <a:pathLst>
                <a:path w="1010920" h="803910">
                  <a:moveTo>
                    <a:pt x="0" y="803909"/>
                  </a:moveTo>
                  <a:lnTo>
                    <a:pt x="1010920" y="0"/>
                  </a:lnTo>
                </a:path>
              </a:pathLst>
            </a:custGeom>
            <a:ln w="25518">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55" name="object 55"/>
            <p:cNvSpPr/>
            <p:nvPr/>
          </p:nvSpPr>
          <p:spPr>
            <a:xfrm>
              <a:off x="6363970" y="5207000"/>
              <a:ext cx="83820" cy="77470"/>
            </a:xfrm>
            <a:custGeom>
              <a:avLst/>
              <a:gdLst/>
              <a:ahLst/>
              <a:cxnLst/>
              <a:rect l="l" t="t" r="r" b="b"/>
              <a:pathLst>
                <a:path w="83820" h="77470">
                  <a:moveTo>
                    <a:pt x="35559" y="0"/>
                  </a:moveTo>
                  <a:lnTo>
                    <a:pt x="0" y="77469"/>
                  </a:lnTo>
                  <a:lnTo>
                    <a:pt x="83819" y="59690"/>
                  </a:lnTo>
                  <a:lnTo>
                    <a:pt x="35559"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56" name="object 56"/>
            <p:cNvSpPr/>
            <p:nvPr/>
          </p:nvSpPr>
          <p:spPr>
            <a:xfrm>
              <a:off x="7402830" y="4390390"/>
              <a:ext cx="83820" cy="78740"/>
            </a:xfrm>
            <a:custGeom>
              <a:avLst/>
              <a:gdLst/>
              <a:ahLst/>
              <a:cxnLst/>
              <a:rect l="l" t="t" r="r" b="b"/>
              <a:pathLst>
                <a:path w="83820" h="78739">
                  <a:moveTo>
                    <a:pt x="83820" y="0"/>
                  </a:moveTo>
                  <a:lnTo>
                    <a:pt x="0" y="17780"/>
                  </a:lnTo>
                  <a:lnTo>
                    <a:pt x="48260" y="78740"/>
                  </a:lnTo>
                  <a:lnTo>
                    <a:pt x="8382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57" name="object 57"/>
            <p:cNvSpPr/>
            <p:nvPr/>
          </p:nvSpPr>
          <p:spPr>
            <a:xfrm>
              <a:off x="6960869" y="2887979"/>
              <a:ext cx="290830" cy="982980"/>
            </a:xfrm>
            <a:custGeom>
              <a:avLst/>
              <a:gdLst/>
              <a:ahLst/>
              <a:cxnLst/>
              <a:rect l="l" t="t" r="r" b="b"/>
              <a:pathLst>
                <a:path w="290829" h="982979">
                  <a:moveTo>
                    <a:pt x="0" y="982980"/>
                  </a:moveTo>
                  <a:lnTo>
                    <a:pt x="290829" y="0"/>
                  </a:lnTo>
                </a:path>
              </a:pathLst>
            </a:custGeom>
            <a:ln w="25518">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58" name="object 58"/>
            <p:cNvSpPr/>
            <p:nvPr/>
          </p:nvSpPr>
          <p:spPr>
            <a:xfrm>
              <a:off x="6925309" y="3855720"/>
              <a:ext cx="73660" cy="85090"/>
            </a:xfrm>
            <a:custGeom>
              <a:avLst/>
              <a:gdLst/>
              <a:ahLst/>
              <a:cxnLst/>
              <a:rect l="l" t="t" r="r" b="b"/>
              <a:pathLst>
                <a:path w="73659" h="85089">
                  <a:moveTo>
                    <a:pt x="0" y="0"/>
                  </a:moveTo>
                  <a:lnTo>
                    <a:pt x="15240" y="85089"/>
                  </a:lnTo>
                  <a:lnTo>
                    <a:pt x="73660" y="21589"/>
                  </a:lnTo>
                  <a:lnTo>
                    <a:pt x="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59" name="object 59"/>
            <p:cNvSpPr/>
            <p:nvPr/>
          </p:nvSpPr>
          <p:spPr>
            <a:xfrm>
              <a:off x="7212330" y="2819400"/>
              <a:ext cx="73660" cy="83820"/>
            </a:xfrm>
            <a:custGeom>
              <a:avLst/>
              <a:gdLst/>
              <a:ahLst/>
              <a:cxnLst/>
              <a:rect l="l" t="t" r="r" b="b"/>
              <a:pathLst>
                <a:path w="73659" h="83819">
                  <a:moveTo>
                    <a:pt x="58420" y="0"/>
                  </a:moveTo>
                  <a:lnTo>
                    <a:pt x="0" y="62229"/>
                  </a:lnTo>
                  <a:lnTo>
                    <a:pt x="73660" y="83820"/>
                  </a:lnTo>
                  <a:lnTo>
                    <a:pt x="5842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60" name="object 60"/>
            <p:cNvSpPr/>
            <p:nvPr/>
          </p:nvSpPr>
          <p:spPr>
            <a:xfrm>
              <a:off x="5196840" y="2305050"/>
              <a:ext cx="1169670" cy="25400"/>
            </a:xfrm>
            <a:custGeom>
              <a:avLst/>
              <a:gdLst/>
              <a:ahLst/>
              <a:cxnLst/>
              <a:rect l="l" t="t" r="r" b="b"/>
              <a:pathLst>
                <a:path w="1169670" h="25400">
                  <a:moveTo>
                    <a:pt x="0" y="25400"/>
                  </a:moveTo>
                  <a:lnTo>
                    <a:pt x="1169670" y="0"/>
                  </a:lnTo>
                </a:path>
              </a:pathLst>
            </a:custGeom>
            <a:ln w="25518">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61" name="object 61"/>
            <p:cNvSpPr/>
            <p:nvPr/>
          </p:nvSpPr>
          <p:spPr>
            <a:xfrm>
              <a:off x="5125720" y="2292350"/>
              <a:ext cx="77470" cy="77470"/>
            </a:xfrm>
            <a:custGeom>
              <a:avLst/>
              <a:gdLst/>
              <a:ahLst/>
              <a:cxnLst/>
              <a:rect l="l" t="t" r="r" b="b"/>
              <a:pathLst>
                <a:path w="77470" h="77469">
                  <a:moveTo>
                    <a:pt x="76200" y="0"/>
                  </a:moveTo>
                  <a:lnTo>
                    <a:pt x="0" y="40639"/>
                  </a:lnTo>
                  <a:lnTo>
                    <a:pt x="77469" y="77470"/>
                  </a:lnTo>
                  <a:lnTo>
                    <a:pt x="7620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62" name="object 62"/>
            <p:cNvSpPr/>
            <p:nvPr/>
          </p:nvSpPr>
          <p:spPr>
            <a:xfrm>
              <a:off x="6360159" y="2265679"/>
              <a:ext cx="77470" cy="77470"/>
            </a:xfrm>
            <a:custGeom>
              <a:avLst/>
              <a:gdLst/>
              <a:ahLst/>
              <a:cxnLst/>
              <a:rect l="l" t="t" r="r" b="b"/>
              <a:pathLst>
                <a:path w="77470" h="77469">
                  <a:moveTo>
                    <a:pt x="0" y="0"/>
                  </a:moveTo>
                  <a:lnTo>
                    <a:pt x="1269" y="77470"/>
                  </a:lnTo>
                  <a:lnTo>
                    <a:pt x="77469" y="36830"/>
                  </a:lnTo>
                  <a:lnTo>
                    <a:pt x="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63" name="object 63"/>
            <p:cNvSpPr/>
            <p:nvPr/>
          </p:nvSpPr>
          <p:spPr>
            <a:xfrm>
              <a:off x="2950210" y="2373629"/>
              <a:ext cx="629920" cy="0"/>
            </a:xfrm>
            <a:custGeom>
              <a:avLst/>
              <a:gdLst/>
              <a:ahLst/>
              <a:cxnLst/>
              <a:rect l="l" t="t" r="r" b="b"/>
              <a:pathLst>
                <a:path w="629920">
                  <a:moveTo>
                    <a:pt x="0" y="0"/>
                  </a:moveTo>
                  <a:lnTo>
                    <a:pt x="629919" y="0"/>
                  </a:lnTo>
                </a:path>
              </a:pathLst>
            </a:custGeom>
            <a:ln w="25518">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64" name="object 64"/>
            <p:cNvSpPr/>
            <p:nvPr/>
          </p:nvSpPr>
          <p:spPr>
            <a:xfrm>
              <a:off x="2879089" y="2335529"/>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65" name="object 65"/>
            <p:cNvSpPr/>
            <p:nvPr/>
          </p:nvSpPr>
          <p:spPr>
            <a:xfrm>
              <a:off x="3575050" y="2335529"/>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66" name="object 66"/>
            <p:cNvSpPr/>
            <p:nvPr/>
          </p:nvSpPr>
          <p:spPr>
            <a:xfrm>
              <a:off x="1790700" y="2529839"/>
              <a:ext cx="2178050" cy="1207770"/>
            </a:xfrm>
            <a:custGeom>
              <a:avLst/>
              <a:gdLst/>
              <a:ahLst/>
              <a:cxnLst/>
              <a:rect l="l" t="t" r="r" b="b"/>
              <a:pathLst>
                <a:path w="2178050" h="1207770">
                  <a:moveTo>
                    <a:pt x="0" y="1207770"/>
                  </a:moveTo>
                  <a:lnTo>
                    <a:pt x="2178050" y="0"/>
                  </a:lnTo>
                </a:path>
              </a:pathLst>
            </a:custGeom>
            <a:ln w="25518">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67" name="object 67"/>
            <p:cNvSpPr/>
            <p:nvPr/>
          </p:nvSpPr>
          <p:spPr>
            <a:xfrm>
              <a:off x="1728470" y="3702050"/>
              <a:ext cx="85090" cy="71120"/>
            </a:xfrm>
            <a:custGeom>
              <a:avLst/>
              <a:gdLst/>
              <a:ahLst/>
              <a:cxnLst/>
              <a:rect l="l" t="t" r="r" b="b"/>
              <a:pathLst>
                <a:path w="85089" h="71120">
                  <a:moveTo>
                    <a:pt x="48260" y="0"/>
                  </a:moveTo>
                  <a:lnTo>
                    <a:pt x="0" y="71119"/>
                  </a:lnTo>
                  <a:lnTo>
                    <a:pt x="85090" y="67310"/>
                  </a:lnTo>
                  <a:lnTo>
                    <a:pt x="4826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68" name="object 68"/>
            <p:cNvSpPr/>
            <p:nvPr/>
          </p:nvSpPr>
          <p:spPr>
            <a:xfrm>
              <a:off x="3945890" y="2495550"/>
              <a:ext cx="86360" cy="69850"/>
            </a:xfrm>
            <a:custGeom>
              <a:avLst/>
              <a:gdLst/>
              <a:ahLst/>
              <a:cxnLst/>
              <a:rect l="l" t="t" r="r" b="b"/>
              <a:pathLst>
                <a:path w="86360" h="69850">
                  <a:moveTo>
                    <a:pt x="86360" y="0"/>
                  </a:moveTo>
                  <a:lnTo>
                    <a:pt x="0" y="3810"/>
                  </a:lnTo>
                  <a:lnTo>
                    <a:pt x="36830" y="69850"/>
                  </a:lnTo>
                  <a:lnTo>
                    <a:pt x="8636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69" name="object 69"/>
            <p:cNvSpPr/>
            <p:nvPr/>
          </p:nvSpPr>
          <p:spPr>
            <a:xfrm>
              <a:off x="4738370" y="2574289"/>
              <a:ext cx="1898650" cy="1324610"/>
            </a:xfrm>
            <a:custGeom>
              <a:avLst/>
              <a:gdLst/>
              <a:ahLst/>
              <a:cxnLst/>
              <a:rect l="l" t="t" r="r" b="b"/>
              <a:pathLst>
                <a:path w="1898650" h="1324610">
                  <a:moveTo>
                    <a:pt x="0" y="0"/>
                  </a:moveTo>
                  <a:lnTo>
                    <a:pt x="1898650" y="1324610"/>
                  </a:lnTo>
                </a:path>
              </a:pathLst>
            </a:custGeom>
            <a:ln w="25518">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70" name="object 70"/>
            <p:cNvSpPr/>
            <p:nvPr/>
          </p:nvSpPr>
          <p:spPr>
            <a:xfrm>
              <a:off x="4679950" y="2532379"/>
              <a:ext cx="85090" cy="76200"/>
            </a:xfrm>
            <a:custGeom>
              <a:avLst/>
              <a:gdLst/>
              <a:ahLst/>
              <a:cxnLst/>
              <a:rect l="l" t="t" r="r" b="b"/>
              <a:pathLst>
                <a:path w="85089" h="76200">
                  <a:moveTo>
                    <a:pt x="0" y="0"/>
                  </a:moveTo>
                  <a:lnTo>
                    <a:pt x="40639" y="76200"/>
                  </a:lnTo>
                  <a:lnTo>
                    <a:pt x="85089" y="12700"/>
                  </a:lnTo>
                  <a:lnTo>
                    <a:pt x="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71" name="object 71"/>
            <p:cNvSpPr/>
            <p:nvPr/>
          </p:nvSpPr>
          <p:spPr>
            <a:xfrm>
              <a:off x="6610350" y="3865879"/>
              <a:ext cx="85090" cy="74930"/>
            </a:xfrm>
            <a:custGeom>
              <a:avLst/>
              <a:gdLst/>
              <a:ahLst/>
              <a:cxnLst/>
              <a:rect l="l" t="t" r="r" b="b"/>
              <a:pathLst>
                <a:path w="85090" h="74929">
                  <a:moveTo>
                    <a:pt x="44450" y="0"/>
                  </a:moveTo>
                  <a:lnTo>
                    <a:pt x="0" y="62230"/>
                  </a:lnTo>
                  <a:lnTo>
                    <a:pt x="85090" y="74930"/>
                  </a:lnTo>
                  <a:lnTo>
                    <a:pt x="44450" y="0"/>
                  </a:lnTo>
                  <a:close/>
                </a:path>
              </a:pathLst>
            </a:custGeom>
            <a:solidFill>
              <a:srgbClr val="00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grpSp>
      <p:sp>
        <p:nvSpPr>
          <p:cNvPr id="42" name="Footer Placeholder 41">
            <a:extLst>
              <a:ext uri="{FF2B5EF4-FFF2-40B4-BE49-F238E27FC236}">
                <a16:creationId xmlns:a16="http://schemas.microsoft.com/office/drawing/2014/main" id="{CA928837-9C27-42DE-BB85-FA63F9028ACE}"/>
              </a:ext>
            </a:extLst>
          </p:cNvPr>
          <p:cNvSpPr>
            <a:spLocks noGrp="1"/>
          </p:cNvSpPr>
          <p:nvPr>
            <p:ph type="ftr" sz="quarter" idx="11"/>
          </p:nvPr>
        </p:nvSpPr>
        <p:spPr/>
        <p:txBody>
          <a:bodyPr/>
          <a:lstStyle/>
          <a:p>
            <a:r>
              <a:rPr lang="en-US">
                <a:solidFill>
                  <a:prstClr val="black"/>
                </a:solidFill>
              </a:rPr>
              <a:t>LAWS 1038-23W</a:t>
            </a:r>
          </a:p>
        </p:txBody>
      </p:sp>
      <p:sp>
        <p:nvSpPr>
          <p:cNvPr id="73" name="Slide Number Placeholder 72">
            <a:extLst>
              <a:ext uri="{FF2B5EF4-FFF2-40B4-BE49-F238E27FC236}">
                <a16:creationId xmlns:a16="http://schemas.microsoft.com/office/drawing/2014/main" id="{4C99F5B3-181B-4E69-8696-5D86F7DD8E67}"/>
              </a:ext>
            </a:extLst>
          </p:cNvPr>
          <p:cNvSpPr>
            <a:spLocks noGrp="1"/>
          </p:cNvSpPr>
          <p:nvPr>
            <p:ph type="sldNum" sz="quarter" idx="12"/>
          </p:nvPr>
        </p:nvSpPr>
        <p:spPr/>
        <p:txBody>
          <a:bodyPr/>
          <a:lstStyle/>
          <a:p>
            <a:fld id="{E31375A4-56A4-47D6-9801-1991572033F7}" type="slidenum">
              <a:rPr lang="en-US" smtClean="0">
                <a:solidFill>
                  <a:prstClr val="black"/>
                </a:solidFill>
              </a:rPr>
              <a:pPr/>
              <a:t>24</a:t>
            </a:fld>
            <a:endParaRPr lang="en-US">
              <a:solidFill>
                <a:prstClr val="black"/>
              </a:solidFill>
            </a:endParaRPr>
          </a:p>
        </p:txBody>
      </p:sp>
      <p:sp>
        <p:nvSpPr>
          <p:cNvPr id="2" name="Date Placeholder 1">
            <a:extLst>
              <a:ext uri="{FF2B5EF4-FFF2-40B4-BE49-F238E27FC236}">
                <a16:creationId xmlns:a16="http://schemas.microsoft.com/office/drawing/2014/main" id="{93C66A2C-6DC8-4D37-8C1C-BC98BBB8F260}"/>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1242826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25169" y="1124744"/>
            <a:ext cx="7659370" cy="925194"/>
          </a:xfrm>
          <a:prstGeom prst="rect">
            <a:avLst/>
          </a:prstGeom>
        </p:spPr>
        <p:txBody>
          <a:bodyPr vert="horz" wrap="square" lIns="0" tIns="0" rIns="0" bIns="0" rtlCol="0">
            <a:spAutoFit/>
          </a:bodyPr>
          <a:lstStyle/>
          <a:p>
            <a:pPr marL="12700" marR="6350" fontAlgn="auto">
              <a:spcBef>
                <a:spcPts val="0"/>
              </a:spcBef>
              <a:spcAft>
                <a:spcPts val="0"/>
              </a:spcAft>
            </a:pPr>
            <a:r>
              <a:rPr sz="2000" spc="-20" dirty="0">
                <a:solidFill>
                  <a:srgbClr val="4D3A2F"/>
                </a:solidFill>
                <a:latin typeface="Calibri" panose="020F0502020204030204" pitchFamily="34" charset="0"/>
                <a:cs typeface="Franklin Gothic Book"/>
              </a:rPr>
              <a:t>Th</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20" dirty="0">
                <a:solidFill>
                  <a:srgbClr val="00B050"/>
                </a:solidFill>
                <a:latin typeface="Calibri" panose="020F0502020204030204" pitchFamily="34" charset="0"/>
                <a:cs typeface="Franklin Gothic Book"/>
              </a:rPr>
              <a:t>p</a:t>
            </a:r>
            <a:r>
              <a:rPr sz="2000" spc="-50" dirty="0">
                <a:solidFill>
                  <a:srgbClr val="00B050"/>
                </a:solidFill>
                <a:latin typeface="Calibri" panose="020F0502020204030204" pitchFamily="34" charset="0"/>
                <a:cs typeface="Franklin Gothic Book"/>
              </a:rPr>
              <a:t>r</a:t>
            </a:r>
            <a:r>
              <a:rPr sz="2000" spc="-20" dirty="0">
                <a:solidFill>
                  <a:srgbClr val="00B050"/>
                </a:solidFill>
                <a:latin typeface="Calibri" panose="020F0502020204030204" pitchFamily="34" charset="0"/>
                <a:cs typeface="Franklin Gothic Book"/>
              </a:rPr>
              <a:t>o</a:t>
            </a:r>
            <a:r>
              <a:rPr sz="2000" spc="-5" dirty="0">
                <a:solidFill>
                  <a:srgbClr val="00B050"/>
                </a:solidFill>
                <a:latin typeface="Calibri" panose="020F0502020204030204" pitchFamily="34" charset="0"/>
                <a:cs typeface="Franklin Gothic Book"/>
              </a:rPr>
              <a:t>ce</a:t>
            </a:r>
            <a:r>
              <a:rPr sz="2000" spc="-20" dirty="0">
                <a:solidFill>
                  <a:srgbClr val="00B050"/>
                </a:solidFill>
                <a:latin typeface="Calibri" panose="020F0502020204030204" pitchFamily="34" charset="0"/>
                <a:cs typeface="Franklin Gothic Book"/>
              </a:rPr>
              <a:t>s</a:t>
            </a:r>
            <a:r>
              <a:rPr sz="2000" spc="-10" dirty="0">
                <a:solidFill>
                  <a:srgbClr val="00B050"/>
                </a:solidFill>
                <a:latin typeface="Calibri" panose="020F0502020204030204" pitchFamily="34" charset="0"/>
                <a:cs typeface="Franklin Gothic Book"/>
              </a:rPr>
              <a:t>s</a:t>
            </a:r>
            <a:r>
              <a:rPr sz="2000" spc="-10" dirty="0">
                <a:solidFill>
                  <a:srgbClr val="4D3A2F"/>
                </a:solidFill>
                <a:latin typeface="Calibri" panose="020F0502020204030204" pitchFamily="34" charset="0"/>
                <a:cs typeface="Franklin Gothic Book"/>
              </a:rPr>
              <a:t> of</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d</a:t>
            </a:r>
            <a:r>
              <a:rPr sz="2000" spc="-50" dirty="0">
                <a:solidFill>
                  <a:srgbClr val="4D3A2F"/>
                </a:solidFill>
                <a:latin typeface="Calibri" panose="020F0502020204030204" pitchFamily="34" charset="0"/>
                <a:cs typeface="Franklin Gothic Book"/>
              </a:rPr>
              <a:t>e</a:t>
            </a:r>
            <a:r>
              <a:rPr sz="2000" spc="-35" dirty="0">
                <a:solidFill>
                  <a:srgbClr val="4D3A2F"/>
                </a:solidFill>
                <a:latin typeface="Calibri" panose="020F0502020204030204" pitchFamily="34" charset="0"/>
                <a:cs typeface="Franklin Gothic Book"/>
              </a:rPr>
              <a:t>v</a:t>
            </a:r>
            <a:r>
              <a:rPr sz="2000" spc="-15" dirty="0">
                <a:solidFill>
                  <a:srgbClr val="4D3A2F"/>
                </a:solidFill>
                <a:latin typeface="Calibri" panose="020F0502020204030204" pitchFamily="34" charset="0"/>
                <a:cs typeface="Franklin Gothic Book"/>
              </a:rPr>
              <a:t>elopin</a:t>
            </a:r>
            <a:r>
              <a:rPr sz="2000" dirty="0">
                <a:solidFill>
                  <a:srgbClr val="4D3A2F"/>
                </a:solidFill>
                <a:latin typeface="Calibri" panose="020F0502020204030204" pitchFamily="34" charset="0"/>
                <a:cs typeface="Franklin Gothic Book"/>
              </a:rPr>
              <a:t>g</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an</a:t>
            </a:r>
            <a:r>
              <a:rPr sz="2000"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a</a:t>
            </a:r>
            <a:r>
              <a:rPr sz="2000" spc="-20" dirty="0">
                <a:solidFill>
                  <a:srgbClr val="4D3A2F"/>
                </a:solidFill>
                <a:latin typeface="Calibri" panose="020F0502020204030204" pitchFamily="34" charset="0"/>
                <a:cs typeface="Franklin Gothic Book"/>
              </a:rPr>
              <a:t>pp</a:t>
            </a:r>
            <a:r>
              <a:rPr sz="2000" spc="-50" dirty="0">
                <a:solidFill>
                  <a:srgbClr val="4D3A2F"/>
                </a:solidFill>
                <a:latin typeface="Calibri" panose="020F0502020204030204" pitchFamily="34" charset="0"/>
                <a:cs typeface="Franklin Gothic Book"/>
              </a:rPr>
              <a:t>r</a:t>
            </a:r>
            <a:r>
              <a:rPr sz="2000" spc="-10" dirty="0">
                <a:solidFill>
                  <a:srgbClr val="4D3A2F"/>
                </a:solidFill>
                <a:latin typeface="Calibri" panose="020F0502020204030204" pitchFamily="34" charset="0"/>
                <a:cs typeface="Franklin Gothic Book"/>
              </a:rPr>
              <a:t>o</a:t>
            </a:r>
            <a:r>
              <a:rPr sz="2000" spc="-5" dirty="0">
                <a:solidFill>
                  <a:srgbClr val="4D3A2F"/>
                </a:solidFill>
                <a:latin typeface="Calibri" panose="020F0502020204030204" pitchFamily="34" charset="0"/>
                <a:cs typeface="Franklin Gothic Book"/>
              </a:rPr>
              <a:t>pr</a:t>
            </a:r>
            <a:r>
              <a:rPr sz="2000" spc="-10" dirty="0">
                <a:solidFill>
                  <a:srgbClr val="4D3A2F"/>
                </a:solidFill>
                <a:latin typeface="Calibri" panose="020F0502020204030204" pitchFamily="34" charset="0"/>
                <a:cs typeface="Franklin Gothic Book"/>
              </a:rPr>
              <a:t>i</a:t>
            </a:r>
            <a:r>
              <a:rPr sz="2000" spc="-15" dirty="0">
                <a:solidFill>
                  <a:srgbClr val="4D3A2F"/>
                </a:solidFill>
                <a:latin typeface="Calibri" panose="020F0502020204030204" pitchFamily="34" charset="0"/>
                <a:cs typeface="Franklin Gothic Book"/>
              </a:rPr>
              <a:t>a</a:t>
            </a:r>
            <a:r>
              <a:rPr sz="2000" spc="-6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a</a:t>
            </a:r>
            <a:r>
              <a:rPr sz="2000" spc="-5" dirty="0">
                <a:solidFill>
                  <a:srgbClr val="4D3A2F"/>
                </a:solidFill>
                <a:latin typeface="Calibri" panose="020F0502020204030204" pitchFamily="34" charset="0"/>
                <a:cs typeface="Franklin Gothic Book"/>
              </a:rPr>
              <a:t>p</a:t>
            </a:r>
            <a:r>
              <a:rPr sz="2000" spc="-10" dirty="0">
                <a:solidFill>
                  <a:srgbClr val="4D3A2F"/>
                </a:solidFill>
                <a:latin typeface="Calibri" panose="020F0502020204030204" pitchFamily="34" charset="0"/>
                <a:cs typeface="Franklin Gothic Book"/>
              </a:rPr>
              <a:t>p</a:t>
            </a:r>
            <a:r>
              <a:rPr sz="2000" spc="-50" dirty="0">
                <a:solidFill>
                  <a:srgbClr val="4D3A2F"/>
                </a:solidFill>
                <a:latin typeface="Calibri" panose="020F0502020204030204" pitchFamily="34" charset="0"/>
                <a:cs typeface="Franklin Gothic Book"/>
              </a:rPr>
              <a:t>r</a:t>
            </a:r>
            <a:r>
              <a:rPr sz="2000" spc="-10" dirty="0">
                <a:solidFill>
                  <a:srgbClr val="4D3A2F"/>
                </a:solidFill>
                <a:latin typeface="Calibri" panose="020F0502020204030204" pitchFamily="34" charset="0"/>
                <a:cs typeface="Franklin Gothic Book"/>
              </a:rPr>
              <a:t>o</a:t>
            </a:r>
            <a:r>
              <a:rPr sz="2000" spc="-15" dirty="0">
                <a:solidFill>
                  <a:srgbClr val="4D3A2F"/>
                </a:solidFill>
                <a:latin typeface="Calibri" panose="020F0502020204030204" pitchFamily="34" charset="0"/>
                <a:cs typeface="Franklin Gothic Book"/>
              </a:rPr>
              <a:t>ach</a:t>
            </a:r>
            <a:r>
              <a:rPr sz="2000" spc="5" dirty="0">
                <a:solidFill>
                  <a:srgbClr val="4D3A2F"/>
                </a:solidFill>
                <a:latin typeface="Calibri" panose="020F0502020204030204" pitchFamily="34" charset="0"/>
                <a:cs typeface="Franklin Gothic Book"/>
              </a:rPr>
              <a:t> </a:t>
            </a:r>
            <a:r>
              <a:rPr sz="2000" spc="-25" dirty="0">
                <a:solidFill>
                  <a:srgbClr val="4D3A2F"/>
                </a:solidFill>
                <a:latin typeface="Calibri" panose="020F0502020204030204" pitchFamily="34" charset="0"/>
                <a:cs typeface="Franklin Gothic Book"/>
              </a:rPr>
              <a:t>a</a:t>
            </a:r>
            <a:r>
              <a:rPr sz="2000" spc="-15" dirty="0">
                <a:solidFill>
                  <a:srgbClr val="4D3A2F"/>
                </a:solidFill>
                <a:latin typeface="Calibri" panose="020F0502020204030204" pitchFamily="34" charset="0"/>
                <a:cs typeface="Franklin Gothic Book"/>
              </a:rPr>
              <a:t>nd</a:t>
            </a:r>
            <a:r>
              <a:rPr sz="2000" spc="5" dirty="0">
                <a:solidFill>
                  <a:srgbClr val="4D3A2F"/>
                </a:solidFill>
                <a:latin typeface="Calibri" panose="020F0502020204030204" pitchFamily="34" charset="0"/>
                <a:cs typeface="Franklin Gothic Book"/>
              </a:rPr>
              <a:t> </a:t>
            </a:r>
            <a:r>
              <a:rPr sz="2000" spc="-5" dirty="0">
                <a:solidFill>
                  <a:srgbClr val="4D3A2F"/>
                </a:solidFill>
                <a:latin typeface="Calibri" panose="020F0502020204030204" pitchFamily="34" charset="0"/>
                <a:cs typeface="Franklin Gothic Book"/>
              </a:rPr>
              <a:t>p</a:t>
            </a:r>
            <a:r>
              <a:rPr sz="2000" spc="-10" dirty="0">
                <a:solidFill>
                  <a:srgbClr val="4D3A2F"/>
                </a:solidFill>
                <a:latin typeface="Calibri" panose="020F0502020204030204" pitchFamily="34" charset="0"/>
                <a:cs typeface="Franklin Gothic Book"/>
              </a:rPr>
              <a:t>l</a:t>
            </a:r>
            <a:r>
              <a:rPr sz="2000" spc="-15" dirty="0">
                <a:solidFill>
                  <a:srgbClr val="4D3A2F"/>
                </a:solidFill>
                <a:latin typeface="Calibri" panose="020F0502020204030204" pitchFamily="34" charset="0"/>
                <a:cs typeface="Franklin Gothic Book"/>
              </a:rPr>
              <a:t>an</a:t>
            </a:r>
            <a:r>
              <a:rPr sz="2000" dirty="0">
                <a:solidFill>
                  <a:srgbClr val="4D3A2F"/>
                </a:solidFill>
                <a:latin typeface="Calibri" panose="020F0502020204030204" pitchFamily="34" charset="0"/>
                <a:cs typeface="Franklin Gothic Book"/>
              </a:rPr>
              <a:t> </a:t>
            </a:r>
            <a:r>
              <a:rPr sz="2000" spc="-50" dirty="0">
                <a:solidFill>
                  <a:srgbClr val="4D3A2F"/>
                </a:solidFill>
                <a:latin typeface="Calibri" panose="020F0502020204030204" pitchFamily="34" charset="0"/>
                <a:cs typeface="Franklin Gothic Book"/>
              </a:rPr>
              <a:t>f</a:t>
            </a:r>
            <a:r>
              <a:rPr sz="2000" spc="-20" dirty="0">
                <a:solidFill>
                  <a:srgbClr val="4D3A2F"/>
                </a:solidFill>
                <a:latin typeface="Calibri" panose="020F0502020204030204" pitchFamily="34" charset="0"/>
                <a:cs typeface="Franklin Gothic Book"/>
              </a:rPr>
              <a:t>o</a:t>
            </a:r>
            <a:r>
              <a:rPr sz="2000" spc="-10" dirty="0">
                <a:solidFill>
                  <a:srgbClr val="4D3A2F"/>
                </a:solidFill>
                <a:latin typeface="Calibri" panose="020F0502020204030204" pitchFamily="34" charset="0"/>
                <a:cs typeface="Franklin Gothic Book"/>
              </a:rPr>
              <a:t>r</a:t>
            </a:r>
            <a:r>
              <a:rPr sz="2000" spc="5" dirty="0">
                <a:solidFill>
                  <a:srgbClr val="4D3A2F"/>
                </a:solidFill>
                <a:latin typeface="Calibri" panose="020F0502020204030204" pitchFamily="34" charset="0"/>
                <a:cs typeface="Franklin Gothic Book"/>
              </a:rPr>
              <a:t> </a:t>
            </a:r>
            <a:r>
              <a:rPr sz="2000" spc="-10" dirty="0">
                <a:solidFill>
                  <a:srgbClr val="00B050"/>
                </a:solidFill>
                <a:latin typeface="Calibri" panose="020F0502020204030204" pitchFamily="34" charset="0"/>
                <a:cs typeface="Franklin Gothic Book"/>
              </a:rPr>
              <a:t>p</a:t>
            </a:r>
            <a:r>
              <a:rPr sz="2000" spc="-40" dirty="0">
                <a:solidFill>
                  <a:srgbClr val="00B050"/>
                </a:solidFill>
                <a:latin typeface="Calibri" panose="020F0502020204030204" pitchFamily="34" charset="0"/>
                <a:cs typeface="Franklin Gothic Book"/>
              </a:rPr>
              <a:t>r</a:t>
            </a:r>
            <a:r>
              <a:rPr sz="2000" spc="-15" dirty="0">
                <a:solidFill>
                  <a:srgbClr val="00B050"/>
                </a:solidFill>
                <a:latin typeface="Calibri" panose="020F0502020204030204" pitchFamily="34" charset="0"/>
                <a:cs typeface="Franklin Gothic Book"/>
              </a:rPr>
              <a:t>oje</a:t>
            </a:r>
            <a:r>
              <a:rPr sz="2000" spc="-5" dirty="0">
                <a:solidFill>
                  <a:srgbClr val="00B050"/>
                </a:solidFill>
                <a:latin typeface="Calibri" panose="020F0502020204030204" pitchFamily="34" charset="0"/>
                <a:cs typeface="Franklin Gothic Book"/>
              </a:rPr>
              <a:t>c</a:t>
            </a:r>
            <a:r>
              <a:rPr sz="2000" spc="-10" dirty="0">
                <a:solidFill>
                  <a:srgbClr val="00B050"/>
                </a:solidFill>
                <a:latin typeface="Calibri" panose="020F0502020204030204" pitchFamily="34" charset="0"/>
                <a:cs typeface="Franklin Gothic Book"/>
              </a:rPr>
              <a:t>t</a:t>
            </a:r>
            <a:r>
              <a:rPr sz="2000" spc="-5" dirty="0">
                <a:solidFill>
                  <a:srgbClr val="00B050"/>
                </a:solidFill>
                <a:latin typeface="Calibri" panose="020F0502020204030204" pitchFamily="34" charset="0"/>
                <a:cs typeface="Franklin Gothic Book"/>
              </a:rPr>
              <a:t> </a:t>
            </a:r>
            <a:r>
              <a:rPr sz="2000" spc="-15" dirty="0">
                <a:solidFill>
                  <a:srgbClr val="00B050"/>
                </a:solidFill>
                <a:latin typeface="Calibri" panose="020F0502020204030204" pitchFamily="34" charset="0"/>
                <a:cs typeface="Franklin Gothic Book"/>
              </a:rPr>
              <a:t>c</a:t>
            </a:r>
            <a:r>
              <a:rPr sz="2000" spc="-10" dirty="0">
                <a:solidFill>
                  <a:srgbClr val="00B050"/>
                </a:solidFill>
                <a:latin typeface="Calibri" panose="020F0502020204030204" pitchFamily="34" charset="0"/>
                <a:cs typeface="Franklin Gothic Book"/>
              </a:rPr>
              <a:t>o</a:t>
            </a:r>
            <a:r>
              <a:rPr sz="2000" spc="-20" dirty="0">
                <a:solidFill>
                  <a:srgbClr val="00B050"/>
                </a:solidFill>
                <a:latin typeface="Calibri" panose="020F0502020204030204" pitchFamily="34" charset="0"/>
                <a:cs typeface="Franklin Gothic Book"/>
              </a:rPr>
              <a:t>mmu</a:t>
            </a:r>
            <a:r>
              <a:rPr sz="2000" spc="-15" dirty="0">
                <a:solidFill>
                  <a:srgbClr val="00B050"/>
                </a:solidFill>
                <a:latin typeface="Calibri" panose="020F0502020204030204" pitchFamily="34" charset="0"/>
                <a:cs typeface="Franklin Gothic Book"/>
              </a:rPr>
              <a:t>n</a:t>
            </a:r>
            <a:r>
              <a:rPr sz="2000" spc="-5" dirty="0">
                <a:solidFill>
                  <a:srgbClr val="00B050"/>
                </a:solidFill>
                <a:latin typeface="Calibri" panose="020F0502020204030204" pitchFamily="34" charset="0"/>
                <a:cs typeface="Franklin Gothic Book"/>
              </a:rPr>
              <a:t>i</a:t>
            </a:r>
            <a:r>
              <a:rPr sz="2000" spc="5" dirty="0">
                <a:solidFill>
                  <a:srgbClr val="00B050"/>
                </a:solidFill>
                <a:latin typeface="Calibri" panose="020F0502020204030204" pitchFamily="34" charset="0"/>
                <a:cs typeface="Franklin Gothic Book"/>
              </a:rPr>
              <a:t>c</a:t>
            </a:r>
            <a:r>
              <a:rPr sz="2000" spc="-25" dirty="0">
                <a:solidFill>
                  <a:srgbClr val="00B050"/>
                </a:solidFill>
                <a:latin typeface="Calibri" panose="020F0502020204030204" pitchFamily="34" charset="0"/>
                <a:cs typeface="Franklin Gothic Book"/>
              </a:rPr>
              <a:t>a</a:t>
            </a:r>
            <a:r>
              <a:rPr sz="2000" spc="-10" dirty="0">
                <a:solidFill>
                  <a:srgbClr val="00B050"/>
                </a:solidFill>
                <a:latin typeface="Calibri" panose="020F0502020204030204" pitchFamily="34" charset="0"/>
                <a:cs typeface="Franklin Gothic Book"/>
              </a:rPr>
              <a:t>ti</a:t>
            </a:r>
            <a:r>
              <a:rPr sz="2000" spc="-20" dirty="0">
                <a:solidFill>
                  <a:srgbClr val="00B050"/>
                </a:solidFill>
                <a:latin typeface="Calibri" panose="020F0502020204030204" pitchFamily="34" charset="0"/>
                <a:cs typeface="Franklin Gothic Book"/>
              </a:rPr>
              <a:t>o</a:t>
            </a:r>
            <a:r>
              <a:rPr sz="2000" spc="-15" dirty="0">
                <a:solidFill>
                  <a:srgbClr val="00B050"/>
                </a:solidFill>
                <a:latin typeface="Calibri" panose="020F0502020204030204" pitchFamily="34" charset="0"/>
                <a:cs typeface="Franklin Gothic Book"/>
              </a:rPr>
              <a:t>n</a:t>
            </a:r>
            <a:r>
              <a:rPr sz="2000" spc="10" dirty="0">
                <a:solidFill>
                  <a:srgbClr val="00B050"/>
                </a:solidFill>
                <a:latin typeface="Calibri" panose="020F0502020204030204" pitchFamily="34" charset="0"/>
                <a:cs typeface="Franklin Gothic Book"/>
              </a:rPr>
              <a:t> </a:t>
            </a:r>
            <a:r>
              <a:rPr sz="2000" dirty="0">
                <a:solidFill>
                  <a:srgbClr val="4D3A2F"/>
                </a:solidFill>
                <a:latin typeface="Calibri" panose="020F0502020204030204" pitchFamily="34" charset="0"/>
                <a:cs typeface="Franklin Gothic Book"/>
              </a:rPr>
              <a:t>b</a:t>
            </a:r>
            <a:r>
              <a:rPr sz="2000" spc="-25" dirty="0">
                <a:solidFill>
                  <a:srgbClr val="4D3A2F"/>
                </a:solidFill>
                <a:latin typeface="Calibri" panose="020F0502020204030204" pitchFamily="34" charset="0"/>
                <a:cs typeface="Franklin Gothic Book"/>
              </a:rPr>
              <a:t>a</a:t>
            </a:r>
            <a:r>
              <a:rPr sz="2000" spc="-10" dirty="0">
                <a:solidFill>
                  <a:srgbClr val="4D3A2F"/>
                </a:solidFill>
                <a:latin typeface="Calibri" panose="020F0502020204030204" pitchFamily="34" charset="0"/>
                <a:cs typeface="Franklin Gothic Book"/>
              </a:rPr>
              <a:t>se</a:t>
            </a:r>
            <a:r>
              <a:rPr sz="2000" spc="-15" dirty="0">
                <a:solidFill>
                  <a:srgbClr val="4D3A2F"/>
                </a:solidFill>
                <a:latin typeface="Calibri" panose="020F0502020204030204" pitchFamily="34" charset="0"/>
                <a:cs typeface="Franklin Gothic Book"/>
              </a:rPr>
              <a:t>d</a:t>
            </a:r>
            <a:r>
              <a:rPr sz="2000"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o</a:t>
            </a:r>
            <a:r>
              <a:rPr sz="2000" spc="-15" dirty="0">
                <a:solidFill>
                  <a:srgbClr val="4D3A2F"/>
                </a:solidFill>
                <a:latin typeface="Calibri" panose="020F0502020204030204" pitchFamily="34" charset="0"/>
                <a:cs typeface="Franklin Gothic Book"/>
              </a:rPr>
              <a:t>n</a:t>
            </a:r>
            <a:r>
              <a:rPr sz="2000" spc="10" dirty="0">
                <a:solidFill>
                  <a:srgbClr val="4D3A2F"/>
                </a:solidFill>
                <a:latin typeface="Calibri" panose="020F0502020204030204" pitchFamily="34" charset="0"/>
                <a:cs typeface="Franklin Gothic Book"/>
              </a:rPr>
              <a:t> </a:t>
            </a:r>
            <a:r>
              <a:rPr sz="2000" spc="-30" dirty="0">
                <a:solidFill>
                  <a:srgbClr val="4D3A2F"/>
                </a:solidFill>
                <a:latin typeface="Calibri" panose="020F0502020204030204" pitchFamily="34" charset="0"/>
                <a:cs typeface="Franklin Gothic Book"/>
              </a:rPr>
              <a:t>y</a:t>
            </a:r>
            <a:r>
              <a:rPr sz="2000" spc="-10" dirty="0">
                <a:solidFill>
                  <a:srgbClr val="4D3A2F"/>
                </a:solidFill>
                <a:latin typeface="Calibri" panose="020F0502020204030204" pitchFamily="34" charset="0"/>
                <a:cs typeface="Franklin Gothic Book"/>
              </a:rPr>
              <a:t>o</a:t>
            </a:r>
            <a:r>
              <a:rPr sz="2000" spc="-20" dirty="0">
                <a:solidFill>
                  <a:srgbClr val="4D3A2F"/>
                </a:solidFill>
                <a:latin typeface="Calibri" panose="020F0502020204030204" pitchFamily="34" charset="0"/>
                <a:cs typeface="Franklin Gothic Book"/>
              </a:rPr>
              <a:t>u</a:t>
            </a:r>
            <a:r>
              <a:rPr sz="2000" spc="-10" dirty="0">
                <a:solidFill>
                  <a:srgbClr val="4D3A2F"/>
                </a:solidFill>
                <a:latin typeface="Calibri" panose="020F0502020204030204" pitchFamily="34" charset="0"/>
                <a:cs typeface="Franklin Gothic Book"/>
              </a:rPr>
              <a:t>r</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s</a:t>
            </a:r>
            <a:r>
              <a:rPr sz="2000" spc="-10" dirty="0">
                <a:solidFill>
                  <a:srgbClr val="4D3A2F"/>
                </a:solidFill>
                <a:latin typeface="Calibri" panose="020F0502020204030204" pitchFamily="34" charset="0"/>
                <a:cs typeface="Franklin Gothic Book"/>
              </a:rPr>
              <a:t>t</a:t>
            </a:r>
            <a:r>
              <a:rPr sz="2000" spc="-25" dirty="0">
                <a:solidFill>
                  <a:srgbClr val="4D3A2F"/>
                </a:solidFill>
                <a:latin typeface="Calibri" panose="020F0502020204030204" pitchFamily="34" charset="0"/>
                <a:cs typeface="Franklin Gothic Book"/>
              </a:rPr>
              <a:t>a</a:t>
            </a:r>
            <a:r>
              <a:rPr sz="2000" spc="-55" dirty="0">
                <a:solidFill>
                  <a:srgbClr val="4D3A2F"/>
                </a:solidFill>
                <a:latin typeface="Calibri" panose="020F0502020204030204" pitchFamily="34" charset="0"/>
                <a:cs typeface="Franklin Gothic Book"/>
              </a:rPr>
              <a:t>k</a:t>
            </a:r>
            <a:r>
              <a:rPr sz="2000" spc="-10" dirty="0">
                <a:solidFill>
                  <a:srgbClr val="4D3A2F"/>
                </a:solidFill>
                <a:latin typeface="Calibri" panose="020F0502020204030204" pitchFamily="34" charset="0"/>
                <a:cs typeface="Franklin Gothic Book"/>
              </a:rPr>
              <a:t>ehol</a:t>
            </a:r>
            <a:r>
              <a:rPr sz="2000" spc="-15" dirty="0">
                <a:solidFill>
                  <a:srgbClr val="4D3A2F"/>
                </a:solidFill>
                <a:latin typeface="Calibri" panose="020F0502020204030204" pitchFamily="34" charset="0"/>
                <a:cs typeface="Franklin Gothic Book"/>
              </a:rPr>
              <a:t>der'</a:t>
            </a:r>
            <a:r>
              <a:rPr sz="2000" spc="-10" dirty="0">
                <a:solidFill>
                  <a:srgbClr val="4D3A2F"/>
                </a:solidFill>
                <a:latin typeface="Calibri" panose="020F0502020204030204" pitchFamily="34" charset="0"/>
                <a:cs typeface="Franklin Gothic Book"/>
              </a:rPr>
              <a:t>s</a:t>
            </a:r>
            <a:r>
              <a:rPr sz="2000" dirty="0">
                <a:solidFill>
                  <a:srgbClr val="4D3A2F"/>
                </a:solidFill>
                <a:latin typeface="Calibri" panose="020F0502020204030204" pitchFamily="34" charset="0"/>
                <a:cs typeface="Franklin Gothic Book"/>
              </a:rPr>
              <a:t> </a:t>
            </a:r>
            <a:r>
              <a:rPr sz="2000" spc="-5" dirty="0">
                <a:solidFill>
                  <a:srgbClr val="4D3A2F"/>
                </a:solidFill>
                <a:latin typeface="Calibri" panose="020F0502020204030204" pitchFamily="34" charset="0"/>
                <a:cs typeface="Franklin Gothic Book"/>
              </a:rPr>
              <a:t>i</a:t>
            </a:r>
            <a:r>
              <a:rPr sz="2000" dirty="0">
                <a:solidFill>
                  <a:srgbClr val="4D3A2F"/>
                </a:solidFill>
                <a:latin typeface="Calibri" panose="020F0502020204030204" pitchFamily="34" charset="0"/>
                <a:cs typeface="Franklin Gothic Book"/>
              </a:rPr>
              <a:t>n</a:t>
            </a:r>
            <a:r>
              <a:rPr sz="2000" spc="-60" dirty="0">
                <a:solidFill>
                  <a:srgbClr val="4D3A2F"/>
                </a:solidFill>
                <a:latin typeface="Calibri" panose="020F0502020204030204" pitchFamily="34" charset="0"/>
                <a:cs typeface="Franklin Gothic Book"/>
              </a:rPr>
              <a:t>f</a:t>
            </a:r>
            <a:r>
              <a:rPr sz="2000" spc="-15" dirty="0">
                <a:solidFill>
                  <a:srgbClr val="4D3A2F"/>
                </a:solidFill>
                <a:latin typeface="Calibri" panose="020F0502020204030204" pitchFamily="34" charset="0"/>
                <a:cs typeface="Franklin Gothic Book"/>
              </a:rPr>
              <a:t>or</a:t>
            </a:r>
            <a:r>
              <a:rPr sz="2000" spc="-10" dirty="0">
                <a:solidFill>
                  <a:srgbClr val="4D3A2F"/>
                </a:solidFill>
                <a:latin typeface="Calibri" panose="020F0502020204030204" pitchFamily="34" charset="0"/>
                <a:cs typeface="Franklin Gothic Book"/>
              </a:rPr>
              <a:t>m</a:t>
            </a:r>
            <a:r>
              <a:rPr sz="2000" spc="-20" dirty="0">
                <a:solidFill>
                  <a:srgbClr val="4D3A2F"/>
                </a:solidFill>
                <a:latin typeface="Calibri" panose="020F0502020204030204" pitchFamily="34" charset="0"/>
                <a:cs typeface="Franklin Gothic Book"/>
              </a:rPr>
              <a:t>at</a:t>
            </a:r>
            <a:r>
              <a:rPr sz="2000" spc="-5" dirty="0">
                <a:solidFill>
                  <a:srgbClr val="4D3A2F"/>
                </a:solidFill>
                <a:latin typeface="Calibri" panose="020F0502020204030204" pitchFamily="34" charset="0"/>
                <a:cs typeface="Franklin Gothic Book"/>
              </a:rPr>
              <a:t>io</a:t>
            </a:r>
            <a:r>
              <a:rPr sz="2000" dirty="0">
                <a:solidFill>
                  <a:srgbClr val="4D3A2F"/>
                </a:solidFill>
                <a:latin typeface="Calibri" panose="020F0502020204030204" pitchFamily="34" charset="0"/>
                <a:cs typeface="Franklin Gothic Book"/>
              </a:rPr>
              <a:t>n</a:t>
            </a:r>
            <a:r>
              <a:rPr sz="2000" spc="10"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n</a:t>
            </a:r>
            <a:r>
              <a:rPr sz="2000" spc="-10" dirty="0">
                <a:solidFill>
                  <a:srgbClr val="4D3A2F"/>
                </a:solidFill>
                <a:latin typeface="Calibri" panose="020F0502020204030204" pitchFamily="34" charset="0"/>
                <a:cs typeface="Franklin Gothic Book"/>
              </a:rPr>
              <a:t>e</a:t>
            </a:r>
            <a:r>
              <a:rPr sz="2000" spc="-20" dirty="0">
                <a:solidFill>
                  <a:srgbClr val="4D3A2F"/>
                </a:solidFill>
                <a:latin typeface="Calibri" panose="020F0502020204030204" pitchFamily="34" charset="0"/>
                <a:cs typeface="Franklin Gothic Book"/>
              </a:rPr>
              <a:t>e</a:t>
            </a:r>
            <a:r>
              <a:rPr sz="2000" spc="-10" dirty="0">
                <a:solidFill>
                  <a:srgbClr val="4D3A2F"/>
                </a:solidFill>
                <a:latin typeface="Calibri" panose="020F0502020204030204" pitchFamily="34" charset="0"/>
                <a:cs typeface="Franklin Gothic Book"/>
              </a:rPr>
              <a:t>ds</a:t>
            </a:r>
            <a:r>
              <a:rPr sz="2000" dirty="0">
                <a:solidFill>
                  <a:srgbClr val="4D3A2F"/>
                </a:solidFill>
                <a:latin typeface="Calibri" panose="020F0502020204030204" pitchFamily="34" charset="0"/>
                <a:cs typeface="Franklin Gothic Book"/>
              </a:rPr>
              <a:t> </a:t>
            </a:r>
            <a:r>
              <a:rPr sz="2000" spc="-25" dirty="0">
                <a:solidFill>
                  <a:srgbClr val="4D3A2F"/>
                </a:solidFill>
                <a:latin typeface="Calibri" panose="020F0502020204030204" pitchFamily="34" charset="0"/>
                <a:cs typeface="Franklin Gothic Book"/>
              </a:rPr>
              <a:t>a</a:t>
            </a:r>
            <a:r>
              <a:rPr sz="2000" spc="-5" dirty="0">
                <a:solidFill>
                  <a:srgbClr val="4D3A2F"/>
                </a:solidFill>
                <a:latin typeface="Calibri" panose="020F0502020204030204" pitchFamily="34" charset="0"/>
                <a:cs typeface="Franklin Gothic Book"/>
              </a:rPr>
              <a:t>n</a:t>
            </a:r>
            <a:r>
              <a:rPr sz="2000" spc="-15" dirty="0">
                <a:solidFill>
                  <a:srgbClr val="4D3A2F"/>
                </a:solidFill>
                <a:latin typeface="Calibri" panose="020F0502020204030204" pitchFamily="34" charset="0"/>
                <a:cs typeface="Franklin Gothic Book"/>
              </a:rPr>
              <a:t>d</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re</a:t>
            </a:r>
            <a:r>
              <a:rPr sz="2000" spc="-50" dirty="0">
                <a:solidFill>
                  <a:srgbClr val="4D3A2F"/>
                </a:solidFill>
                <a:latin typeface="Calibri" panose="020F0502020204030204" pitchFamily="34" charset="0"/>
                <a:cs typeface="Franklin Gothic Book"/>
              </a:rPr>
              <a:t>q</a:t>
            </a:r>
            <a:r>
              <a:rPr sz="2000" spc="-15" dirty="0">
                <a:solidFill>
                  <a:srgbClr val="4D3A2F"/>
                </a:solidFill>
                <a:latin typeface="Calibri" panose="020F0502020204030204" pitchFamily="34" charset="0"/>
                <a:cs typeface="Franklin Gothic Book"/>
              </a:rPr>
              <a:t>uirem</a:t>
            </a:r>
            <a:r>
              <a:rPr sz="2000" spc="-20"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n</a:t>
            </a:r>
            <a:r>
              <a:rPr sz="2000" spc="-20" dirty="0">
                <a:solidFill>
                  <a:srgbClr val="4D3A2F"/>
                </a:solidFill>
                <a:latin typeface="Calibri" panose="020F0502020204030204" pitchFamily="34" charset="0"/>
                <a:cs typeface="Franklin Gothic Book"/>
              </a:rPr>
              <a:t>ts</a:t>
            </a:r>
            <a:r>
              <a:rPr sz="2000" dirty="0">
                <a:solidFill>
                  <a:srgbClr val="4D3A2F"/>
                </a:solidFill>
                <a:latin typeface="Calibri" panose="020F0502020204030204" pitchFamily="34" charset="0"/>
                <a:cs typeface="Franklin Gothic Book"/>
              </a:rPr>
              <a:t>.</a:t>
            </a:r>
            <a:endParaRPr sz="2000" dirty="0">
              <a:solidFill>
                <a:prstClr val="black"/>
              </a:solidFill>
              <a:latin typeface="Calibri" panose="020F0502020204030204" pitchFamily="34" charset="0"/>
              <a:cs typeface="Franklin Gothic Book"/>
            </a:endParaRPr>
          </a:p>
        </p:txBody>
      </p:sp>
      <p:sp>
        <p:nvSpPr>
          <p:cNvPr id="6" name="object 6"/>
          <p:cNvSpPr txBox="1"/>
          <p:nvPr/>
        </p:nvSpPr>
        <p:spPr>
          <a:xfrm>
            <a:off x="698456" y="2172017"/>
            <a:ext cx="4287520" cy="315595"/>
          </a:xfrm>
          <a:prstGeom prst="rect">
            <a:avLst/>
          </a:prstGeom>
        </p:spPr>
        <p:txBody>
          <a:bodyPr vert="horz" wrap="square" lIns="0" tIns="0" rIns="0" bIns="0" rtlCol="0">
            <a:spAutoFit/>
          </a:bodyPr>
          <a:lstStyle/>
          <a:p>
            <a:pPr marL="12700" fontAlgn="auto">
              <a:spcBef>
                <a:spcPts val="0"/>
              </a:spcBef>
              <a:spcAft>
                <a:spcPts val="0"/>
              </a:spcAft>
            </a:pPr>
            <a:r>
              <a:rPr sz="2000" spc="-135" dirty="0">
                <a:solidFill>
                  <a:srgbClr val="4D3A2F"/>
                </a:solidFill>
                <a:latin typeface="Calibri" panose="020F0502020204030204" pitchFamily="34" charset="0"/>
                <a:cs typeface="Franklin Gothic Book"/>
              </a:rPr>
              <a:t>T</a:t>
            </a:r>
            <a:r>
              <a:rPr sz="2000" spc="-10" dirty="0">
                <a:solidFill>
                  <a:srgbClr val="4D3A2F"/>
                </a:solidFill>
                <a:latin typeface="Calibri" panose="020F0502020204030204" pitchFamily="34" charset="0"/>
                <a:cs typeface="Franklin Gothic Book"/>
              </a:rPr>
              <a:t>y</a:t>
            </a:r>
            <a:r>
              <a:rPr sz="2000" spc="-5" dirty="0">
                <a:solidFill>
                  <a:srgbClr val="4D3A2F"/>
                </a:solidFill>
                <a:latin typeface="Calibri" panose="020F0502020204030204" pitchFamily="34" charset="0"/>
                <a:cs typeface="Franklin Gothic Book"/>
              </a:rPr>
              <a:t>pi</a:t>
            </a:r>
            <a:r>
              <a:rPr sz="2000" spc="5" dirty="0">
                <a:solidFill>
                  <a:srgbClr val="4D3A2F"/>
                </a:solidFill>
                <a:latin typeface="Calibri" panose="020F0502020204030204" pitchFamily="34" charset="0"/>
                <a:cs typeface="Franklin Gothic Book"/>
              </a:rPr>
              <a:t>c</a:t>
            </a:r>
            <a:r>
              <a:rPr sz="2000" spc="-25" dirty="0">
                <a:solidFill>
                  <a:srgbClr val="4D3A2F"/>
                </a:solidFill>
                <a:latin typeface="Calibri" panose="020F0502020204030204" pitchFamily="34" charset="0"/>
                <a:cs typeface="Franklin Gothic Book"/>
              </a:rPr>
              <a:t>a</a:t>
            </a:r>
            <a:r>
              <a:rPr sz="2000" spc="-5" dirty="0">
                <a:solidFill>
                  <a:srgbClr val="4D3A2F"/>
                </a:solidFill>
                <a:latin typeface="Calibri" panose="020F0502020204030204" pitchFamily="34" charset="0"/>
                <a:cs typeface="Franklin Gothic Book"/>
              </a:rPr>
              <a:t>l </a:t>
            </a:r>
            <a:r>
              <a:rPr sz="2000" spc="-10" dirty="0">
                <a:solidFill>
                  <a:srgbClr val="4D3A2F"/>
                </a:solidFill>
                <a:latin typeface="Calibri" panose="020F0502020204030204" pitchFamily="34" charset="0"/>
                <a:cs typeface="Franklin Gothic Book"/>
              </a:rPr>
              <a:t>e</a:t>
            </a:r>
            <a:r>
              <a:rPr sz="2000" spc="-15" dirty="0">
                <a:solidFill>
                  <a:srgbClr val="4D3A2F"/>
                </a:solidFill>
                <a:latin typeface="Calibri" panose="020F0502020204030204" pitchFamily="34" charset="0"/>
                <a:cs typeface="Franklin Gothic Book"/>
              </a:rPr>
              <a:t>l</a:t>
            </a:r>
            <a:r>
              <a:rPr sz="2000" spc="-10" dirty="0">
                <a:solidFill>
                  <a:srgbClr val="4D3A2F"/>
                </a:solidFill>
                <a:latin typeface="Calibri" panose="020F0502020204030204" pitchFamily="34" charset="0"/>
                <a:cs typeface="Franklin Gothic Book"/>
              </a:rPr>
              <a:t>e</a:t>
            </a:r>
            <a:r>
              <a:rPr sz="2000" spc="-20" dirty="0">
                <a:solidFill>
                  <a:srgbClr val="4D3A2F"/>
                </a:solidFill>
                <a:latin typeface="Calibri" panose="020F0502020204030204" pitchFamily="34" charset="0"/>
                <a:cs typeface="Franklin Gothic Book"/>
              </a:rPr>
              <a:t>me</a:t>
            </a:r>
            <a:r>
              <a:rPr sz="2000" spc="-10" dirty="0">
                <a:solidFill>
                  <a:srgbClr val="4D3A2F"/>
                </a:solidFill>
                <a:latin typeface="Calibri" panose="020F0502020204030204" pitchFamily="34" charset="0"/>
                <a:cs typeface="Franklin Gothic Book"/>
              </a:rPr>
              <a:t>nts of</a:t>
            </a:r>
            <a:r>
              <a:rPr sz="2000" spc="-5" dirty="0">
                <a:solidFill>
                  <a:srgbClr val="4D3A2F"/>
                </a:solidFill>
                <a:latin typeface="Calibri" panose="020F0502020204030204" pitchFamily="34" charset="0"/>
                <a:cs typeface="Franklin Gothic Book"/>
              </a:rPr>
              <a:t> </a:t>
            </a:r>
            <a:r>
              <a:rPr sz="2000" spc="-10" dirty="0">
                <a:solidFill>
                  <a:srgbClr val="4D3A2F"/>
                </a:solidFill>
                <a:latin typeface="Calibri" panose="020F0502020204030204" pitchFamily="34" charset="0"/>
                <a:cs typeface="Franklin Gothic Book"/>
              </a:rPr>
              <a:t>t</a:t>
            </a:r>
            <a:r>
              <a:rPr sz="2000" spc="-20" dirty="0">
                <a:solidFill>
                  <a:srgbClr val="4D3A2F"/>
                </a:solidFill>
                <a:latin typeface="Calibri" panose="020F0502020204030204" pitchFamily="34" charset="0"/>
                <a:cs typeface="Franklin Gothic Book"/>
              </a:rPr>
              <a:t>h</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5" dirty="0">
                <a:solidFill>
                  <a:srgbClr val="4D3A2F"/>
                </a:solidFill>
                <a:latin typeface="Calibri" panose="020F0502020204030204" pitchFamily="34" charset="0"/>
                <a:cs typeface="Franklin Gothic Book"/>
              </a:rPr>
              <a:t>w</a:t>
            </a:r>
            <a:r>
              <a:rPr sz="2000" spc="-20" dirty="0">
                <a:solidFill>
                  <a:srgbClr val="4D3A2F"/>
                </a:solidFill>
                <a:latin typeface="Calibri" panose="020F0502020204030204" pitchFamily="34" charset="0"/>
                <a:cs typeface="Franklin Gothic Book"/>
              </a:rPr>
              <a:t>r</a:t>
            </a:r>
            <a:r>
              <a:rPr sz="2000" spc="-5" dirty="0">
                <a:solidFill>
                  <a:srgbClr val="4D3A2F"/>
                </a:solidFill>
                <a:latin typeface="Calibri" panose="020F0502020204030204" pitchFamily="34" charset="0"/>
                <a:cs typeface="Franklin Gothic Book"/>
              </a:rPr>
              <a:t>i</a:t>
            </a:r>
            <a:r>
              <a:rPr sz="2000" spc="-10" dirty="0">
                <a:solidFill>
                  <a:srgbClr val="4D3A2F"/>
                </a:solidFill>
                <a:latin typeface="Calibri" panose="020F0502020204030204" pitchFamily="34" charset="0"/>
                <a:cs typeface="Franklin Gothic Book"/>
              </a:rPr>
              <a:t>t</a:t>
            </a:r>
            <a:r>
              <a:rPr sz="2000" spc="-50" dirty="0">
                <a:solidFill>
                  <a:srgbClr val="4D3A2F"/>
                </a:solidFill>
                <a:latin typeface="Calibri" panose="020F0502020204030204" pitchFamily="34" charset="0"/>
                <a:cs typeface="Franklin Gothic Book"/>
              </a:rPr>
              <a:t>t</a:t>
            </a:r>
            <a:r>
              <a:rPr sz="2000" spc="-20" dirty="0">
                <a:solidFill>
                  <a:srgbClr val="4D3A2F"/>
                </a:solidFill>
                <a:latin typeface="Calibri" panose="020F0502020204030204" pitchFamily="34" charset="0"/>
                <a:cs typeface="Franklin Gothic Book"/>
              </a:rPr>
              <a:t>e</a:t>
            </a:r>
            <a:r>
              <a:rPr sz="2000" spc="-15" dirty="0">
                <a:solidFill>
                  <a:srgbClr val="4D3A2F"/>
                </a:solidFill>
                <a:latin typeface="Calibri" panose="020F0502020204030204" pitchFamily="34" charset="0"/>
                <a:cs typeface="Franklin Gothic Book"/>
              </a:rPr>
              <a:t>n</a:t>
            </a:r>
            <a:r>
              <a:rPr sz="2000" spc="10" dirty="0">
                <a:solidFill>
                  <a:srgbClr val="4D3A2F"/>
                </a:solidFill>
                <a:latin typeface="Calibri" panose="020F0502020204030204" pitchFamily="34" charset="0"/>
                <a:cs typeface="Franklin Gothic Book"/>
              </a:rPr>
              <a:t> </a:t>
            </a:r>
            <a:r>
              <a:rPr sz="2000" spc="-10" dirty="0">
                <a:solidFill>
                  <a:srgbClr val="4D3A2F"/>
                </a:solidFill>
                <a:latin typeface="Calibri" panose="020F0502020204030204" pitchFamily="34" charset="0"/>
                <a:cs typeface="Franklin Gothic Book"/>
              </a:rPr>
              <a:t>pl</a:t>
            </a:r>
            <a:r>
              <a:rPr sz="2000" spc="-15" dirty="0">
                <a:solidFill>
                  <a:srgbClr val="4D3A2F"/>
                </a:solidFill>
                <a:latin typeface="Calibri" panose="020F0502020204030204" pitchFamily="34" charset="0"/>
                <a:cs typeface="Franklin Gothic Book"/>
              </a:rPr>
              <a:t>an</a:t>
            </a:r>
            <a:r>
              <a:rPr sz="2000"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ar</a:t>
            </a:r>
            <a:r>
              <a:rPr sz="2000" spc="-10" dirty="0">
                <a:solidFill>
                  <a:srgbClr val="4D3A2F"/>
                </a:solidFill>
                <a:latin typeface="Calibri" panose="020F0502020204030204" pitchFamily="34" charset="0"/>
                <a:cs typeface="Franklin Gothic Book"/>
              </a:rPr>
              <a:t>e</a:t>
            </a:r>
            <a:r>
              <a:rPr sz="2000" dirty="0">
                <a:solidFill>
                  <a:srgbClr val="4D3A2F"/>
                </a:solidFill>
                <a:latin typeface="Calibri" panose="020F0502020204030204" pitchFamily="34" charset="0"/>
                <a:cs typeface="Franklin Gothic Book"/>
              </a:rPr>
              <a:t>:</a:t>
            </a:r>
            <a:endParaRPr sz="2000" dirty="0">
              <a:solidFill>
                <a:prstClr val="black"/>
              </a:solidFill>
              <a:latin typeface="Calibri" panose="020F0502020204030204" pitchFamily="34" charset="0"/>
              <a:cs typeface="Franklin Gothic Book"/>
            </a:endParaRPr>
          </a:p>
        </p:txBody>
      </p:sp>
      <p:sp>
        <p:nvSpPr>
          <p:cNvPr id="8" name="object 8"/>
          <p:cNvSpPr txBox="1"/>
          <p:nvPr/>
        </p:nvSpPr>
        <p:spPr>
          <a:xfrm>
            <a:off x="1125219" y="2609691"/>
            <a:ext cx="7047231" cy="1938992"/>
          </a:xfrm>
          <a:prstGeom prst="rect">
            <a:avLst/>
          </a:prstGeom>
        </p:spPr>
        <p:txBody>
          <a:bodyPr vert="horz" wrap="square" lIns="0" tIns="0" rIns="0" bIns="0" rtlCol="0">
            <a:spAutoFit/>
          </a:bodyPr>
          <a:lstStyle/>
          <a:p>
            <a:pPr marL="298450" marR="614045" indent="-285750" fontAlgn="auto">
              <a:spcBef>
                <a:spcPts val="0"/>
              </a:spcBef>
              <a:spcAft>
                <a:spcPts val="0"/>
              </a:spcAft>
              <a:buFont typeface="Arial" panose="020B0604020202020204" pitchFamily="34" charset="0"/>
              <a:buChar char="•"/>
            </a:pPr>
            <a:r>
              <a:rPr spc="-5" dirty="0">
                <a:solidFill>
                  <a:srgbClr val="4D3A2F"/>
                </a:solidFill>
                <a:latin typeface="Calibri" panose="020F0502020204030204" pitchFamily="34" charset="0"/>
                <a:cs typeface="Franklin Gothic Book"/>
              </a:rPr>
              <a:t>W</a:t>
            </a:r>
            <a:r>
              <a:rPr spc="5" dirty="0">
                <a:solidFill>
                  <a:srgbClr val="4D3A2F"/>
                </a:solidFill>
                <a:latin typeface="Calibri" panose="020F0502020204030204" pitchFamily="34" charset="0"/>
                <a:cs typeface="Franklin Gothic Book"/>
              </a:rPr>
              <a:t>h</a:t>
            </a:r>
            <a:r>
              <a:rPr spc="-25" dirty="0">
                <a:solidFill>
                  <a:srgbClr val="4D3A2F"/>
                </a:solidFill>
                <a:latin typeface="Calibri" panose="020F0502020204030204" pitchFamily="34" charset="0"/>
                <a:cs typeface="Franklin Gothic Book"/>
              </a:rPr>
              <a:t>a</a:t>
            </a:r>
            <a:r>
              <a:rPr spc="-10" dirty="0">
                <a:solidFill>
                  <a:srgbClr val="4D3A2F"/>
                </a:solidFill>
                <a:latin typeface="Calibri" panose="020F0502020204030204" pitchFamily="34" charset="0"/>
                <a:cs typeface="Franklin Gothic Book"/>
              </a:rPr>
              <a:t>t</a:t>
            </a:r>
            <a:r>
              <a:rPr dirty="0">
                <a:solidFill>
                  <a:srgbClr val="4D3A2F"/>
                </a:solidFill>
                <a:latin typeface="Calibri" panose="020F0502020204030204" pitchFamily="34" charset="0"/>
                <a:cs typeface="Franklin Gothic Book"/>
              </a:rPr>
              <a:t> </a:t>
            </a:r>
            <a:r>
              <a:rPr spc="-5" dirty="0">
                <a:solidFill>
                  <a:srgbClr val="4D3A2F"/>
                </a:solidFill>
                <a:latin typeface="Calibri" panose="020F0502020204030204" pitchFamily="34" charset="0"/>
                <a:cs typeface="Franklin Gothic Book"/>
              </a:rPr>
              <a:t>i</a:t>
            </a:r>
            <a:r>
              <a:rPr spc="-20" dirty="0">
                <a:solidFill>
                  <a:srgbClr val="4D3A2F"/>
                </a:solidFill>
                <a:latin typeface="Calibri" panose="020F0502020204030204" pitchFamily="34" charset="0"/>
                <a:cs typeface="Franklin Gothic Book"/>
              </a:rPr>
              <a:t>n</a:t>
            </a:r>
            <a:r>
              <a:rPr spc="-50" dirty="0">
                <a:solidFill>
                  <a:srgbClr val="4D3A2F"/>
                </a:solidFill>
                <a:latin typeface="Calibri" panose="020F0502020204030204" pitchFamily="34" charset="0"/>
                <a:cs typeface="Franklin Gothic Book"/>
              </a:rPr>
              <a:t>f</a:t>
            </a:r>
            <a:r>
              <a:rPr spc="-10" dirty="0">
                <a:solidFill>
                  <a:srgbClr val="4D3A2F"/>
                </a:solidFill>
                <a:latin typeface="Calibri" panose="020F0502020204030204" pitchFamily="34" charset="0"/>
                <a:cs typeface="Franklin Gothic Book"/>
              </a:rPr>
              <a:t>o</a:t>
            </a:r>
            <a:r>
              <a:rPr spc="-15" dirty="0">
                <a:solidFill>
                  <a:srgbClr val="4D3A2F"/>
                </a:solidFill>
                <a:latin typeface="Calibri" panose="020F0502020204030204" pitchFamily="34" charset="0"/>
                <a:cs typeface="Franklin Gothic Book"/>
              </a:rPr>
              <a:t>r</a:t>
            </a:r>
            <a:r>
              <a:rPr spc="-25" dirty="0">
                <a:solidFill>
                  <a:srgbClr val="4D3A2F"/>
                </a:solidFill>
                <a:latin typeface="Calibri" panose="020F0502020204030204" pitchFamily="34" charset="0"/>
                <a:cs typeface="Franklin Gothic Book"/>
              </a:rPr>
              <a:t>m</a:t>
            </a:r>
            <a:r>
              <a:rPr spc="-15" dirty="0">
                <a:solidFill>
                  <a:srgbClr val="4D3A2F"/>
                </a:solidFill>
                <a:latin typeface="Calibri" panose="020F0502020204030204" pitchFamily="34" charset="0"/>
                <a:cs typeface="Franklin Gothic Book"/>
              </a:rPr>
              <a:t>at</a:t>
            </a:r>
            <a:r>
              <a:rPr spc="-5" dirty="0">
                <a:solidFill>
                  <a:srgbClr val="4D3A2F"/>
                </a:solidFill>
                <a:latin typeface="Calibri" panose="020F0502020204030204" pitchFamily="34" charset="0"/>
                <a:cs typeface="Franklin Gothic Book"/>
              </a:rPr>
              <a:t>i</a:t>
            </a:r>
            <a:r>
              <a:rPr spc="-10" dirty="0">
                <a:solidFill>
                  <a:srgbClr val="4D3A2F"/>
                </a:solidFill>
                <a:latin typeface="Calibri" panose="020F0502020204030204" pitchFamily="34" charset="0"/>
                <a:cs typeface="Franklin Gothic Book"/>
              </a:rPr>
              <a:t>on n</a:t>
            </a:r>
            <a:r>
              <a:rPr spc="-20" dirty="0">
                <a:solidFill>
                  <a:srgbClr val="4D3A2F"/>
                </a:solidFill>
                <a:latin typeface="Calibri" panose="020F0502020204030204" pitchFamily="34" charset="0"/>
                <a:cs typeface="Franklin Gothic Book"/>
              </a:rPr>
              <a:t>e</a:t>
            </a:r>
            <a:r>
              <a:rPr spc="-10" dirty="0">
                <a:solidFill>
                  <a:srgbClr val="4D3A2F"/>
                </a:solidFill>
                <a:latin typeface="Calibri" panose="020F0502020204030204" pitchFamily="34" charset="0"/>
                <a:cs typeface="Franklin Gothic Book"/>
              </a:rPr>
              <a:t>e</a:t>
            </a:r>
            <a:r>
              <a:rPr spc="-15" dirty="0">
                <a:solidFill>
                  <a:srgbClr val="4D3A2F"/>
                </a:solidFill>
                <a:latin typeface="Calibri" panose="020F0502020204030204" pitchFamily="34" charset="0"/>
                <a:cs typeface="Franklin Gothic Book"/>
              </a:rPr>
              <a:t>d</a:t>
            </a:r>
            <a:r>
              <a:rPr spc="-10" dirty="0">
                <a:solidFill>
                  <a:srgbClr val="4D3A2F"/>
                </a:solidFill>
                <a:latin typeface="Calibri" panose="020F0502020204030204" pitchFamily="34" charset="0"/>
                <a:cs typeface="Franklin Gothic Book"/>
              </a:rPr>
              <a:t>s</a:t>
            </a:r>
            <a:r>
              <a:rPr spc="10" dirty="0">
                <a:solidFill>
                  <a:srgbClr val="4D3A2F"/>
                </a:solidFill>
                <a:latin typeface="Calibri" panose="020F0502020204030204" pitchFamily="34" charset="0"/>
                <a:cs typeface="Franklin Gothic Book"/>
              </a:rPr>
              <a:t> </a:t>
            </a:r>
            <a:r>
              <a:rPr spc="-35" dirty="0">
                <a:solidFill>
                  <a:srgbClr val="4D3A2F"/>
                </a:solidFill>
                <a:latin typeface="Calibri" panose="020F0502020204030204" pitchFamily="34" charset="0"/>
                <a:cs typeface="Franklin Gothic Book"/>
              </a:rPr>
              <a:t>t</a:t>
            </a:r>
            <a:r>
              <a:rPr spc="-10" dirty="0">
                <a:solidFill>
                  <a:srgbClr val="4D3A2F"/>
                </a:solidFill>
                <a:latin typeface="Calibri" panose="020F0502020204030204" pitchFamily="34" charset="0"/>
                <a:cs typeface="Franklin Gothic Book"/>
              </a:rPr>
              <a:t>o</a:t>
            </a:r>
            <a:r>
              <a:rPr dirty="0">
                <a:solidFill>
                  <a:srgbClr val="4D3A2F"/>
                </a:solidFill>
                <a:latin typeface="Calibri" panose="020F0502020204030204" pitchFamily="34" charset="0"/>
                <a:cs typeface="Franklin Gothic Book"/>
              </a:rPr>
              <a:t> b</a:t>
            </a:r>
            <a:r>
              <a:rPr spc="-10" dirty="0">
                <a:solidFill>
                  <a:srgbClr val="4D3A2F"/>
                </a:solidFill>
                <a:latin typeface="Calibri" panose="020F0502020204030204" pitchFamily="34" charset="0"/>
                <a:cs typeface="Franklin Gothic Book"/>
              </a:rPr>
              <a:t>e</a:t>
            </a:r>
            <a:r>
              <a:rPr dirty="0">
                <a:solidFill>
                  <a:srgbClr val="4D3A2F"/>
                </a:solidFill>
                <a:latin typeface="Calibri" panose="020F0502020204030204" pitchFamily="34" charset="0"/>
                <a:cs typeface="Franklin Gothic Book"/>
              </a:rPr>
              <a:t> </a:t>
            </a:r>
            <a:r>
              <a:rPr spc="-10" dirty="0">
                <a:solidFill>
                  <a:srgbClr val="4D3A2F"/>
                </a:solidFill>
                <a:latin typeface="Calibri" panose="020F0502020204030204" pitchFamily="34" charset="0"/>
                <a:cs typeface="Franklin Gothic Book"/>
              </a:rPr>
              <a:t>col</a:t>
            </a:r>
            <a:r>
              <a:rPr spc="-20" dirty="0">
                <a:solidFill>
                  <a:srgbClr val="4D3A2F"/>
                </a:solidFill>
                <a:latin typeface="Calibri" panose="020F0502020204030204" pitchFamily="34" charset="0"/>
                <a:cs typeface="Franklin Gothic Book"/>
              </a:rPr>
              <a:t>l</a:t>
            </a:r>
            <a:r>
              <a:rPr spc="-10" dirty="0">
                <a:solidFill>
                  <a:srgbClr val="4D3A2F"/>
                </a:solidFill>
                <a:latin typeface="Calibri" panose="020F0502020204030204" pitchFamily="34" charset="0"/>
                <a:cs typeface="Franklin Gothic Book"/>
              </a:rPr>
              <a:t>ec</a:t>
            </a:r>
            <a:r>
              <a:rPr spc="-45" dirty="0">
                <a:solidFill>
                  <a:srgbClr val="4D3A2F"/>
                </a:solidFill>
                <a:latin typeface="Calibri" panose="020F0502020204030204" pitchFamily="34" charset="0"/>
                <a:cs typeface="Franklin Gothic Book"/>
              </a:rPr>
              <a:t>t</a:t>
            </a:r>
            <a:r>
              <a:rPr spc="-20" dirty="0">
                <a:solidFill>
                  <a:srgbClr val="4D3A2F"/>
                </a:solidFill>
                <a:latin typeface="Calibri" panose="020F0502020204030204" pitchFamily="34" charset="0"/>
                <a:cs typeface="Franklin Gothic Book"/>
              </a:rPr>
              <a:t>e</a:t>
            </a:r>
            <a:r>
              <a:rPr spc="-10" dirty="0">
                <a:solidFill>
                  <a:srgbClr val="4D3A2F"/>
                </a:solidFill>
                <a:latin typeface="Calibri" panose="020F0502020204030204" pitchFamily="34" charset="0"/>
                <a:cs typeface="Franklin Gothic Book"/>
              </a:rPr>
              <a:t>d</a:t>
            </a:r>
            <a:r>
              <a:rPr spc="5" dirty="0">
                <a:solidFill>
                  <a:srgbClr val="4D3A2F"/>
                </a:solidFill>
                <a:latin typeface="Calibri" panose="020F0502020204030204" pitchFamily="34" charset="0"/>
                <a:cs typeface="Franklin Gothic Book"/>
              </a:rPr>
              <a:t> </a:t>
            </a:r>
            <a:r>
              <a:rPr spc="-15" dirty="0">
                <a:solidFill>
                  <a:srgbClr val="4D3A2F"/>
                </a:solidFill>
                <a:latin typeface="Calibri" panose="020F0502020204030204" pitchFamily="34" charset="0"/>
                <a:cs typeface="Franklin Gothic Book"/>
              </a:rPr>
              <a:t>a</a:t>
            </a:r>
            <a:r>
              <a:rPr spc="-20" dirty="0">
                <a:solidFill>
                  <a:srgbClr val="4D3A2F"/>
                </a:solidFill>
                <a:latin typeface="Calibri" panose="020F0502020204030204" pitchFamily="34" charset="0"/>
                <a:cs typeface="Franklin Gothic Book"/>
              </a:rPr>
              <a:t>n</a:t>
            </a:r>
            <a:r>
              <a:rPr spc="-10" dirty="0">
                <a:solidFill>
                  <a:srgbClr val="4D3A2F"/>
                </a:solidFill>
                <a:latin typeface="Calibri" panose="020F0502020204030204" pitchFamily="34" charset="0"/>
                <a:cs typeface="Franklin Gothic Book"/>
              </a:rPr>
              <a:t>d</a:t>
            </a:r>
            <a:r>
              <a:rPr spc="5" dirty="0">
                <a:solidFill>
                  <a:srgbClr val="4D3A2F"/>
                </a:solidFill>
                <a:latin typeface="Calibri" panose="020F0502020204030204" pitchFamily="34" charset="0"/>
                <a:cs typeface="Franklin Gothic Book"/>
              </a:rPr>
              <a:t> </a:t>
            </a:r>
            <a:r>
              <a:rPr dirty="0">
                <a:solidFill>
                  <a:srgbClr val="4D3A2F"/>
                </a:solidFill>
                <a:latin typeface="Calibri" panose="020F0502020204030204" pitchFamily="34" charset="0"/>
                <a:cs typeface="Franklin Gothic Book"/>
              </a:rPr>
              <a:t>w</a:t>
            </a:r>
            <a:r>
              <a:rPr spc="-5" dirty="0">
                <a:solidFill>
                  <a:srgbClr val="4D3A2F"/>
                </a:solidFill>
                <a:latin typeface="Calibri" panose="020F0502020204030204" pitchFamily="34" charset="0"/>
                <a:cs typeface="Franklin Gothic Book"/>
              </a:rPr>
              <a:t>h</a:t>
            </a:r>
            <a:r>
              <a:rPr spc="-10" dirty="0">
                <a:solidFill>
                  <a:srgbClr val="4D3A2F"/>
                </a:solidFill>
                <a:latin typeface="Calibri" panose="020F0502020204030204" pitchFamily="34" charset="0"/>
                <a:cs typeface="Franklin Gothic Book"/>
              </a:rPr>
              <a:t>en</a:t>
            </a:r>
            <a:r>
              <a:rPr spc="-5" dirty="0">
                <a:solidFill>
                  <a:srgbClr val="4D3A2F"/>
                </a:solidFill>
                <a:latin typeface="Calibri" panose="020F0502020204030204" pitchFamily="34" charset="0"/>
                <a:cs typeface="Franklin Gothic Book"/>
              </a:rPr>
              <a:t> </a:t>
            </a:r>
            <a:endParaRPr lang="en-US" spc="-5" dirty="0">
              <a:solidFill>
                <a:srgbClr val="4D3A2F"/>
              </a:solidFill>
              <a:latin typeface="Calibri" panose="020F0502020204030204" pitchFamily="34" charset="0"/>
              <a:cs typeface="Franklin Gothic Book"/>
            </a:endParaRPr>
          </a:p>
          <a:p>
            <a:pPr marL="298450" marR="614045" indent="-285750" fontAlgn="auto">
              <a:spcBef>
                <a:spcPts val="0"/>
              </a:spcBef>
              <a:spcAft>
                <a:spcPts val="0"/>
              </a:spcAft>
              <a:buFont typeface="Arial" panose="020B0604020202020204" pitchFamily="34" charset="0"/>
              <a:buChar char="•"/>
            </a:pPr>
            <a:r>
              <a:rPr lang="en-US" spc="-5" dirty="0">
                <a:solidFill>
                  <a:srgbClr val="4D3A2F"/>
                </a:solidFill>
                <a:latin typeface="Calibri" panose="020F0502020204030204" pitchFamily="34" charset="0"/>
                <a:cs typeface="Franklin Gothic Book"/>
              </a:rPr>
              <a:t>W</a:t>
            </a:r>
            <a:r>
              <a:rPr spc="5" dirty="0">
                <a:solidFill>
                  <a:srgbClr val="4D3A2F"/>
                </a:solidFill>
                <a:latin typeface="Calibri" panose="020F0502020204030204" pitchFamily="34" charset="0"/>
                <a:cs typeface="Franklin Gothic Book"/>
              </a:rPr>
              <a:t>h</a:t>
            </a:r>
            <a:r>
              <a:rPr spc="-10" dirty="0">
                <a:solidFill>
                  <a:srgbClr val="4D3A2F"/>
                </a:solidFill>
                <a:latin typeface="Calibri" panose="020F0502020204030204" pitchFamily="34" charset="0"/>
                <a:cs typeface="Franklin Gothic Book"/>
              </a:rPr>
              <a:t>o</a:t>
            </a:r>
            <a:r>
              <a:rPr dirty="0">
                <a:solidFill>
                  <a:srgbClr val="4D3A2F"/>
                </a:solidFill>
                <a:latin typeface="Calibri" panose="020F0502020204030204" pitchFamily="34" charset="0"/>
                <a:cs typeface="Franklin Gothic Book"/>
              </a:rPr>
              <a:t> w</a:t>
            </a:r>
            <a:r>
              <a:rPr spc="-5" dirty="0">
                <a:solidFill>
                  <a:srgbClr val="4D3A2F"/>
                </a:solidFill>
                <a:latin typeface="Calibri" panose="020F0502020204030204" pitchFamily="34" charset="0"/>
                <a:cs typeface="Franklin Gothic Book"/>
              </a:rPr>
              <a:t>i</a:t>
            </a:r>
            <a:r>
              <a:rPr spc="-20" dirty="0">
                <a:solidFill>
                  <a:srgbClr val="4D3A2F"/>
                </a:solidFill>
                <a:latin typeface="Calibri" panose="020F0502020204030204" pitchFamily="34" charset="0"/>
                <a:cs typeface="Franklin Gothic Book"/>
              </a:rPr>
              <a:t>l</a:t>
            </a:r>
            <a:r>
              <a:rPr spc="-5" dirty="0">
                <a:solidFill>
                  <a:srgbClr val="4D3A2F"/>
                </a:solidFill>
                <a:latin typeface="Calibri" panose="020F0502020204030204" pitchFamily="34" charset="0"/>
                <a:cs typeface="Franklin Gothic Book"/>
              </a:rPr>
              <a:t>l</a:t>
            </a:r>
            <a:r>
              <a:rPr spc="5" dirty="0">
                <a:solidFill>
                  <a:srgbClr val="4D3A2F"/>
                </a:solidFill>
                <a:latin typeface="Calibri" panose="020F0502020204030204" pitchFamily="34" charset="0"/>
                <a:cs typeface="Franklin Gothic Book"/>
              </a:rPr>
              <a:t> </a:t>
            </a:r>
            <a:r>
              <a:rPr spc="-15" dirty="0">
                <a:solidFill>
                  <a:srgbClr val="4D3A2F"/>
                </a:solidFill>
                <a:latin typeface="Calibri" panose="020F0502020204030204" pitchFamily="34" charset="0"/>
                <a:cs typeface="Franklin Gothic Book"/>
              </a:rPr>
              <a:t>r</a:t>
            </a:r>
            <a:r>
              <a:rPr spc="-20" dirty="0">
                <a:solidFill>
                  <a:srgbClr val="4D3A2F"/>
                </a:solidFill>
                <a:latin typeface="Calibri" panose="020F0502020204030204" pitchFamily="34" charset="0"/>
                <a:cs typeface="Franklin Gothic Book"/>
              </a:rPr>
              <a:t>e</a:t>
            </a:r>
            <a:r>
              <a:rPr spc="-10" dirty="0">
                <a:solidFill>
                  <a:srgbClr val="4D3A2F"/>
                </a:solidFill>
                <a:latin typeface="Calibri" panose="020F0502020204030204" pitchFamily="34" charset="0"/>
                <a:cs typeface="Franklin Gothic Book"/>
              </a:rPr>
              <a:t>ce</a:t>
            </a:r>
            <a:r>
              <a:rPr spc="-5" dirty="0">
                <a:solidFill>
                  <a:srgbClr val="4D3A2F"/>
                </a:solidFill>
                <a:latin typeface="Calibri" panose="020F0502020204030204" pitchFamily="34" charset="0"/>
                <a:cs typeface="Franklin Gothic Book"/>
              </a:rPr>
              <a:t>i</a:t>
            </a:r>
            <a:r>
              <a:rPr spc="-25" dirty="0">
                <a:solidFill>
                  <a:srgbClr val="4D3A2F"/>
                </a:solidFill>
                <a:latin typeface="Calibri" panose="020F0502020204030204" pitchFamily="34" charset="0"/>
                <a:cs typeface="Franklin Gothic Book"/>
              </a:rPr>
              <a:t>v</a:t>
            </a:r>
            <a:r>
              <a:rPr spc="-10" dirty="0">
                <a:solidFill>
                  <a:srgbClr val="4D3A2F"/>
                </a:solidFill>
                <a:latin typeface="Calibri" panose="020F0502020204030204" pitchFamily="34" charset="0"/>
                <a:cs typeface="Franklin Gothic Book"/>
              </a:rPr>
              <a:t>e</a:t>
            </a:r>
            <a:r>
              <a:rPr dirty="0">
                <a:solidFill>
                  <a:srgbClr val="4D3A2F"/>
                </a:solidFill>
                <a:latin typeface="Calibri" panose="020F0502020204030204" pitchFamily="34" charset="0"/>
                <a:cs typeface="Franklin Gothic Book"/>
              </a:rPr>
              <a:t> </a:t>
            </a:r>
            <a:r>
              <a:rPr spc="-15" dirty="0">
                <a:solidFill>
                  <a:srgbClr val="4D3A2F"/>
                </a:solidFill>
                <a:latin typeface="Calibri" panose="020F0502020204030204" pitchFamily="34" charset="0"/>
                <a:cs typeface="Franklin Gothic Book"/>
              </a:rPr>
              <a:t>t</a:t>
            </a:r>
            <a:r>
              <a:rPr spc="-5" dirty="0">
                <a:solidFill>
                  <a:srgbClr val="4D3A2F"/>
                </a:solidFill>
                <a:latin typeface="Calibri" panose="020F0502020204030204" pitchFamily="34" charset="0"/>
                <a:cs typeface="Franklin Gothic Book"/>
              </a:rPr>
              <a:t>h</a:t>
            </a:r>
            <a:r>
              <a:rPr spc="-10" dirty="0">
                <a:solidFill>
                  <a:srgbClr val="4D3A2F"/>
                </a:solidFill>
                <a:latin typeface="Calibri" panose="020F0502020204030204" pitchFamily="34" charset="0"/>
                <a:cs typeface="Franklin Gothic Book"/>
              </a:rPr>
              <a:t>e</a:t>
            </a:r>
            <a:r>
              <a:rPr spc="5" dirty="0">
                <a:solidFill>
                  <a:srgbClr val="4D3A2F"/>
                </a:solidFill>
                <a:latin typeface="Calibri" panose="020F0502020204030204" pitchFamily="34" charset="0"/>
                <a:cs typeface="Franklin Gothic Book"/>
              </a:rPr>
              <a:t> </a:t>
            </a:r>
            <a:r>
              <a:rPr spc="-15" dirty="0">
                <a:solidFill>
                  <a:srgbClr val="4D3A2F"/>
                </a:solidFill>
                <a:latin typeface="Calibri" panose="020F0502020204030204" pitchFamily="34" charset="0"/>
                <a:cs typeface="Franklin Gothic Book"/>
              </a:rPr>
              <a:t>i</a:t>
            </a:r>
            <a:r>
              <a:rPr spc="-10" dirty="0">
                <a:solidFill>
                  <a:srgbClr val="4D3A2F"/>
                </a:solidFill>
                <a:latin typeface="Calibri" panose="020F0502020204030204" pitchFamily="34" charset="0"/>
                <a:cs typeface="Franklin Gothic Book"/>
              </a:rPr>
              <a:t>n</a:t>
            </a:r>
            <a:r>
              <a:rPr spc="-50" dirty="0">
                <a:solidFill>
                  <a:srgbClr val="4D3A2F"/>
                </a:solidFill>
                <a:latin typeface="Calibri" panose="020F0502020204030204" pitchFamily="34" charset="0"/>
                <a:cs typeface="Franklin Gothic Book"/>
              </a:rPr>
              <a:t>f</a:t>
            </a:r>
            <a:r>
              <a:rPr spc="-10" dirty="0">
                <a:solidFill>
                  <a:srgbClr val="4D3A2F"/>
                </a:solidFill>
                <a:latin typeface="Calibri" panose="020F0502020204030204" pitchFamily="34" charset="0"/>
                <a:cs typeface="Franklin Gothic Book"/>
              </a:rPr>
              <a:t>o</a:t>
            </a:r>
            <a:r>
              <a:rPr spc="-25" dirty="0">
                <a:solidFill>
                  <a:srgbClr val="4D3A2F"/>
                </a:solidFill>
                <a:latin typeface="Calibri" panose="020F0502020204030204" pitchFamily="34" charset="0"/>
                <a:cs typeface="Franklin Gothic Book"/>
              </a:rPr>
              <a:t>r</a:t>
            </a:r>
            <a:r>
              <a:rPr spc="-15" dirty="0">
                <a:solidFill>
                  <a:srgbClr val="4D3A2F"/>
                </a:solidFill>
                <a:latin typeface="Calibri" panose="020F0502020204030204" pitchFamily="34" charset="0"/>
                <a:cs typeface="Franklin Gothic Book"/>
              </a:rPr>
              <a:t>mat</a:t>
            </a:r>
            <a:r>
              <a:rPr spc="-5" dirty="0">
                <a:solidFill>
                  <a:srgbClr val="4D3A2F"/>
                </a:solidFill>
                <a:latin typeface="Calibri" panose="020F0502020204030204" pitchFamily="34" charset="0"/>
                <a:cs typeface="Franklin Gothic Book"/>
              </a:rPr>
              <a:t>i</a:t>
            </a:r>
            <a:r>
              <a:rPr spc="-15" dirty="0">
                <a:solidFill>
                  <a:srgbClr val="4D3A2F"/>
                </a:solidFill>
                <a:latin typeface="Calibri" panose="020F0502020204030204" pitchFamily="34" charset="0"/>
                <a:cs typeface="Franklin Gothic Book"/>
              </a:rPr>
              <a:t>o</a:t>
            </a:r>
            <a:r>
              <a:rPr spc="-10" dirty="0">
                <a:solidFill>
                  <a:srgbClr val="4D3A2F"/>
                </a:solidFill>
                <a:latin typeface="Calibri" panose="020F0502020204030204" pitchFamily="34" charset="0"/>
                <a:cs typeface="Franklin Gothic Book"/>
              </a:rPr>
              <a:t>n</a:t>
            </a:r>
            <a:endParaRPr dirty="0">
              <a:solidFill>
                <a:prstClr val="black"/>
              </a:solidFill>
              <a:latin typeface="Calibri" panose="020F0502020204030204" pitchFamily="34" charset="0"/>
              <a:cs typeface="Franklin Gothic Book"/>
            </a:endParaRPr>
          </a:p>
          <a:p>
            <a:pPr marL="298450" marR="444500" indent="-285750" fontAlgn="auto">
              <a:spcBef>
                <a:spcPts val="0"/>
              </a:spcBef>
              <a:spcAft>
                <a:spcPts val="0"/>
              </a:spcAft>
              <a:buFont typeface="Arial" panose="020B0604020202020204" pitchFamily="34" charset="0"/>
              <a:buChar char="•"/>
            </a:pPr>
            <a:r>
              <a:rPr spc="-20" dirty="0">
                <a:solidFill>
                  <a:srgbClr val="4D3A2F"/>
                </a:solidFill>
                <a:latin typeface="Calibri" panose="020F0502020204030204" pitchFamily="34" charset="0"/>
                <a:cs typeface="Franklin Gothic Book"/>
              </a:rPr>
              <a:t>M</a:t>
            </a:r>
            <a:r>
              <a:rPr spc="-30" dirty="0">
                <a:solidFill>
                  <a:srgbClr val="4D3A2F"/>
                </a:solidFill>
                <a:latin typeface="Calibri" panose="020F0502020204030204" pitchFamily="34" charset="0"/>
                <a:cs typeface="Franklin Gothic Book"/>
              </a:rPr>
              <a:t>e</a:t>
            </a:r>
            <a:r>
              <a:rPr spc="-10" dirty="0">
                <a:solidFill>
                  <a:srgbClr val="4D3A2F"/>
                </a:solidFill>
                <a:latin typeface="Calibri" panose="020F0502020204030204" pitchFamily="34" charset="0"/>
                <a:cs typeface="Franklin Gothic Book"/>
              </a:rPr>
              <a:t>t</a:t>
            </a:r>
            <a:r>
              <a:rPr spc="-5" dirty="0">
                <a:solidFill>
                  <a:srgbClr val="4D3A2F"/>
                </a:solidFill>
                <a:latin typeface="Calibri" panose="020F0502020204030204" pitchFamily="34" charset="0"/>
                <a:cs typeface="Franklin Gothic Book"/>
              </a:rPr>
              <a:t>h</a:t>
            </a:r>
            <a:r>
              <a:rPr spc="-15" dirty="0">
                <a:solidFill>
                  <a:srgbClr val="4D3A2F"/>
                </a:solidFill>
                <a:latin typeface="Calibri" panose="020F0502020204030204" pitchFamily="34" charset="0"/>
                <a:cs typeface="Franklin Gothic Book"/>
              </a:rPr>
              <a:t>o</a:t>
            </a:r>
            <a:r>
              <a:rPr spc="-5" dirty="0">
                <a:solidFill>
                  <a:srgbClr val="4D3A2F"/>
                </a:solidFill>
                <a:latin typeface="Calibri" panose="020F0502020204030204" pitchFamily="34" charset="0"/>
                <a:cs typeface="Franklin Gothic Book"/>
              </a:rPr>
              <a:t>d</a:t>
            </a:r>
            <a:r>
              <a:rPr spc="-10" dirty="0">
                <a:solidFill>
                  <a:srgbClr val="4D3A2F"/>
                </a:solidFill>
                <a:latin typeface="Calibri" panose="020F0502020204030204" pitchFamily="34" charset="0"/>
                <a:cs typeface="Franklin Gothic Book"/>
              </a:rPr>
              <a:t>s</a:t>
            </a:r>
            <a:r>
              <a:rPr dirty="0">
                <a:solidFill>
                  <a:srgbClr val="4D3A2F"/>
                </a:solidFill>
                <a:latin typeface="Calibri" panose="020F0502020204030204" pitchFamily="34" charset="0"/>
                <a:cs typeface="Franklin Gothic Book"/>
              </a:rPr>
              <a:t> </a:t>
            </a:r>
            <a:r>
              <a:rPr spc="-15" dirty="0">
                <a:solidFill>
                  <a:srgbClr val="4D3A2F"/>
                </a:solidFill>
                <a:latin typeface="Calibri" panose="020F0502020204030204" pitchFamily="34" charset="0"/>
                <a:cs typeface="Franklin Gothic Book"/>
              </a:rPr>
              <a:t>u</a:t>
            </a:r>
            <a:r>
              <a:rPr dirty="0">
                <a:solidFill>
                  <a:srgbClr val="4D3A2F"/>
                </a:solidFill>
                <a:latin typeface="Calibri" panose="020F0502020204030204" pitchFamily="34" charset="0"/>
                <a:cs typeface="Franklin Gothic Book"/>
              </a:rPr>
              <a:t>s</a:t>
            </a:r>
            <a:r>
              <a:rPr spc="-20" dirty="0">
                <a:solidFill>
                  <a:srgbClr val="4D3A2F"/>
                </a:solidFill>
                <a:latin typeface="Calibri" panose="020F0502020204030204" pitchFamily="34" charset="0"/>
                <a:cs typeface="Franklin Gothic Book"/>
              </a:rPr>
              <a:t>e</a:t>
            </a:r>
            <a:r>
              <a:rPr spc="-10" dirty="0">
                <a:solidFill>
                  <a:srgbClr val="4D3A2F"/>
                </a:solidFill>
                <a:latin typeface="Calibri" panose="020F0502020204030204" pitchFamily="34" charset="0"/>
                <a:cs typeface="Franklin Gothic Book"/>
              </a:rPr>
              <a:t>d</a:t>
            </a:r>
            <a:r>
              <a:rPr spc="5" dirty="0">
                <a:solidFill>
                  <a:srgbClr val="4D3A2F"/>
                </a:solidFill>
                <a:latin typeface="Calibri" panose="020F0502020204030204" pitchFamily="34" charset="0"/>
                <a:cs typeface="Franklin Gothic Book"/>
              </a:rPr>
              <a:t> </a:t>
            </a:r>
            <a:r>
              <a:rPr spc="-35" dirty="0">
                <a:solidFill>
                  <a:srgbClr val="4D3A2F"/>
                </a:solidFill>
                <a:latin typeface="Calibri" panose="020F0502020204030204" pitchFamily="34" charset="0"/>
                <a:cs typeface="Franklin Gothic Book"/>
              </a:rPr>
              <a:t>t</a:t>
            </a:r>
            <a:r>
              <a:rPr spc="-10" dirty="0">
                <a:solidFill>
                  <a:srgbClr val="4D3A2F"/>
                </a:solidFill>
                <a:latin typeface="Calibri" panose="020F0502020204030204" pitchFamily="34" charset="0"/>
                <a:cs typeface="Franklin Gothic Book"/>
              </a:rPr>
              <a:t>o</a:t>
            </a:r>
            <a:r>
              <a:rPr dirty="0">
                <a:solidFill>
                  <a:srgbClr val="4D3A2F"/>
                </a:solidFill>
                <a:latin typeface="Calibri" panose="020F0502020204030204" pitchFamily="34" charset="0"/>
                <a:cs typeface="Franklin Gothic Book"/>
              </a:rPr>
              <a:t> g</a:t>
            </a:r>
            <a:r>
              <a:rPr spc="-15" dirty="0">
                <a:solidFill>
                  <a:srgbClr val="4D3A2F"/>
                </a:solidFill>
                <a:latin typeface="Calibri" panose="020F0502020204030204" pitchFamily="34" charset="0"/>
                <a:cs typeface="Franklin Gothic Book"/>
              </a:rPr>
              <a:t>at</a:t>
            </a:r>
            <a:r>
              <a:rPr spc="-5" dirty="0">
                <a:solidFill>
                  <a:srgbClr val="4D3A2F"/>
                </a:solidFill>
                <a:latin typeface="Calibri" panose="020F0502020204030204" pitchFamily="34" charset="0"/>
                <a:cs typeface="Franklin Gothic Book"/>
              </a:rPr>
              <a:t>h</a:t>
            </a:r>
            <a:r>
              <a:rPr spc="-20" dirty="0">
                <a:solidFill>
                  <a:srgbClr val="4D3A2F"/>
                </a:solidFill>
                <a:latin typeface="Calibri" panose="020F0502020204030204" pitchFamily="34" charset="0"/>
                <a:cs typeface="Franklin Gothic Book"/>
              </a:rPr>
              <a:t>e</a:t>
            </a:r>
            <a:r>
              <a:rPr spc="-10" dirty="0">
                <a:solidFill>
                  <a:srgbClr val="4D3A2F"/>
                </a:solidFill>
                <a:latin typeface="Calibri" panose="020F0502020204030204" pitchFamily="34" charset="0"/>
                <a:cs typeface="Franklin Gothic Book"/>
              </a:rPr>
              <a:t>r</a:t>
            </a:r>
            <a:r>
              <a:rPr spc="5" dirty="0">
                <a:solidFill>
                  <a:srgbClr val="4D3A2F"/>
                </a:solidFill>
                <a:latin typeface="Calibri" panose="020F0502020204030204" pitchFamily="34" charset="0"/>
                <a:cs typeface="Franklin Gothic Book"/>
              </a:rPr>
              <a:t> </a:t>
            </a:r>
            <a:r>
              <a:rPr spc="-15" dirty="0">
                <a:solidFill>
                  <a:srgbClr val="4D3A2F"/>
                </a:solidFill>
                <a:latin typeface="Calibri" panose="020F0502020204030204" pitchFamily="34" charset="0"/>
                <a:cs typeface="Franklin Gothic Book"/>
              </a:rPr>
              <a:t>a</a:t>
            </a:r>
            <a:r>
              <a:rPr spc="-20" dirty="0">
                <a:solidFill>
                  <a:srgbClr val="4D3A2F"/>
                </a:solidFill>
                <a:latin typeface="Calibri" panose="020F0502020204030204" pitchFamily="34" charset="0"/>
                <a:cs typeface="Franklin Gothic Book"/>
              </a:rPr>
              <a:t>n</a:t>
            </a:r>
            <a:r>
              <a:rPr spc="-10" dirty="0">
                <a:solidFill>
                  <a:srgbClr val="4D3A2F"/>
                </a:solidFill>
                <a:latin typeface="Calibri" panose="020F0502020204030204" pitchFamily="34" charset="0"/>
                <a:cs typeface="Franklin Gothic Book"/>
              </a:rPr>
              <a:t>d</a:t>
            </a:r>
            <a:r>
              <a:rPr spc="5" dirty="0">
                <a:solidFill>
                  <a:srgbClr val="4D3A2F"/>
                </a:solidFill>
                <a:latin typeface="Calibri" panose="020F0502020204030204" pitchFamily="34" charset="0"/>
                <a:cs typeface="Franklin Gothic Book"/>
              </a:rPr>
              <a:t> </a:t>
            </a:r>
            <a:r>
              <a:rPr spc="-10" dirty="0">
                <a:solidFill>
                  <a:srgbClr val="4D3A2F"/>
                </a:solidFill>
                <a:latin typeface="Calibri" panose="020F0502020204030204" pitchFamily="34" charset="0"/>
                <a:cs typeface="Franklin Gothic Book"/>
              </a:rPr>
              <a:t>s</a:t>
            </a:r>
            <a:r>
              <a:rPr spc="-45" dirty="0">
                <a:solidFill>
                  <a:srgbClr val="4D3A2F"/>
                </a:solidFill>
                <a:latin typeface="Calibri" panose="020F0502020204030204" pitchFamily="34" charset="0"/>
                <a:cs typeface="Franklin Gothic Book"/>
              </a:rPr>
              <a:t>t</a:t>
            </a:r>
            <a:r>
              <a:rPr spc="-10" dirty="0">
                <a:solidFill>
                  <a:srgbClr val="4D3A2F"/>
                </a:solidFill>
                <a:latin typeface="Calibri" panose="020F0502020204030204" pitchFamily="34" charset="0"/>
                <a:cs typeface="Franklin Gothic Book"/>
              </a:rPr>
              <a:t>o</a:t>
            </a:r>
            <a:r>
              <a:rPr spc="-15" dirty="0">
                <a:solidFill>
                  <a:srgbClr val="4D3A2F"/>
                </a:solidFill>
                <a:latin typeface="Calibri" panose="020F0502020204030204" pitchFamily="34" charset="0"/>
                <a:cs typeface="Franklin Gothic Book"/>
              </a:rPr>
              <a:t>r</a:t>
            </a:r>
            <a:r>
              <a:rPr spc="-10" dirty="0">
                <a:solidFill>
                  <a:srgbClr val="4D3A2F"/>
                </a:solidFill>
                <a:latin typeface="Calibri" panose="020F0502020204030204" pitchFamily="34" charset="0"/>
                <a:cs typeface="Franklin Gothic Book"/>
              </a:rPr>
              <a:t>e</a:t>
            </a:r>
            <a:r>
              <a:rPr dirty="0">
                <a:solidFill>
                  <a:srgbClr val="4D3A2F"/>
                </a:solidFill>
                <a:latin typeface="Calibri" panose="020F0502020204030204" pitchFamily="34" charset="0"/>
                <a:cs typeface="Franklin Gothic Book"/>
              </a:rPr>
              <a:t> </a:t>
            </a:r>
            <a:r>
              <a:rPr spc="-5" dirty="0">
                <a:solidFill>
                  <a:srgbClr val="4D3A2F"/>
                </a:solidFill>
                <a:latin typeface="Calibri" panose="020F0502020204030204" pitchFamily="34" charset="0"/>
                <a:cs typeface="Franklin Gothic Book"/>
              </a:rPr>
              <a:t>i</a:t>
            </a:r>
            <a:r>
              <a:rPr spc="-20" dirty="0">
                <a:solidFill>
                  <a:srgbClr val="4D3A2F"/>
                </a:solidFill>
                <a:latin typeface="Calibri" panose="020F0502020204030204" pitchFamily="34" charset="0"/>
                <a:cs typeface="Franklin Gothic Book"/>
              </a:rPr>
              <a:t>n</a:t>
            </a:r>
            <a:r>
              <a:rPr spc="-45" dirty="0">
                <a:solidFill>
                  <a:srgbClr val="4D3A2F"/>
                </a:solidFill>
                <a:latin typeface="Calibri" panose="020F0502020204030204" pitchFamily="34" charset="0"/>
                <a:cs typeface="Franklin Gothic Book"/>
              </a:rPr>
              <a:t>f</a:t>
            </a:r>
            <a:r>
              <a:rPr spc="-15" dirty="0">
                <a:solidFill>
                  <a:srgbClr val="4D3A2F"/>
                </a:solidFill>
                <a:latin typeface="Calibri" panose="020F0502020204030204" pitchFamily="34" charset="0"/>
                <a:cs typeface="Franklin Gothic Book"/>
              </a:rPr>
              <a:t>or</a:t>
            </a:r>
            <a:r>
              <a:rPr spc="-25" dirty="0">
                <a:solidFill>
                  <a:srgbClr val="4D3A2F"/>
                </a:solidFill>
                <a:latin typeface="Calibri" panose="020F0502020204030204" pitchFamily="34" charset="0"/>
                <a:cs typeface="Franklin Gothic Book"/>
              </a:rPr>
              <a:t>m</a:t>
            </a:r>
            <a:r>
              <a:rPr spc="-15" dirty="0">
                <a:solidFill>
                  <a:srgbClr val="4D3A2F"/>
                </a:solidFill>
                <a:latin typeface="Calibri" panose="020F0502020204030204" pitchFamily="34" charset="0"/>
                <a:cs typeface="Franklin Gothic Book"/>
              </a:rPr>
              <a:t>at</a:t>
            </a:r>
            <a:r>
              <a:rPr spc="-5" dirty="0">
                <a:solidFill>
                  <a:srgbClr val="4D3A2F"/>
                </a:solidFill>
                <a:latin typeface="Calibri" panose="020F0502020204030204" pitchFamily="34" charset="0"/>
                <a:cs typeface="Franklin Gothic Book"/>
              </a:rPr>
              <a:t>i</a:t>
            </a:r>
            <a:r>
              <a:rPr spc="-10" dirty="0">
                <a:solidFill>
                  <a:srgbClr val="4D3A2F"/>
                </a:solidFill>
                <a:latin typeface="Calibri" panose="020F0502020204030204" pitchFamily="34" charset="0"/>
                <a:cs typeface="Franklin Gothic Book"/>
              </a:rPr>
              <a:t>on</a:t>
            </a:r>
            <a:endParaRPr lang="en-US" spc="-10" dirty="0">
              <a:solidFill>
                <a:srgbClr val="4D3A2F"/>
              </a:solidFill>
              <a:latin typeface="Calibri" panose="020F0502020204030204" pitchFamily="34" charset="0"/>
              <a:cs typeface="Franklin Gothic Book"/>
            </a:endParaRPr>
          </a:p>
          <a:p>
            <a:pPr marL="298450" marR="444500" indent="-285750" fontAlgn="auto">
              <a:spcBef>
                <a:spcPts val="0"/>
              </a:spcBef>
              <a:spcAft>
                <a:spcPts val="0"/>
              </a:spcAft>
              <a:buFont typeface="Arial" panose="020B0604020202020204" pitchFamily="34" charset="0"/>
              <a:buChar char="•"/>
            </a:pPr>
            <a:r>
              <a:rPr spc="-25" dirty="0">
                <a:solidFill>
                  <a:srgbClr val="4D3A2F"/>
                </a:solidFill>
                <a:latin typeface="Calibri" panose="020F0502020204030204" pitchFamily="34" charset="0"/>
                <a:cs typeface="Franklin Gothic Book"/>
              </a:rPr>
              <a:t>L</a:t>
            </a:r>
            <a:r>
              <a:rPr spc="-5" dirty="0">
                <a:solidFill>
                  <a:srgbClr val="4D3A2F"/>
                </a:solidFill>
                <a:latin typeface="Calibri" panose="020F0502020204030204" pitchFamily="34" charset="0"/>
                <a:cs typeface="Franklin Gothic Book"/>
              </a:rPr>
              <a:t>i</a:t>
            </a:r>
            <a:r>
              <a:rPr spc="-25" dirty="0">
                <a:solidFill>
                  <a:srgbClr val="4D3A2F"/>
                </a:solidFill>
                <a:latin typeface="Calibri" panose="020F0502020204030204" pitchFamily="34" charset="0"/>
                <a:cs typeface="Franklin Gothic Book"/>
              </a:rPr>
              <a:t>m</a:t>
            </a:r>
            <a:r>
              <a:rPr spc="-5" dirty="0">
                <a:solidFill>
                  <a:srgbClr val="4D3A2F"/>
                </a:solidFill>
                <a:latin typeface="Calibri" panose="020F0502020204030204" pitchFamily="34" charset="0"/>
                <a:cs typeface="Franklin Gothic Book"/>
              </a:rPr>
              <a:t>i</a:t>
            </a:r>
            <a:r>
              <a:rPr spc="-10" dirty="0">
                <a:solidFill>
                  <a:srgbClr val="4D3A2F"/>
                </a:solidFill>
                <a:latin typeface="Calibri" panose="020F0502020204030204" pitchFamily="34" charset="0"/>
                <a:cs typeface="Franklin Gothic Book"/>
              </a:rPr>
              <a:t>t</a:t>
            </a:r>
            <a:r>
              <a:rPr spc="-20" dirty="0">
                <a:solidFill>
                  <a:srgbClr val="4D3A2F"/>
                </a:solidFill>
                <a:latin typeface="Calibri" panose="020F0502020204030204" pitchFamily="34" charset="0"/>
                <a:cs typeface="Franklin Gothic Book"/>
              </a:rPr>
              <a:t>s</a:t>
            </a:r>
            <a:r>
              <a:rPr dirty="0">
                <a:solidFill>
                  <a:srgbClr val="4D3A2F"/>
                </a:solidFill>
                <a:latin typeface="Calibri" panose="020F0502020204030204" pitchFamily="34" charset="0"/>
                <a:cs typeface="Franklin Gothic Book"/>
              </a:rPr>
              <a:t>,</a:t>
            </a:r>
            <a:r>
              <a:rPr spc="15" dirty="0">
                <a:solidFill>
                  <a:srgbClr val="4D3A2F"/>
                </a:solidFill>
                <a:latin typeface="Calibri" panose="020F0502020204030204" pitchFamily="34" charset="0"/>
                <a:cs typeface="Franklin Gothic Book"/>
              </a:rPr>
              <a:t> </a:t>
            </a:r>
            <a:r>
              <a:rPr spc="-5" dirty="0">
                <a:solidFill>
                  <a:srgbClr val="4D3A2F"/>
                </a:solidFill>
                <a:latin typeface="Calibri" panose="020F0502020204030204" pitchFamily="34" charset="0"/>
                <a:cs typeface="Franklin Gothic Book"/>
              </a:rPr>
              <a:t>i</a:t>
            </a:r>
            <a:r>
              <a:rPr spc="-10" dirty="0">
                <a:solidFill>
                  <a:srgbClr val="4D3A2F"/>
                </a:solidFill>
                <a:latin typeface="Calibri" panose="020F0502020204030204" pitchFamily="34" charset="0"/>
                <a:cs typeface="Franklin Gothic Book"/>
              </a:rPr>
              <a:t>f</a:t>
            </a:r>
            <a:r>
              <a:rPr spc="-5" dirty="0">
                <a:solidFill>
                  <a:srgbClr val="4D3A2F"/>
                </a:solidFill>
                <a:latin typeface="Calibri" panose="020F0502020204030204" pitchFamily="34" charset="0"/>
                <a:cs typeface="Franklin Gothic Book"/>
              </a:rPr>
              <a:t> </a:t>
            </a:r>
            <a:r>
              <a:rPr spc="-15" dirty="0">
                <a:solidFill>
                  <a:srgbClr val="4D3A2F"/>
                </a:solidFill>
                <a:latin typeface="Calibri" panose="020F0502020204030204" pitchFamily="34" charset="0"/>
                <a:cs typeface="Franklin Gothic Book"/>
              </a:rPr>
              <a:t>a</a:t>
            </a:r>
            <a:r>
              <a:rPr spc="-50" dirty="0">
                <a:solidFill>
                  <a:srgbClr val="4D3A2F"/>
                </a:solidFill>
                <a:latin typeface="Calibri" panose="020F0502020204030204" pitchFamily="34" charset="0"/>
                <a:cs typeface="Franklin Gothic Book"/>
              </a:rPr>
              <a:t>n</a:t>
            </a:r>
            <a:r>
              <a:rPr spc="-80" dirty="0">
                <a:solidFill>
                  <a:srgbClr val="4D3A2F"/>
                </a:solidFill>
                <a:latin typeface="Calibri" panose="020F0502020204030204" pitchFamily="34" charset="0"/>
                <a:cs typeface="Franklin Gothic Book"/>
              </a:rPr>
              <a:t>y</a:t>
            </a:r>
            <a:r>
              <a:rPr dirty="0">
                <a:solidFill>
                  <a:srgbClr val="4D3A2F"/>
                </a:solidFill>
                <a:latin typeface="Calibri" panose="020F0502020204030204" pitchFamily="34" charset="0"/>
                <a:cs typeface="Franklin Gothic Book"/>
              </a:rPr>
              <a:t>,</a:t>
            </a:r>
            <a:r>
              <a:rPr spc="5" dirty="0">
                <a:solidFill>
                  <a:srgbClr val="4D3A2F"/>
                </a:solidFill>
                <a:latin typeface="Calibri" panose="020F0502020204030204" pitchFamily="34" charset="0"/>
                <a:cs typeface="Franklin Gothic Book"/>
              </a:rPr>
              <a:t> </a:t>
            </a:r>
            <a:r>
              <a:rPr spc="-10" dirty="0">
                <a:solidFill>
                  <a:srgbClr val="4D3A2F"/>
                </a:solidFill>
                <a:latin typeface="Calibri" panose="020F0502020204030204" pitchFamily="34" charset="0"/>
                <a:cs typeface="Franklin Gothic Book"/>
              </a:rPr>
              <a:t>on </a:t>
            </a:r>
            <a:r>
              <a:rPr dirty="0">
                <a:solidFill>
                  <a:srgbClr val="4D3A2F"/>
                </a:solidFill>
                <a:latin typeface="Calibri" panose="020F0502020204030204" pitchFamily="34" charset="0"/>
                <a:cs typeface="Franklin Gothic Book"/>
              </a:rPr>
              <a:t>w</a:t>
            </a:r>
            <a:r>
              <a:rPr spc="5" dirty="0">
                <a:solidFill>
                  <a:srgbClr val="4D3A2F"/>
                </a:solidFill>
                <a:latin typeface="Calibri" panose="020F0502020204030204" pitchFamily="34" charset="0"/>
                <a:cs typeface="Franklin Gothic Book"/>
              </a:rPr>
              <a:t>h</a:t>
            </a:r>
            <a:r>
              <a:rPr spc="-10" dirty="0">
                <a:solidFill>
                  <a:srgbClr val="4D3A2F"/>
                </a:solidFill>
                <a:latin typeface="Calibri" panose="020F0502020204030204" pitchFamily="34" charset="0"/>
                <a:cs typeface="Franklin Gothic Book"/>
              </a:rPr>
              <a:t>o</a:t>
            </a:r>
            <a:r>
              <a:rPr dirty="0">
                <a:solidFill>
                  <a:srgbClr val="4D3A2F"/>
                </a:solidFill>
                <a:latin typeface="Calibri" panose="020F0502020204030204" pitchFamily="34" charset="0"/>
                <a:cs typeface="Franklin Gothic Book"/>
              </a:rPr>
              <a:t> </a:t>
            </a:r>
            <a:r>
              <a:rPr spc="-25" dirty="0">
                <a:solidFill>
                  <a:srgbClr val="4D3A2F"/>
                </a:solidFill>
                <a:latin typeface="Calibri" panose="020F0502020204030204" pitchFamily="34" charset="0"/>
                <a:cs typeface="Franklin Gothic Book"/>
              </a:rPr>
              <a:t>m</a:t>
            </a:r>
            <a:r>
              <a:rPr spc="-55" dirty="0">
                <a:solidFill>
                  <a:srgbClr val="4D3A2F"/>
                </a:solidFill>
                <a:latin typeface="Calibri" panose="020F0502020204030204" pitchFamily="34" charset="0"/>
                <a:cs typeface="Franklin Gothic Book"/>
              </a:rPr>
              <a:t>a</a:t>
            </a:r>
            <a:r>
              <a:rPr dirty="0">
                <a:solidFill>
                  <a:srgbClr val="4D3A2F"/>
                </a:solidFill>
                <a:latin typeface="Calibri" panose="020F0502020204030204" pitchFamily="34" charset="0"/>
                <a:cs typeface="Franklin Gothic Book"/>
              </a:rPr>
              <a:t>y g</a:t>
            </a:r>
            <a:r>
              <a:rPr spc="-5" dirty="0">
                <a:solidFill>
                  <a:srgbClr val="4D3A2F"/>
                </a:solidFill>
                <a:latin typeface="Calibri" panose="020F0502020204030204" pitchFamily="34" charset="0"/>
                <a:cs typeface="Franklin Gothic Book"/>
              </a:rPr>
              <a:t>i</a:t>
            </a:r>
            <a:r>
              <a:rPr spc="-25" dirty="0">
                <a:solidFill>
                  <a:srgbClr val="4D3A2F"/>
                </a:solidFill>
                <a:latin typeface="Calibri" panose="020F0502020204030204" pitchFamily="34" charset="0"/>
                <a:cs typeface="Franklin Gothic Book"/>
              </a:rPr>
              <a:t>v</a:t>
            </a:r>
            <a:r>
              <a:rPr spc="-10" dirty="0">
                <a:solidFill>
                  <a:srgbClr val="4D3A2F"/>
                </a:solidFill>
                <a:latin typeface="Calibri" panose="020F0502020204030204" pitchFamily="34" charset="0"/>
                <a:cs typeface="Franklin Gothic Book"/>
              </a:rPr>
              <a:t>e</a:t>
            </a:r>
            <a:r>
              <a:rPr dirty="0">
                <a:solidFill>
                  <a:srgbClr val="4D3A2F"/>
                </a:solidFill>
                <a:latin typeface="Calibri" panose="020F0502020204030204" pitchFamily="34" charset="0"/>
                <a:cs typeface="Franklin Gothic Book"/>
              </a:rPr>
              <a:t> </a:t>
            </a:r>
            <a:r>
              <a:rPr spc="-5" dirty="0">
                <a:solidFill>
                  <a:srgbClr val="4D3A2F"/>
                </a:solidFill>
                <a:latin typeface="Calibri" panose="020F0502020204030204" pitchFamily="34" charset="0"/>
                <a:cs typeface="Franklin Gothic Book"/>
              </a:rPr>
              <a:t>i</a:t>
            </a:r>
            <a:r>
              <a:rPr spc="-20" dirty="0">
                <a:solidFill>
                  <a:srgbClr val="4D3A2F"/>
                </a:solidFill>
                <a:latin typeface="Calibri" panose="020F0502020204030204" pitchFamily="34" charset="0"/>
                <a:cs typeface="Franklin Gothic Book"/>
              </a:rPr>
              <a:t>n</a:t>
            </a:r>
            <a:r>
              <a:rPr spc="-45" dirty="0">
                <a:solidFill>
                  <a:srgbClr val="4D3A2F"/>
                </a:solidFill>
                <a:latin typeface="Calibri" panose="020F0502020204030204" pitchFamily="34" charset="0"/>
                <a:cs typeface="Franklin Gothic Book"/>
              </a:rPr>
              <a:t>f</a:t>
            </a:r>
            <a:r>
              <a:rPr spc="-15" dirty="0">
                <a:solidFill>
                  <a:srgbClr val="4D3A2F"/>
                </a:solidFill>
                <a:latin typeface="Calibri" panose="020F0502020204030204" pitchFamily="34" charset="0"/>
                <a:cs typeface="Franklin Gothic Book"/>
              </a:rPr>
              <a:t>orm</a:t>
            </a:r>
            <a:r>
              <a:rPr spc="-25" dirty="0">
                <a:solidFill>
                  <a:srgbClr val="4D3A2F"/>
                </a:solidFill>
                <a:latin typeface="Calibri" panose="020F0502020204030204" pitchFamily="34" charset="0"/>
                <a:cs typeface="Franklin Gothic Book"/>
              </a:rPr>
              <a:t>a</a:t>
            </a:r>
            <a:r>
              <a:rPr spc="-15" dirty="0">
                <a:solidFill>
                  <a:srgbClr val="4D3A2F"/>
                </a:solidFill>
                <a:latin typeface="Calibri" panose="020F0502020204030204" pitchFamily="34" charset="0"/>
                <a:cs typeface="Franklin Gothic Book"/>
              </a:rPr>
              <a:t>t</a:t>
            </a:r>
            <a:r>
              <a:rPr spc="-5" dirty="0">
                <a:solidFill>
                  <a:srgbClr val="4D3A2F"/>
                </a:solidFill>
                <a:latin typeface="Calibri" panose="020F0502020204030204" pitchFamily="34" charset="0"/>
                <a:cs typeface="Franklin Gothic Book"/>
              </a:rPr>
              <a:t>i</a:t>
            </a:r>
            <a:r>
              <a:rPr spc="-10" dirty="0">
                <a:solidFill>
                  <a:srgbClr val="4D3A2F"/>
                </a:solidFill>
                <a:latin typeface="Calibri" panose="020F0502020204030204" pitchFamily="34" charset="0"/>
                <a:cs typeface="Franklin Gothic Book"/>
              </a:rPr>
              <a:t>on</a:t>
            </a:r>
            <a:r>
              <a:rPr dirty="0">
                <a:solidFill>
                  <a:srgbClr val="4D3A2F"/>
                </a:solidFill>
                <a:latin typeface="Calibri" panose="020F0502020204030204" pitchFamily="34" charset="0"/>
                <a:cs typeface="Franklin Gothic Book"/>
              </a:rPr>
              <a:t> </a:t>
            </a:r>
            <a:r>
              <a:rPr spc="-45" dirty="0">
                <a:solidFill>
                  <a:srgbClr val="4D3A2F"/>
                </a:solidFill>
                <a:latin typeface="Calibri" panose="020F0502020204030204" pitchFamily="34" charset="0"/>
                <a:cs typeface="Franklin Gothic Book"/>
              </a:rPr>
              <a:t>t</a:t>
            </a:r>
            <a:r>
              <a:rPr spc="-10" dirty="0">
                <a:solidFill>
                  <a:srgbClr val="4D3A2F"/>
                </a:solidFill>
                <a:latin typeface="Calibri" panose="020F0502020204030204" pitchFamily="34" charset="0"/>
                <a:cs typeface="Franklin Gothic Book"/>
              </a:rPr>
              <a:t>o</a:t>
            </a:r>
            <a:r>
              <a:rPr spc="10" dirty="0">
                <a:solidFill>
                  <a:srgbClr val="4D3A2F"/>
                </a:solidFill>
                <a:latin typeface="Calibri" panose="020F0502020204030204" pitchFamily="34" charset="0"/>
                <a:cs typeface="Franklin Gothic Book"/>
              </a:rPr>
              <a:t> </a:t>
            </a:r>
            <a:r>
              <a:rPr dirty="0">
                <a:solidFill>
                  <a:srgbClr val="4D3A2F"/>
                </a:solidFill>
                <a:latin typeface="Calibri" panose="020F0502020204030204" pitchFamily="34" charset="0"/>
                <a:cs typeface="Franklin Gothic Book"/>
              </a:rPr>
              <a:t>w</a:t>
            </a:r>
            <a:r>
              <a:rPr spc="-5" dirty="0">
                <a:solidFill>
                  <a:srgbClr val="4D3A2F"/>
                </a:solidFill>
                <a:latin typeface="Calibri" panose="020F0502020204030204" pitchFamily="34" charset="0"/>
                <a:cs typeface="Franklin Gothic Book"/>
              </a:rPr>
              <a:t>h</a:t>
            </a:r>
            <a:r>
              <a:rPr spc="-15" dirty="0">
                <a:solidFill>
                  <a:srgbClr val="4D3A2F"/>
                </a:solidFill>
                <a:latin typeface="Calibri" panose="020F0502020204030204" pitchFamily="34" charset="0"/>
                <a:cs typeface="Franklin Gothic Book"/>
              </a:rPr>
              <a:t>om</a:t>
            </a:r>
            <a:r>
              <a:rPr spc="-5" dirty="0">
                <a:solidFill>
                  <a:srgbClr val="4D3A2F"/>
                </a:solidFill>
                <a:latin typeface="Calibri" panose="020F0502020204030204" pitchFamily="34" charset="0"/>
                <a:cs typeface="Franklin Gothic Book"/>
              </a:rPr>
              <a:t> </a:t>
            </a:r>
            <a:endParaRPr lang="en-US" spc="-5" dirty="0">
              <a:solidFill>
                <a:srgbClr val="4D3A2F"/>
              </a:solidFill>
              <a:latin typeface="Calibri" panose="020F0502020204030204" pitchFamily="34" charset="0"/>
              <a:cs typeface="Franklin Gothic Book"/>
            </a:endParaRPr>
          </a:p>
          <a:p>
            <a:pPr marL="298450" marR="444500" indent="-285750" fontAlgn="auto">
              <a:spcBef>
                <a:spcPts val="0"/>
              </a:spcBef>
              <a:spcAft>
                <a:spcPts val="0"/>
              </a:spcAft>
              <a:buFont typeface="Arial" panose="020B0604020202020204" pitchFamily="34" charset="0"/>
              <a:buChar char="•"/>
            </a:pPr>
            <a:r>
              <a:rPr spc="-50" dirty="0">
                <a:solidFill>
                  <a:srgbClr val="4D3A2F"/>
                </a:solidFill>
                <a:latin typeface="Calibri" panose="020F0502020204030204" pitchFamily="34" charset="0"/>
                <a:cs typeface="Franklin Gothic Book"/>
              </a:rPr>
              <a:t>R</a:t>
            </a:r>
            <a:r>
              <a:rPr spc="-20" dirty="0">
                <a:solidFill>
                  <a:srgbClr val="4D3A2F"/>
                </a:solidFill>
                <a:latin typeface="Calibri" panose="020F0502020204030204" pitchFamily="34" charset="0"/>
                <a:cs typeface="Franklin Gothic Book"/>
              </a:rPr>
              <a:t>e</a:t>
            </a:r>
            <a:r>
              <a:rPr spc="-5" dirty="0">
                <a:solidFill>
                  <a:srgbClr val="4D3A2F"/>
                </a:solidFill>
                <a:latin typeface="Calibri" panose="020F0502020204030204" pitchFamily="34" charset="0"/>
                <a:cs typeface="Franklin Gothic Book"/>
              </a:rPr>
              <a:t>p</a:t>
            </a:r>
            <a:r>
              <a:rPr spc="-10" dirty="0">
                <a:solidFill>
                  <a:srgbClr val="4D3A2F"/>
                </a:solidFill>
                <a:latin typeface="Calibri" panose="020F0502020204030204" pitchFamily="34" charset="0"/>
                <a:cs typeface="Franklin Gothic Book"/>
              </a:rPr>
              <a:t>o</a:t>
            </a:r>
            <a:r>
              <a:rPr spc="30" dirty="0">
                <a:solidFill>
                  <a:srgbClr val="4D3A2F"/>
                </a:solidFill>
                <a:latin typeface="Calibri" panose="020F0502020204030204" pitchFamily="34" charset="0"/>
                <a:cs typeface="Franklin Gothic Book"/>
              </a:rPr>
              <a:t>r</a:t>
            </a:r>
            <a:r>
              <a:rPr spc="-10" dirty="0">
                <a:solidFill>
                  <a:srgbClr val="4D3A2F"/>
                </a:solidFill>
                <a:latin typeface="Calibri" panose="020F0502020204030204" pitchFamily="34" charset="0"/>
                <a:cs typeface="Franklin Gothic Book"/>
              </a:rPr>
              <a:t>t</a:t>
            </a:r>
            <a:r>
              <a:rPr spc="-5" dirty="0">
                <a:solidFill>
                  <a:srgbClr val="4D3A2F"/>
                </a:solidFill>
                <a:latin typeface="Calibri" panose="020F0502020204030204" pitchFamily="34" charset="0"/>
                <a:cs typeface="Franklin Gothic Book"/>
              </a:rPr>
              <a:t>i</a:t>
            </a:r>
            <a:r>
              <a:rPr spc="-20" dirty="0">
                <a:solidFill>
                  <a:srgbClr val="4D3A2F"/>
                </a:solidFill>
                <a:latin typeface="Calibri" panose="020F0502020204030204" pitchFamily="34" charset="0"/>
                <a:cs typeface="Franklin Gothic Book"/>
              </a:rPr>
              <a:t>n</a:t>
            </a:r>
            <a:r>
              <a:rPr dirty="0">
                <a:solidFill>
                  <a:srgbClr val="4D3A2F"/>
                </a:solidFill>
                <a:latin typeface="Calibri" panose="020F0502020204030204" pitchFamily="34" charset="0"/>
                <a:cs typeface="Franklin Gothic Book"/>
              </a:rPr>
              <a:t>g</a:t>
            </a:r>
            <a:r>
              <a:rPr spc="5" dirty="0">
                <a:solidFill>
                  <a:srgbClr val="4D3A2F"/>
                </a:solidFill>
                <a:latin typeface="Calibri" panose="020F0502020204030204" pitchFamily="34" charset="0"/>
                <a:cs typeface="Franklin Gothic Book"/>
              </a:rPr>
              <a:t> </a:t>
            </a:r>
            <a:r>
              <a:rPr spc="-15" dirty="0">
                <a:solidFill>
                  <a:srgbClr val="4D3A2F"/>
                </a:solidFill>
                <a:latin typeface="Calibri" panose="020F0502020204030204" pitchFamily="34" charset="0"/>
                <a:cs typeface="Franklin Gothic Book"/>
              </a:rPr>
              <a:t>r</a:t>
            </a:r>
            <a:r>
              <a:rPr spc="-10" dirty="0">
                <a:solidFill>
                  <a:srgbClr val="4D3A2F"/>
                </a:solidFill>
                <a:latin typeface="Calibri" panose="020F0502020204030204" pitchFamily="34" charset="0"/>
                <a:cs typeface="Franklin Gothic Book"/>
              </a:rPr>
              <a:t>e</a:t>
            </a:r>
            <a:r>
              <a:rPr spc="-20" dirty="0">
                <a:solidFill>
                  <a:srgbClr val="4D3A2F"/>
                </a:solidFill>
                <a:latin typeface="Calibri" panose="020F0502020204030204" pitchFamily="34" charset="0"/>
                <a:cs typeface="Franklin Gothic Book"/>
              </a:rPr>
              <a:t>l</a:t>
            </a:r>
            <a:r>
              <a:rPr spc="-15" dirty="0">
                <a:solidFill>
                  <a:srgbClr val="4D3A2F"/>
                </a:solidFill>
                <a:latin typeface="Calibri" panose="020F0502020204030204" pitchFamily="34" charset="0"/>
                <a:cs typeface="Franklin Gothic Book"/>
              </a:rPr>
              <a:t>at</a:t>
            </a:r>
            <a:r>
              <a:rPr spc="-5" dirty="0">
                <a:solidFill>
                  <a:srgbClr val="4D3A2F"/>
                </a:solidFill>
                <a:latin typeface="Calibri" panose="020F0502020204030204" pitchFamily="34" charset="0"/>
                <a:cs typeface="Franklin Gothic Book"/>
              </a:rPr>
              <a:t>i</a:t>
            </a:r>
            <a:r>
              <a:rPr spc="-10" dirty="0">
                <a:solidFill>
                  <a:srgbClr val="4D3A2F"/>
                </a:solidFill>
                <a:latin typeface="Calibri" panose="020F0502020204030204" pitchFamily="34" charset="0"/>
                <a:cs typeface="Franklin Gothic Book"/>
              </a:rPr>
              <a:t>o</a:t>
            </a:r>
            <a:r>
              <a:rPr spc="-20" dirty="0">
                <a:solidFill>
                  <a:srgbClr val="4D3A2F"/>
                </a:solidFill>
                <a:latin typeface="Calibri" panose="020F0502020204030204" pitchFamily="34" charset="0"/>
                <a:cs typeface="Franklin Gothic Book"/>
              </a:rPr>
              <a:t>n</a:t>
            </a:r>
            <a:r>
              <a:rPr spc="-10" dirty="0">
                <a:solidFill>
                  <a:srgbClr val="4D3A2F"/>
                </a:solidFill>
                <a:latin typeface="Calibri" panose="020F0502020204030204" pitchFamily="34" charset="0"/>
                <a:cs typeface="Franklin Gothic Book"/>
              </a:rPr>
              <a:t>s</a:t>
            </a:r>
            <a:r>
              <a:rPr spc="-5" dirty="0">
                <a:solidFill>
                  <a:srgbClr val="4D3A2F"/>
                </a:solidFill>
                <a:latin typeface="Calibri" panose="020F0502020204030204" pitchFamily="34" charset="0"/>
                <a:cs typeface="Franklin Gothic Book"/>
              </a:rPr>
              <a:t>hip</a:t>
            </a:r>
            <a:r>
              <a:rPr spc="-10" dirty="0">
                <a:solidFill>
                  <a:srgbClr val="4D3A2F"/>
                </a:solidFill>
                <a:latin typeface="Calibri" panose="020F0502020204030204" pitchFamily="34" charset="0"/>
                <a:cs typeface="Franklin Gothic Book"/>
              </a:rPr>
              <a:t>s</a:t>
            </a:r>
            <a:endParaRPr dirty="0">
              <a:solidFill>
                <a:prstClr val="black"/>
              </a:solidFill>
              <a:latin typeface="Calibri" panose="020F0502020204030204" pitchFamily="34" charset="0"/>
              <a:cs typeface="Franklin Gothic Book"/>
            </a:endParaRPr>
          </a:p>
          <a:p>
            <a:pPr marL="298450" marR="6350" indent="-285750" fontAlgn="auto">
              <a:spcBef>
                <a:spcPts val="0"/>
              </a:spcBef>
              <a:spcAft>
                <a:spcPts val="0"/>
              </a:spcAft>
              <a:buFont typeface="Arial" panose="020B0604020202020204" pitchFamily="34" charset="0"/>
              <a:buChar char="•"/>
            </a:pPr>
            <a:r>
              <a:rPr spc="-25" dirty="0">
                <a:solidFill>
                  <a:srgbClr val="4D3A2F"/>
                </a:solidFill>
                <a:latin typeface="Calibri" panose="020F0502020204030204" pitchFamily="34" charset="0"/>
                <a:cs typeface="Franklin Gothic Book"/>
              </a:rPr>
              <a:t>L</a:t>
            </a:r>
            <a:r>
              <a:rPr spc="-5" dirty="0">
                <a:solidFill>
                  <a:srgbClr val="4D3A2F"/>
                </a:solidFill>
                <a:latin typeface="Calibri" panose="020F0502020204030204" pitchFamily="34" charset="0"/>
                <a:cs typeface="Franklin Gothic Book"/>
              </a:rPr>
              <a:t>i</a:t>
            </a:r>
            <a:r>
              <a:rPr spc="-10" dirty="0">
                <a:solidFill>
                  <a:srgbClr val="4D3A2F"/>
                </a:solidFill>
                <a:latin typeface="Calibri" panose="020F0502020204030204" pitchFamily="34" charset="0"/>
                <a:cs typeface="Franklin Gothic Book"/>
              </a:rPr>
              <a:t>s</a:t>
            </a:r>
            <a:r>
              <a:rPr spc="-15" dirty="0">
                <a:solidFill>
                  <a:srgbClr val="4D3A2F"/>
                </a:solidFill>
                <a:latin typeface="Calibri" panose="020F0502020204030204" pitchFamily="34" charset="0"/>
                <a:cs typeface="Franklin Gothic Book"/>
              </a:rPr>
              <a:t>t</a:t>
            </a:r>
            <a:r>
              <a:rPr spc="-5" dirty="0">
                <a:solidFill>
                  <a:srgbClr val="4D3A2F"/>
                </a:solidFill>
                <a:latin typeface="Calibri" panose="020F0502020204030204" pitchFamily="34" charset="0"/>
                <a:cs typeface="Franklin Gothic Book"/>
              </a:rPr>
              <a:t>i</a:t>
            </a:r>
            <a:r>
              <a:rPr spc="-20" dirty="0">
                <a:solidFill>
                  <a:srgbClr val="4D3A2F"/>
                </a:solidFill>
                <a:latin typeface="Calibri" panose="020F0502020204030204" pitchFamily="34" charset="0"/>
                <a:cs typeface="Franklin Gothic Book"/>
              </a:rPr>
              <a:t>n</a:t>
            </a:r>
            <a:r>
              <a:rPr dirty="0">
                <a:solidFill>
                  <a:srgbClr val="4D3A2F"/>
                </a:solidFill>
                <a:latin typeface="Calibri" panose="020F0502020204030204" pitchFamily="34" charset="0"/>
                <a:cs typeface="Franklin Gothic Book"/>
              </a:rPr>
              <a:t>g</a:t>
            </a:r>
            <a:r>
              <a:rPr spc="10" dirty="0">
                <a:solidFill>
                  <a:srgbClr val="4D3A2F"/>
                </a:solidFill>
                <a:latin typeface="Calibri" panose="020F0502020204030204" pitchFamily="34" charset="0"/>
                <a:cs typeface="Franklin Gothic Book"/>
              </a:rPr>
              <a:t> </a:t>
            </a:r>
            <a:r>
              <a:rPr spc="-15" dirty="0">
                <a:solidFill>
                  <a:srgbClr val="4D3A2F"/>
                </a:solidFill>
                <a:latin typeface="Calibri" panose="020F0502020204030204" pitchFamily="34" charset="0"/>
                <a:cs typeface="Franklin Gothic Book"/>
              </a:rPr>
              <a:t>o</a:t>
            </a:r>
            <a:r>
              <a:rPr spc="-10" dirty="0">
                <a:solidFill>
                  <a:srgbClr val="4D3A2F"/>
                </a:solidFill>
                <a:latin typeface="Calibri" panose="020F0502020204030204" pitchFamily="34" charset="0"/>
                <a:cs typeface="Franklin Gothic Book"/>
              </a:rPr>
              <a:t>f</a:t>
            </a:r>
            <a:r>
              <a:rPr spc="5" dirty="0">
                <a:solidFill>
                  <a:srgbClr val="4D3A2F"/>
                </a:solidFill>
                <a:latin typeface="Calibri" panose="020F0502020204030204" pitchFamily="34" charset="0"/>
                <a:cs typeface="Franklin Gothic Book"/>
              </a:rPr>
              <a:t> </a:t>
            </a:r>
            <a:r>
              <a:rPr spc="-10" dirty="0">
                <a:solidFill>
                  <a:srgbClr val="4D3A2F"/>
                </a:solidFill>
                <a:latin typeface="Calibri" panose="020F0502020204030204" pitchFamily="34" charset="0"/>
                <a:cs typeface="Franklin Gothic Book"/>
              </a:rPr>
              <a:t>co</a:t>
            </a:r>
            <a:r>
              <a:rPr spc="-20" dirty="0">
                <a:solidFill>
                  <a:srgbClr val="4D3A2F"/>
                </a:solidFill>
                <a:latin typeface="Calibri" panose="020F0502020204030204" pitchFamily="34" charset="0"/>
                <a:cs typeface="Franklin Gothic Book"/>
              </a:rPr>
              <a:t>n</a:t>
            </a:r>
            <a:r>
              <a:rPr spc="-15" dirty="0">
                <a:solidFill>
                  <a:srgbClr val="4D3A2F"/>
                </a:solidFill>
                <a:latin typeface="Calibri" panose="020F0502020204030204" pitchFamily="34" charset="0"/>
                <a:cs typeface="Franklin Gothic Book"/>
              </a:rPr>
              <a:t>ta</a:t>
            </a:r>
            <a:r>
              <a:rPr spc="-10" dirty="0">
                <a:solidFill>
                  <a:srgbClr val="4D3A2F"/>
                </a:solidFill>
                <a:latin typeface="Calibri" panose="020F0502020204030204" pitchFamily="34" charset="0"/>
                <a:cs typeface="Franklin Gothic Book"/>
              </a:rPr>
              <a:t>ct</a:t>
            </a:r>
            <a:r>
              <a:rPr spc="5" dirty="0">
                <a:solidFill>
                  <a:srgbClr val="4D3A2F"/>
                </a:solidFill>
                <a:latin typeface="Calibri" panose="020F0502020204030204" pitchFamily="34" charset="0"/>
                <a:cs typeface="Franklin Gothic Book"/>
              </a:rPr>
              <a:t> </a:t>
            </a:r>
            <a:r>
              <a:rPr spc="-15" dirty="0">
                <a:solidFill>
                  <a:srgbClr val="4D3A2F"/>
                </a:solidFill>
                <a:latin typeface="Calibri" panose="020F0502020204030204" pitchFamily="34" charset="0"/>
                <a:cs typeface="Franklin Gothic Book"/>
              </a:rPr>
              <a:t>i</a:t>
            </a:r>
            <a:r>
              <a:rPr spc="-10" dirty="0">
                <a:solidFill>
                  <a:srgbClr val="4D3A2F"/>
                </a:solidFill>
                <a:latin typeface="Calibri" panose="020F0502020204030204" pitchFamily="34" charset="0"/>
                <a:cs typeface="Franklin Gothic Book"/>
              </a:rPr>
              <a:t>n</a:t>
            </a:r>
            <a:r>
              <a:rPr spc="-50" dirty="0">
                <a:solidFill>
                  <a:srgbClr val="4D3A2F"/>
                </a:solidFill>
                <a:latin typeface="Calibri" panose="020F0502020204030204" pitchFamily="34" charset="0"/>
                <a:cs typeface="Franklin Gothic Book"/>
              </a:rPr>
              <a:t>f</a:t>
            </a:r>
            <a:r>
              <a:rPr spc="-10" dirty="0">
                <a:solidFill>
                  <a:srgbClr val="4D3A2F"/>
                </a:solidFill>
                <a:latin typeface="Calibri" panose="020F0502020204030204" pitchFamily="34" charset="0"/>
                <a:cs typeface="Franklin Gothic Book"/>
              </a:rPr>
              <a:t>o</a:t>
            </a:r>
            <a:r>
              <a:rPr spc="-25" dirty="0">
                <a:solidFill>
                  <a:srgbClr val="4D3A2F"/>
                </a:solidFill>
                <a:latin typeface="Calibri" panose="020F0502020204030204" pitchFamily="34" charset="0"/>
                <a:cs typeface="Franklin Gothic Book"/>
              </a:rPr>
              <a:t>r</a:t>
            </a:r>
            <a:r>
              <a:rPr spc="-15" dirty="0">
                <a:solidFill>
                  <a:srgbClr val="4D3A2F"/>
                </a:solidFill>
                <a:latin typeface="Calibri" panose="020F0502020204030204" pitchFamily="34" charset="0"/>
                <a:cs typeface="Franklin Gothic Book"/>
              </a:rPr>
              <a:t>m</a:t>
            </a:r>
            <a:r>
              <a:rPr spc="-25" dirty="0">
                <a:solidFill>
                  <a:srgbClr val="4D3A2F"/>
                </a:solidFill>
                <a:latin typeface="Calibri" panose="020F0502020204030204" pitchFamily="34" charset="0"/>
                <a:cs typeface="Franklin Gothic Book"/>
              </a:rPr>
              <a:t>a</a:t>
            </a:r>
            <a:r>
              <a:rPr spc="-10" dirty="0">
                <a:solidFill>
                  <a:srgbClr val="4D3A2F"/>
                </a:solidFill>
                <a:latin typeface="Calibri" panose="020F0502020204030204" pitchFamily="34" charset="0"/>
                <a:cs typeface="Franklin Gothic Book"/>
              </a:rPr>
              <a:t>t</a:t>
            </a:r>
            <a:r>
              <a:rPr spc="-5" dirty="0">
                <a:solidFill>
                  <a:srgbClr val="4D3A2F"/>
                </a:solidFill>
                <a:latin typeface="Calibri" panose="020F0502020204030204" pitchFamily="34" charset="0"/>
                <a:cs typeface="Franklin Gothic Book"/>
              </a:rPr>
              <a:t>i</a:t>
            </a:r>
            <a:r>
              <a:rPr spc="-15" dirty="0">
                <a:solidFill>
                  <a:srgbClr val="4D3A2F"/>
                </a:solidFill>
                <a:latin typeface="Calibri" panose="020F0502020204030204" pitchFamily="34" charset="0"/>
                <a:cs typeface="Franklin Gothic Book"/>
              </a:rPr>
              <a:t>o</a:t>
            </a:r>
            <a:r>
              <a:rPr spc="-10" dirty="0">
                <a:solidFill>
                  <a:srgbClr val="4D3A2F"/>
                </a:solidFill>
                <a:latin typeface="Calibri" panose="020F0502020204030204" pitchFamily="34" charset="0"/>
                <a:cs typeface="Franklin Gothic Book"/>
              </a:rPr>
              <a:t>n</a:t>
            </a:r>
            <a:r>
              <a:rPr dirty="0">
                <a:solidFill>
                  <a:srgbClr val="4D3A2F"/>
                </a:solidFill>
                <a:latin typeface="Calibri" panose="020F0502020204030204" pitchFamily="34" charset="0"/>
                <a:cs typeface="Franklin Gothic Book"/>
              </a:rPr>
              <a:t> </a:t>
            </a:r>
            <a:r>
              <a:rPr spc="-50" dirty="0">
                <a:solidFill>
                  <a:srgbClr val="4D3A2F"/>
                </a:solidFill>
                <a:latin typeface="Calibri" panose="020F0502020204030204" pitchFamily="34" charset="0"/>
                <a:cs typeface="Franklin Gothic Book"/>
              </a:rPr>
              <a:t>f</a:t>
            </a:r>
            <a:r>
              <a:rPr spc="-10" dirty="0">
                <a:solidFill>
                  <a:srgbClr val="4D3A2F"/>
                </a:solidFill>
                <a:latin typeface="Calibri" panose="020F0502020204030204" pitchFamily="34" charset="0"/>
                <a:cs typeface="Franklin Gothic Book"/>
              </a:rPr>
              <a:t>or</a:t>
            </a:r>
            <a:r>
              <a:rPr spc="-5" dirty="0">
                <a:solidFill>
                  <a:srgbClr val="4D3A2F"/>
                </a:solidFill>
                <a:latin typeface="Calibri" panose="020F0502020204030204" pitchFamily="34" charset="0"/>
                <a:cs typeface="Franklin Gothic Book"/>
              </a:rPr>
              <a:t> </a:t>
            </a:r>
            <a:r>
              <a:rPr spc="-15" dirty="0">
                <a:solidFill>
                  <a:srgbClr val="4D3A2F"/>
                </a:solidFill>
                <a:latin typeface="Calibri" panose="020F0502020204030204" pitchFamily="34" charset="0"/>
                <a:cs typeface="Franklin Gothic Book"/>
              </a:rPr>
              <a:t>al</a:t>
            </a:r>
            <a:r>
              <a:rPr spc="-5" dirty="0">
                <a:solidFill>
                  <a:srgbClr val="4D3A2F"/>
                </a:solidFill>
                <a:latin typeface="Calibri" panose="020F0502020204030204" pitchFamily="34" charset="0"/>
                <a:cs typeface="Franklin Gothic Book"/>
              </a:rPr>
              <a:t>l </a:t>
            </a:r>
            <a:r>
              <a:rPr spc="-10" dirty="0">
                <a:solidFill>
                  <a:srgbClr val="4D3A2F"/>
                </a:solidFill>
                <a:latin typeface="Calibri" panose="020F0502020204030204" pitchFamily="34" charset="0"/>
                <a:cs typeface="Franklin Gothic Book"/>
              </a:rPr>
              <a:t>s</a:t>
            </a:r>
            <a:r>
              <a:rPr spc="-15" dirty="0">
                <a:solidFill>
                  <a:srgbClr val="4D3A2F"/>
                </a:solidFill>
                <a:latin typeface="Calibri" panose="020F0502020204030204" pitchFamily="34" charset="0"/>
                <a:cs typeface="Franklin Gothic Book"/>
              </a:rPr>
              <a:t>ta</a:t>
            </a:r>
            <a:r>
              <a:rPr spc="-45" dirty="0">
                <a:solidFill>
                  <a:srgbClr val="4D3A2F"/>
                </a:solidFill>
                <a:latin typeface="Calibri" panose="020F0502020204030204" pitchFamily="34" charset="0"/>
                <a:cs typeface="Franklin Gothic Book"/>
              </a:rPr>
              <a:t>k</a:t>
            </a:r>
            <a:r>
              <a:rPr spc="-20" dirty="0">
                <a:solidFill>
                  <a:srgbClr val="4D3A2F"/>
                </a:solidFill>
                <a:latin typeface="Calibri" panose="020F0502020204030204" pitchFamily="34" charset="0"/>
                <a:cs typeface="Franklin Gothic Book"/>
              </a:rPr>
              <a:t>e</a:t>
            </a:r>
            <a:r>
              <a:rPr spc="5" dirty="0">
                <a:solidFill>
                  <a:srgbClr val="4D3A2F"/>
                </a:solidFill>
                <a:latin typeface="Calibri" panose="020F0502020204030204" pitchFamily="34" charset="0"/>
                <a:cs typeface="Franklin Gothic Book"/>
              </a:rPr>
              <a:t>h</a:t>
            </a:r>
            <a:r>
              <a:rPr spc="-15" dirty="0">
                <a:solidFill>
                  <a:srgbClr val="4D3A2F"/>
                </a:solidFill>
                <a:latin typeface="Calibri" panose="020F0502020204030204" pitchFamily="34" charset="0"/>
                <a:cs typeface="Franklin Gothic Book"/>
              </a:rPr>
              <a:t>old</a:t>
            </a:r>
            <a:r>
              <a:rPr spc="-10" dirty="0">
                <a:solidFill>
                  <a:srgbClr val="4D3A2F"/>
                </a:solidFill>
                <a:latin typeface="Calibri" panose="020F0502020204030204" pitchFamily="34" charset="0"/>
                <a:cs typeface="Franklin Gothic Book"/>
              </a:rPr>
              <a:t>ers</a:t>
            </a:r>
            <a:r>
              <a:rPr spc="-5" dirty="0">
                <a:solidFill>
                  <a:srgbClr val="4D3A2F"/>
                </a:solidFill>
                <a:latin typeface="Calibri" panose="020F0502020204030204" pitchFamily="34" charset="0"/>
                <a:cs typeface="Franklin Gothic Book"/>
              </a:rPr>
              <a:t> </a:t>
            </a:r>
            <a:endParaRPr lang="en-US" spc="-5" dirty="0">
              <a:solidFill>
                <a:srgbClr val="4D3A2F"/>
              </a:solidFill>
              <a:latin typeface="Calibri" panose="020F0502020204030204" pitchFamily="34" charset="0"/>
              <a:cs typeface="Franklin Gothic Book"/>
            </a:endParaRPr>
          </a:p>
          <a:p>
            <a:pPr marL="298450" marR="6350" indent="-285750" fontAlgn="auto">
              <a:spcBef>
                <a:spcPts val="0"/>
              </a:spcBef>
              <a:spcAft>
                <a:spcPts val="0"/>
              </a:spcAft>
              <a:buFont typeface="Arial" panose="020B0604020202020204" pitchFamily="34" charset="0"/>
              <a:buChar char="•"/>
            </a:pPr>
            <a:r>
              <a:rPr spc="-5" dirty="0">
                <a:solidFill>
                  <a:srgbClr val="4D3A2F"/>
                </a:solidFill>
                <a:latin typeface="Calibri" panose="020F0502020204030204" pitchFamily="34" charset="0"/>
                <a:cs typeface="Franklin Gothic Book"/>
              </a:rPr>
              <a:t>S</a:t>
            </a:r>
            <a:r>
              <a:rPr spc="-10" dirty="0">
                <a:solidFill>
                  <a:srgbClr val="4D3A2F"/>
                </a:solidFill>
                <a:latin typeface="Calibri" panose="020F0502020204030204" pitchFamily="34" charset="0"/>
                <a:cs typeface="Franklin Gothic Book"/>
              </a:rPr>
              <a:t>c</a:t>
            </a:r>
            <a:r>
              <a:rPr spc="-5" dirty="0">
                <a:solidFill>
                  <a:srgbClr val="4D3A2F"/>
                </a:solidFill>
                <a:latin typeface="Calibri" panose="020F0502020204030204" pitchFamily="34" charset="0"/>
                <a:cs typeface="Franklin Gothic Book"/>
              </a:rPr>
              <a:t>h</a:t>
            </a:r>
            <a:r>
              <a:rPr spc="-20" dirty="0">
                <a:solidFill>
                  <a:srgbClr val="4D3A2F"/>
                </a:solidFill>
                <a:latin typeface="Calibri" panose="020F0502020204030204" pitchFamily="34" charset="0"/>
                <a:cs typeface="Franklin Gothic Book"/>
              </a:rPr>
              <a:t>e</a:t>
            </a:r>
            <a:r>
              <a:rPr spc="-5" dirty="0">
                <a:solidFill>
                  <a:srgbClr val="4D3A2F"/>
                </a:solidFill>
                <a:latin typeface="Calibri" panose="020F0502020204030204" pitchFamily="34" charset="0"/>
                <a:cs typeface="Franklin Gothic Book"/>
              </a:rPr>
              <a:t>d</a:t>
            </a:r>
            <a:r>
              <a:rPr spc="-15" dirty="0">
                <a:solidFill>
                  <a:srgbClr val="4D3A2F"/>
                </a:solidFill>
                <a:latin typeface="Calibri" panose="020F0502020204030204" pitchFamily="34" charset="0"/>
                <a:cs typeface="Franklin Gothic Book"/>
              </a:rPr>
              <a:t>ul</a:t>
            </a:r>
            <a:r>
              <a:rPr spc="-10" dirty="0">
                <a:solidFill>
                  <a:srgbClr val="4D3A2F"/>
                </a:solidFill>
                <a:latin typeface="Calibri" panose="020F0502020204030204" pitchFamily="34" charset="0"/>
                <a:cs typeface="Franklin Gothic Book"/>
              </a:rPr>
              <a:t>e</a:t>
            </a:r>
            <a:r>
              <a:rPr dirty="0">
                <a:solidFill>
                  <a:srgbClr val="4D3A2F"/>
                </a:solidFill>
                <a:latin typeface="Calibri" panose="020F0502020204030204" pitchFamily="34" charset="0"/>
                <a:cs typeface="Franklin Gothic Book"/>
              </a:rPr>
              <a:t> </a:t>
            </a:r>
            <a:r>
              <a:rPr spc="-50" dirty="0">
                <a:solidFill>
                  <a:srgbClr val="4D3A2F"/>
                </a:solidFill>
                <a:latin typeface="Calibri" panose="020F0502020204030204" pitchFamily="34" charset="0"/>
                <a:cs typeface="Franklin Gothic Book"/>
              </a:rPr>
              <a:t>f</a:t>
            </a:r>
            <a:r>
              <a:rPr spc="-10" dirty="0">
                <a:solidFill>
                  <a:srgbClr val="4D3A2F"/>
                </a:solidFill>
                <a:latin typeface="Calibri" panose="020F0502020204030204" pitchFamily="34" charset="0"/>
                <a:cs typeface="Franklin Gothic Book"/>
              </a:rPr>
              <a:t>or</a:t>
            </a:r>
            <a:r>
              <a:rPr spc="-5" dirty="0">
                <a:solidFill>
                  <a:srgbClr val="4D3A2F"/>
                </a:solidFill>
                <a:latin typeface="Calibri" panose="020F0502020204030204" pitchFamily="34" charset="0"/>
                <a:cs typeface="Franklin Gothic Book"/>
              </a:rPr>
              <a:t> di</a:t>
            </a:r>
            <a:r>
              <a:rPr spc="-10" dirty="0">
                <a:solidFill>
                  <a:srgbClr val="4D3A2F"/>
                </a:solidFill>
                <a:latin typeface="Calibri" panose="020F0502020204030204" pitchFamily="34" charset="0"/>
                <a:cs typeface="Franklin Gothic Book"/>
              </a:rPr>
              <a:t>s</a:t>
            </a:r>
            <a:r>
              <a:rPr spc="-15" dirty="0">
                <a:solidFill>
                  <a:srgbClr val="4D3A2F"/>
                </a:solidFill>
                <a:latin typeface="Calibri" panose="020F0502020204030204" pitchFamily="34" charset="0"/>
                <a:cs typeface="Franklin Gothic Book"/>
              </a:rPr>
              <a:t>tr</a:t>
            </a:r>
            <a:r>
              <a:rPr spc="-5" dirty="0">
                <a:solidFill>
                  <a:srgbClr val="4D3A2F"/>
                </a:solidFill>
                <a:latin typeface="Calibri" panose="020F0502020204030204" pitchFamily="34" charset="0"/>
                <a:cs typeface="Franklin Gothic Book"/>
              </a:rPr>
              <a:t>i</a:t>
            </a:r>
            <a:r>
              <a:rPr dirty="0">
                <a:solidFill>
                  <a:srgbClr val="4D3A2F"/>
                </a:solidFill>
                <a:latin typeface="Calibri" panose="020F0502020204030204" pitchFamily="34" charset="0"/>
                <a:cs typeface="Franklin Gothic Book"/>
              </a:rPr>
              <a:t>b</a:t>
            </a:r>
            <a:r>
              <a:rPr spc="-15" dirty="0">
                <a:solidFill>
                  <a:srgbClr val="4D3A2F"/>
                </a:solidFill>
                <a:latin typeface="Calibri" panose="020F0502020204030204" pitchFamily="34" charset="0"/>
                <a:cs typeface="Franklin Gothic Book"/>
              </a:rPr>
              <a:t>u</a:t>
            </a:r>
            <a:r>
              <a:rPr spc="-10" dirty="0">
                <a:solidFill>
                  <a:srgbClr val="4D3A2F"/>
                </a:solidFill>
                <a:latin typeface="Calibri" panose="020F0502020204030204" pitchFamily="34" charset="0"/>
                <a:cs typeface="Franklin Gothic Book"/>
              </a:rPr>
              <a:t>t</a:t>
            </a:r>
            <a:r>
              <a:rPr spc="-5" dirty="0">
                <a:solidFill>
                  <a:srgbClr val="4D3A2F"/>
                </a:solidFill>
                <a:latin typeface="Calibri" panose="020F0502020204030204" pitchFamily="34" charset="0"/>
                <a:cs typeface="Franklin Gothic Book"/>
              </a:rPr>
              <a:t>i</a:t>
            </a:r>
            <a:r>
              <a:rPr spc="-15" dirty="0">
                <a:solidFill>
                  <a:srgbClr val="4D3A2F"/>
                </a:solidFill>
                <a:latin typeface="Calibri" panose="020F0502020204030204" pitchFamily="34" charset="0"/>
                <a:cs typeface="Franklin Gothic Book"/>
              </a:rPr>
              <a:t>o</a:t>
            </a:r>
            <a:r>
              <a:rPr spc="-10" dirty="0">
                <a:solidFill>
                  <a:srgbClr val="4D3A2F"/>
                </a:solidFill>
                <a:latin typeface="Calibri" panose="020F0502020204030204" pitchFamily="34" charset="0"/>
                <a:cs typeface="Franklin Gothic Book"/>
              </a:rPr>
              <a:t>n</a:t>
            </a:r>
            <a:r>
              <a:rPr dirty="0">
                <a:solidFill>
                  <a:srgbClr val="4D3A2F"/>
                </a:solidFill>
                <a:latin typeface="Calibri" panose="020F0502020204030204" pitchFamily="34" charset="0"/>
                <a:cs typeface="Franklin Gothic Book"/>
              </a:rPr>
              <a:t> </a:t>
            </a:r>
            <a:r>
              <a:rPr spc="-15" dirty="0">
                <a:solidFill>
                  <a:srgbClr val="4D3A2F"/>
                </a:solidFill>
                <a:latin typeface="Calibri" panose="020F0502020204030204" pitchFamily="34" charset="0"/>
                <a:cs typeface="Franklin Gothic Book"/>
              </a:rPr>
              <a:t>o</a:t>
            </a:r>
            <a:r>
              <a:rPr spc="-10" dirty="0">
                <a:solidFill>
                  <a:srgbClr val="4D3A2F"/>
                </a:solidFill>
                <a:latin typeface="Calibri" panose="020F0502020204030204" pitchFamily="34" charset="0"/>
                <a:cs typeface="Franklin Gothic Book"/>
              </a:rPr>
              <a:t>f</a:t>
            </a:r>
            <a:r>
              <a:rPr spc="5" dirty="0">
                <a:solidFill>
                  <a:srgbClr val="4D3A2F"/>
                </a:solidFill>
                <a:latin typeface="Calibri" panose="020F0502020204030204" pitchFamily="34" charset="0"/>
                <a:cs typeface="Franklin Gothic Book"/>
              </a:rPr>
              <a:t> </a:t>
            </a:r>
            <a:r>
              <a:rPr spc="-10" dirty="0">
                <a:solidFill>
                  <a:srgbClr val="4D3A2F"/>
                </a:solidFill>
                <a:latin typeface="Calibri" panose="020F0502020204030204" pitchFamily="34" charset="0"/>
                <a:cs typeface="Franklin Gothic Book"/>
              </a:rPr>
              <a:t>e</a:t>
            </a:r>
            <a:r>
              <a:rPr spc="-25" dirty="0">
                <a:solidFill>
                  <a:srgbClr val="4D3A2F"/>
                </a:solidFill>
                <a:latin typeface="Calibri" panose="020F0502020204030204" pitchFamily="34" charset="0"/>
                <a:cs typeface="Franklin Gothic Book"/>
              </a:rPr>
              <a:t>a</a:t>
            </a:r>
            <a:r>
              <a:rPr spc="-5" dirty="0">
                <a:solidFill>
                  <a:srgbClr val="4D3A2F"/>
                </a:solidFill>
                <a:latin typeface="Calibri" panose="020F0502020204030204" pitchFamily="34" charset="0"/>
                <a:cs typeface="Franklin Gothic Book"/>
              </a:rPr>
              <a:t>c</a:t>
            </a:r>
            <a:r>
              <a:rPr dirty="0">
                <a:solidFill>
                  <a:srgbClr val="4D3A2F"/>
                </a:solidFill>
                <a:latin typeface="Calibri" panose="020F0502020204030204" pitchFamily="34" charset="0"/>
                <a:cs typeface="Franklin Gothic Book"/>
              </a:rPr>
              <a:t>h</a:t>
            </a:r>
            <a:r>
              <a:rPr spc="-5" dirty="0">
                <a:solidFill>
                  <a:srgbClr val="4D3A2F"/>
                </a:solidFill>
                <a:latin typeface="Calibri" panose="020F0502020204030204" pitchFamily="34" charset="0"/>
                <a:cs typeface="Franklin Gothic Book"/>
              </a:rPr>
              <a:t> </a:t>
            </a:r>
            <a:r>
              <a:rPr spc="-10" dirty="0">
                <a:solidFill>
                  <a:srgbClr val="4D3A2F"/>
                </a:solidFill>
                <a:latin typeface="Calibri" panose="020F0502020204030204" pitchFamily="34" charset="0"/>
                <a:cs typeface="Franklin Gothic Book"/>
              </a:rPr>
              <a:t>ty</a:t>
            </a:r>
            <a:r>
              <a:rPr spc="-5" dirty="0">
                <a:solidFill>
                  <a:srgbClr val="4D3A2F"/>
                </a:solidFill>
                <a:latin typeface="Calibri" panose="020F0502020204030204" pitchFamily="34" charset="0"/>
                <a:cs typeface="Franklin Gothic Book"/>
              </a:rPr>
              <a:t>p</a:t>
            </a:r>
            <a:r>
              <a:rPr spc="-10" dirty="0">
                <a:solidFill>
                  <a:srgbClr val="4D3A2F"/>
                </a:solidFill>
                <a:latin typeface="Calibri" panose="020F0502020204030204" pitchFamily="34" charset="0"/>
                <a:cs typeface="Franklin Gothic Book"/>
              </a:rPr>
              <a:t>e</a:t>
            </a:r>
            <a:r>
              <a:rPr dirty="0">
                <a:solidFill>
                  <a:srgbClr val="4D3A2F"/>
                </a:solidFill>
                <a:latin typeface="Calibri" panose="020F0502020204030204" pitchFamily="34" charset="0"/>
                <a:cs typeface="Franklin Gothic Book"/>
              </a:rPr>
              <a:t> </a:t>
            </a:r>
            <a:r>
              <a:rPr spc="-10" dirty="0">
                <a:solidFill>
                  <a:srgbClr val="4D3A2F"/>
                </a:solidFill>
                <a:latin typeface="Calibri" panose="020F0502020204030204" pitchFamily="34" charset="0"/>
                <a:cs typeface="Franklin Gothic Book"/>
              </a:rPr>
              <a:t>of</a:t>
            </a:r>
            <a:r>
              <a:rPr spc="-5" dirty="0">
                <a:solidFill>
                  <a:srgbClr val="4D3A2F"/>
                </a:solidFill>
                <a:latin typeface="Calibri" panose="020F0502020204030204" pitchFamily="34" charset="0"/>
                <a:cs typeface="Franklin Gothic Book"/>
              </a:rPr>
              <a:t> </a:t>
            </a:r>
            <a:r>
              <a:rPr spc="-10" dirty="0">
                <a:solidFill>
                  <a:srgbClr val="4D3A2F"/>
                </a:solidFill>
                <a:latin typeface="Calibri" panose="020F0502020204030204" pitchFamily="34" charset="0"/>
                <a:cs typeface="Franklin Gothic Book"/>
              </a:rPr>
              <a:t>co</a:t>
            </a:r>
            <a:r>
              <a:rPr spc="-25" dirty="0">
                <a:solidFill>
                  <a:srgbClr val="4D3A2F"/>
                </a:solidFill>
                <a:latin typeface="Calibri" panose="020F0502020204030204" pitchFamily="34" charset="0"/>
                <a:cs typeface="Franklin Gothic Book"/>
              </a:rPr>
              <a:t>m</a:t>
            </a:r>
            <a:r>
              <a:rPr spc="-15" dirty="0">
                <a:solidFill>
                  <a:srgbClr val="4D3A2F"/>
                </a:solidFill>
                <a:latin typeface="Calibri" panose="020F0502020204030204" pitchFamily="34" charset="0"/>
                <a:cs typeface="Franklin Gothic Book"/>
              </a:rPr>
              <a:t>mu</a:t>
            </a:r>
            <a:r>
              <a:rPr spc="-20" dirty="0">
                <a:solidFill>
                  <a:srgbClr val="4D3A2F"/>
                </a:solidFill>
                <a:latin typeface="Calibri" panose="020F0502020204030204" pitchFamily="34" charset="0"/>
                <a:cs typeface="Franklin Gothic Book"/>
              </a:rPr>
              <a:t>n</a:t>
            </a:r>
            <a:r>
              <a:rPr spc="-5" dirty="0">
                <a:solidFill>
                  <a:srgbClr val="4D3A2F"/>
                </a:solidFill>
                <a:latin typeface="Calibri" panose="020F0502020204030204" pitchFamily="34" charset="0"/>
                <a:cs typeface="Franklin Gothic Book"/>
              </a:rPr>
              <a:t>i</a:t>
            </a:r>
            <a:r>
              <a:rPr spc="-10" dirty="0">
                <a:solidFill>
                  <a:srgbClr val="4D3A2F"/>
                </a:solidFill>
                <a:latin typeface="Calibri" panose="020F0502020204030204" pitchFamily="34" charset="0"/>
                <a:cs typeface="Franklin Gothic Book"/>
              </a:rPr>
              <a:t>c</a:t>
            </a:r>
            <a:r>
              <a:rPr spc="-15" dirty="0">
                <a:solidFill>
                  <a:srgbClr val="4D3A2F"/>
                </a:solidFill>
                <a:latin typeface="Calibri" panose="020F0502020204030204" pitchFamily="34" charset="0"/>
                <a:cs typeface="Franklin Gothic Book"/>
              </a:rPr>
              <a:t>at</a:t>
            </a:r>
            <a:r>
              <a:rPr spc="-5" dirty="0">
                <a:solidFill>
                  <a:srgbClr val="4D3A2F"/>
                </a:solidFill>
                <a:latin typeface="Calibri" panose="020F0502020204030204" pitchFamily="34" charset="0"/>
                <a:cs typeface="Franklin Gothic Book"/>
              </a:rPr>
              <a:t>i</a:t>
            </a:r>
            <a:r>
              <a:rPr spc="-15" dirty="0">
                <a:solidFill>
                  <a:srgbClr val="4D3A2F"/>
                </a:solidFill>
                <a:latin typeface="Calibri" panose="020F0502020204030204" pitchFamily="34" charset="0"/>
                <a:cs typeface="Franklin Gothic Book"/>
              </a:rPr>
              <a:t>o</a:t>
            </a:r>
            <a:r>
              <a:rPr spc="-10" dirty="0">
                <a:solidFill>
                  <a:srgbClr val="4D3A2F"/>
                </a:solidFill>
                <a:latin typeface="Calibri" panose="020F0502020204030204" pitchFamily="34" charset="0"/>
                <a:cs typeface="Franklin Gothic Book"/>
              </a:rPr>
              <a:t>n</a:t>
            </a:r>
            <a:endParaRPr dirty="0">
              <a:solidFill>
                <a:prstClr val="black"/>
              </a:solidFill>
              <a:latin typeface="Calibri" panose="020F0502020204030204" pitchFamily="34" charset="0"/>
              <a:cs typeface="Franklin Gothic Book"/>
            </a:endParaRPr>
          </a:p>
        </p:txBody>
      </p:sp>
      <p:sp>
        <p:nvSpPr>
          <p:cNvPr id="10" name="object 10"/>
          <p:cNvSpPr txBox="1"/>
          <p:nvPr/>
        </p:nvSpPr>
        <p:spPr>
          <a:xfrm>
            <a:off x="727163" y="4792841"/>
            <a:ext cx="6180455" cy="315595"/>
          </a:xfrm>
          <a:prstGeom prst="rect">
            <a:avLst/>
          </a:prstGeom>
        </p:spPr>
        <p:txBody>
          <a:bodyPr vert="horz" wrap="square" lIns="0" tIns="0" rIns="0" bIns="0" rtlCol="0">
            <a:spAutoFit/>
          </a:bodyPr>
          <a:lstStyle/>
          <a:p>
            <a:pPr marL="12700" fontAlgn="auto">
              <a:spcBef>
                <a:spcPts val="0"/>
              </a:spcBef>
              <a:spcAft>
                <a:spcPts val="0"/>
              </a:spcAft>
            </a:pPr>
            <a:r>
              <a:rPr sz="2000" b="1" spc="15" dirty="0">
                <a:solidFill>
                  <a:srgbClr val="FF0000"/>
                </a:solidFill>
                <a:latin typeface="Calibri" panose="020F0502020204030204" pitchFamily="34" charset="0"/>
                <a:cs typeface="Franklin Gothic Book"/>
              </a:rPr>
              <a:t>9</a:t>
            </a:r>
            <a:r>
              <a:rPr sz="2000" b="1" spc="5" dirty="0">
                <a:solidFill>
                  <a:srgbClr val="FF0000"/>
                </a:solidFill>
                <a:latin typeface="Calibri" panose="020F0502020204030204" pitchFamily="34" charset="0"/>
                <a:cs typeface="Franklin Gothic Book"/>
              </a:rPr>
              <a:t>0</a:t>
            </a:r>
            <a:r>
              <a:rPr sz="2000" b="1" dirty="0">
                <a:solidFill>
                  <a:srgbClr val="FF0000"/>
                </a:solidFill>
                <a:latin typeface="Calibri" panose="020F0502020204030204" pitchFamily="34" charset="0"/>
                <a:cs typeface="Franklin Gothic Book"/>
              </a:rPr>
              <a:t>%</a:t>
            </a:r>
            <a:r>
              <a:rPr sz="2000" b="1" spc="20" dirty="0">
                <a:solidFill>
                  <a:srgbClr val="FF0000"/>
                </a:solidFill>
                <a:latin typeface="Calibri" panose="020F0502020204030204" pitchFamily="34" charset="0"/>
                <a:cs typeface="Franklin Gothic Book"/>
              </a:rPr>
              <a:t> </a:t>
            </a:r>
            <a:r>
              <a:rPr sz="2000" b="1" spc="-20" dirty="0">
                <a:solidFill>
                  <a:srgbClr val="FF0000"/>
                </a:solidFill>
                <a:latin typeface="Calibri" panose="020F0502020204030204" pitchFamily="34" charset="0"/>
                <a:cs typeface="Franklin Gothic Book"/>
              </a:rPr>
              <a:t>o</a:t>
            </a:r>
            <a:r>
              <a:rPr sz="2000" b="1" spc="-10" dirty="0">
                <a:solidFill>
                  <a:srgbClr val="FF0000"/>
                </a:solidFill>
                <a:latin typeface="Calibri" panose="020F0502020204030204" pitchFamily="34" charset="0"/>
                <a:cs typeface="Franklin Gothic Book"/>
              </a:rPr>
              <a:t>f</a:t>
            </a:r>
            <a:r>
              <a:rPr sz="2000" b="1" spc="5" dirty="0">
                <a:solidFill>
                  <a:srgbClr val="FF0000"/>
                </a:solidFill>
                <a:latin typeface="Calibri" panose="020F0502020204030204" pitchFamily="34" charset="0"/>
                <a:cs typeface="Franklin Gothic Book"/>
              </a:rPr>
              <a:t> </a:t>
            </a:r>
            <a:r>
              <a:rPr sz="2000" b="1" spc="-15" dirty="0">
                <a:solidFill>
                  <a:srgbClr val="FF0000"/>
                </a:solidFill>
                <a:latin typeface="Calibri" panose="020F0502020204030204" pitchFamily="34" charset="0"/>
                <a:cs typeface="Franklin Gothic Book"/>
              </a:rPr>
              <a:t>a</a:t>
            </a:r>
            <a:r>
              <a:rPr sz="2000" b="1" dirty="0">
                <a:solidFill>
                  <a:srgbClr val="FF0000"/>
                </a:solidFill>
                <a:latin typeface="Calibri" panose="020F0502020204030204" pitchFamily="34" charset="0"/>
                <a:cs typeface="Franklin Gothic Book"/>
              </a:rPr>
              <a:t> </a:t>
            </a:r>
            <a:r>
              <a:rPr lang="en-US" sz="2000" b="1" spc="-20" dirty="0">
                <a:solidFill>
                  <a:srgbClr val="FF0000"/>
                </a:solidFill>
                <a:latin typeface="Calibri" panose="020F0502020204030204" pitchFamily="34" charset="0"/>
                <a:cs typeface="Franklin Gothic Book"/>
              </a:rPr>
              <a:t>P</a:t>
            </a:r>
            <a:r>
              <a:rPr sz="2000" b="1" spc="-50" dirty="0">
                <a:solidFill>
                  <a:srgbClr val="FF0000"/>
                </a:solidFill>
                <a:latin typeface="Calibri" panose="020F0502020204030204" pitchFamily="34" charset="0"/>
                <a:cs typeface="Franklin Gothic Book"/>
              </a:rPr>
              <a:t>r</a:t>
            </a:r>
            <a:r>
              <a:rPr sz="2000" b="1" spc="-15" dirty="0">
                <a:solidFill>
                  <a:srgbClr val="FF0000"/>
                </a:solidFill>
                <a:latin typeface="Calibri" panose="020F0502020204030204" pitchFamily="34" charset="0"/>
                <a:cs typeface="Franklin Gothic Book"/>
              </a:rPr>
              <a:t>oje</a:t>
            </a:r>
            <a:r>
              <a:rPr sz="2000" b="1" spc="-5" dirty="0">
                <a:solidFill>
                  <a:srgbClr val="FF0000"/>
                </a:solidFill>
                <a:latin typeface="Calibri" panose="020F0502020204030204" pitchFamily="34" charset="0"/>
                <a:cs typeface="Franklin Gothic Book"/>
              </a:rPr>
              <a:t>c</a:t>
            </a:r>
            <a:r>
              <a:rPr sz="2000" b="1" spc="-10" dirty="0">
                <a:solidFill>
                  <a:srgbClr val="FF0000"/>
                </a:solidFill>
                <a:latin typeface="Calibri" panose="020F0502020204030204" pitchFamily="34" charset="0"/>
                <a:cs typeface="Franklin Gothic Book"/>
              </a:rPr>
              <a:t>t </a:t>
            </a:r>
            <a:r>
              <a:rPr lang="en-US" sz="2000" b="1" spc="-10" dirty="0">
                <a:solidFill>
                  <a:srgbClr val="FF0000"/>
                </a:solidFill>
                <a:latin typeface="Calibri" panose="020F0502020204030204" pitchFamily="34" charset="0"/>
                <a:cs typeface="Franklin Gothic Book"/>
              </a:rPr>
              <a:t>M</a:t>
            </a:r>
            <a:r>
              <a:rPr sz="2000" b="1" spc="-25" dirty="0">
                <a:solidFill>
                  <a:srgbClr val="FF0000"/>
                </a:solidFill>
                <a:latin typeface="Calibri" panose="020F0502020204030204" pitchFamily="34" charset="0"/>
                <a:cs typeface="Franklin Gothic Book"/>
              </a:rPr>
              <a:t>a</a:t>
            </a:r>
            <a:r>
              <a:rPr sz="2000" b="1" spc="-5" dirty="0">
                <a:solidFill>
                  <a:srgbClr val="FF0000"/>
                </a:solidFill>
                <a:latin typeface="Calibri" panose="020F0502020204030204" pitchFamily="34" charset="0"/>
                <a:cs typeface="Franklin Gothic Book"/>
              </a:rPr>
              <a:t>n</a:t>
            </a:r>
            <a:r>
              <a:rPr sz="2000" b="1" spc="-25" dirty="0">
                <a:solidFill>
                  <a:srgbClr val="FF0000"/>
                </a:solidFill>
                <a:latin typeface="Calibri" panose="020F0502020204030204" pitchFamily="34" charset="0"/>
                <a:cs typeface="Franklin Gothic Book"/>
              </a:rPr>
              <a:t>a</a:t>
            </a:r>
            <a:r>
              <a:rPr sz="2000" b="1" spc="-5" dirty="0">
                <a:solidFill>
                  <a:srgbClr val="FF0000"/>
                </a:solidFill>
                <a:latin typeface="Calibri" panose="020F0502020204030204" pitchFamily="34" charset="0"/>
                <a:cs typeface="Franklin Gothic Book"/>
              </a:rPr>
              <a:t>g</a:t>
            </a:r>
            <a:r>
              <a:rPr sz="2000" b="1" spc="-10" dirty="0">
                <a:solidFill>
                  <a:srgbClr val="FF0000"/>
                </a:solidFill>
                <a:latin typeface="Calibri" panose="020F0502020204030204" pitchFamily="34" charset="0"/>
                <a:cs typeface="Franklin Gothic Book"/>
              </a:rPr>
              <a:t>e</a:t>
            </a:r>
            <a:r>
              <a:rPr sz="2000" b="1" spc="-15" dirty="0">
                <a:solidFill>
                  <a:srgbClr val="FF0000"/>
                </a:solidFill>
                <a:latin typeface="Calibri" panose="020F0502020204030204" pitchFamily="34" charset="0"/>
                <a:cs typeface="Franklin Gothic Book"/>
              </a:rPr>
              <a:t>r'</a:t>
            </a:r>
            <a:r>
              <a:rPr sz="2000" b="1" spc="-10" dirty="0">
                <a:solidFill>
                  <a:srgbClr val="FF0000"/>
                </a:solidFill>
                <a:latin typeface="Calibri" panose="020F0502020204030204" pitchFamily="34" charset="0"/>
                <a:cs typeface="Franklin Gothic Book"/>
              </a:rPr>
              <a:t>s</a:t>
            </a:r>
            <a:r>
              <a:rPr sz="2000" b="1" dirty="0">
                <a:solidFill>
                  <a:srgbClr val="FF0000"/>
                </a:solidFill>
                <a:latin typeface="Calibri" panose="020F0502020204030204" pitchFamily="34" charset="0"/>
                <a:cs typeface="Franklin Gothic Book"/>
              </a:rPr>
              <a:t> </a:t>
            </a:r>
            <a:r>
              <a:rPr sz="2000" b="1" spc="-20" dirty="0">
                <a:solidFill>
                  <a:srgbClr val="FF0000"/>
                </a:solidFill>
                <a:latin typeface="Calibri" panose="020F0502020204030204" pitchFamily="34" charset="0"/>
                <a:cs typeface="Franklin Gothic Book"/>
              </a:rPr>
              <a:t>t</a:t>
            </a:r>
            <a:r>
              <a:rPr sz="2000" b="1" spc="-10" dirty="0">
                <a:solidFill>
                  <a:srgbClr val="FF0000"/>
                </a:solidFill>
                <a:latin typeface="Calibri" panose="020F0502020204030204" pitchFamily="34" charset="0"/>
                <a:cs typeface="Franklin Gothic Book"/>
              </a:rPr>
              <a:t>im</a:t>
            </a:r>
            <a:r>
              <a:rPr sz="2000" b="1" spc="-15" dirty="0">
                <a:solidFill>
                  <a:srgbClr val="FF0000"/>
                </a:solidFill>
                <a:latin typeface="Calibri" panose="020F0502020204030204" pitchFamily="34" charset="0"/>
                <a:cs typeface="Franklin Gothic Book"/>
              </a:rPr>
              <a:t>e</a:t>
            </a:r>
            <a:r>
              <a:rPr sz="2000" b="1" spc="5" dirty="0">
                <a:solidFill>
                  <a:srgbClr val="FF0000"/>
                </a:solidFill>
                <a:latin typeface="Calibri" panose="020F0502020204030204" pitchFamily="34" charset="0"/>
                <a:cs typeface="Franklin Gothic Book"/>
              </a:rPr>
              <a:t> </a:t>
            </a:r>
            <a:r>
              <a:rPr sz="2000" b="1" spc="-10" dirty="0">
                <a:solidFill>
                  <a:srgbClr val="FF0000"/>
                </a:solidFill>
                <a:latin typeface="Calibri" panose="020F0502020204030204" pitchFamily="34" charset="0"/>
                <a:cs typeface="Franklin Gothic Book"/>
              </a:rPr>
              <a:t>is</a:t>
            </a:r>
            <a:r>
              <a:rPr sz="2000" b="1" dirty="0">
                <a:solidFill>
                  <a:srgbClr val="FF0000"/>
                </a:solidFill>
                <a:latin typeface="Calibri" panose="020F0502020204030204" pitchFamily="34" charset="0"/>
                <a:cs typeface="Franklin Gothic Book"/>
              </a:rPr>
              <a:t> </a:t>
            </a:r>
            <a:r>
              <a:rPr sz="2000" b="1" spc="-20" dirty="0">
                <a:solidFill>
                  <a:srgbClr val="FF0000"/>
                </a:solidFill>
                <a:latin typeface="Calibri" panose="020F0502020204030204" pitchFamily="34" charset="0"/>
                <a:cs typeface="Franklin Gothic Book"/>
              </a:rPr>
              <a:t>sp</a:t>
            </a:r>
            <a:r>
              <a:rPr sz="2000" b="1" spc="-10" dirty="0">
                <a:solidFill>
                  <a:srgbClr val="FF0000"/>
                </a:solidFill>
                <a:latin typeface="Calibri" panose="020F0502020204030204" pitchFamily="34" charset="0"/>
                <a:cs typeface="Franklin Gothic Book"/>
              </a:rPr>
              <a:t>ent </a:t>
            </a:r>
            <a:r>
              <a:rPr sz="2000" b="1" spc="-5" dirty="0">
                <a:solidFill>
                  <a:srgbClr val="FF0000"/>
                </a:solidFill>
                <a:latin typeface="Calibri" panose="020F0502020204030204" pitchFamily="34" charset="0"/>
                <a:cs typeface="Franklin Gothic Book"/>
              </a:rPr>
              <a:t>c</a:t>
            </a:r>
            <a:r>
              <a:rPr sz="2000" b="1" spc="-20" dirty="0">
                <a:solidFill>
                  <a:srgbClr val="FF0000"/>
                </a:solidFill>
                <a:latin typeface="Calibri" panose="020F0502020204030204" pitchFamily="34" charset="0"/>
                <a:cs typeface="Franklin Gothic Book"/>
              </a:rPr>
              <a:t>o</a:t>
            </a:r>
            <a:r>
              <a:rPr sz="2000" b="1" spc="-10" dirty="0">
                <a:solidFill>
                  <a:srgbClr val="FF0000"/>
                </a:solidFill>
                <a:latin typeface="Calibri" panose="020F0502020204030204" pitchFamily="34" charset="0"/>
                <a:cs typeface="Franklin Gothic Book"/>
              </a:rPr>
              <a:t>m</a:t>
            </a:r>
            <a:r>
              <a:rPr sz="2000" b="1" spc="-20" dirty="0">
                <a:solidFill>
                  <a:srgbClr val="FF0000"/>
                </a:solidFill>
                <a:latin typeface="Calibri" panose="020F0502020204030204" pitchFamily="34" charset="0"/>
                <a:cs typeface="Franklin Gothic Book"/>
              </a:rPr>
              <a:t>mu</a:t>
            </a:r>
            <a:r>
              <a:rPr sz="2000" b="1" spc="-15" dirty="0">
                <a:solidFill>
                  <a:srgbClr val="FF0000"/>
                </a:solidFill>
                <a:latin typeface="Calibri" panose="020F0502020204030204" pitchFamily="34" charset="0"/>
                <a:cs typeface="Franklin Gothic Book"/>
              </a:rPr>
              <a:t>n</a:t>
            </a:r>
            <a:r>
              <a:rPr sz="2000" b="1" spc="-5" dirty="0">
                <a:solidFill>
                  <a:srgbClr val="FF0000"/>
                </a:solidFill>
                <a:latin typeface="Calibri" panose="020F0502020204030204" pitchFamily="34" charset="0"/>
                <a:cs typeface="Franklin Gothic Book"/>
              </a:rPr>
              <a:t>ica</a:t>
            </a:r>
            <a:r>
              <a:rPr sz="2000" b="1" spc="-20" dirty="0">
                <a:solidFill>
                  <a:srgbClr val="FF0000"/>
                </a:solidFill>
                <a:latin typeface="Calibri" panose="020F0502020204030204" pitchFamily="34" charset="0"/>
                <a:cs typeface="Franklin Gothic Book"/>
              </a:rPr>
              <a:t>t</a:t>
            </a:r>
            <a:r>
              <a:rPr sz="2000" b="1" spc="-10" dirty="0">
                <a:solidFill>
                  <a:srgbClr val="FF0000"/>
                </a:solidFill>
                <a:latin typeface="Calibri" panose="020F0502020204030204" pitchFamily="34" charset="0"/>
                <a:cs typeface="Franklin Gothic Book"/>
              </a:rPr>
              <a:t>i</a:t>
            </a:r>
            <a:r>
              <a:rPr sz="2000" b="1" spc="-5" dirty="0">
                <a:solidFill>
                  <a:srgbClr val="FF0000"/>
                </a:solidFill>
                <a:latin typeface="Calibri" panose="020F0502020204030204" pitchFamily="34" charset="0"/>
                <a:cs typeface="Franklin Gothic Book"/>
              </a:rPr>
              <a:t>ng</a:t>
            </a:r>
            <a:r>
              <a:rPr sz="2000" b="1" dirty="0">
                <a:solidFill>
                  <a:srgbClr val="FF0000"/>
                </a:solidFill>
                <a:latin typeface="Calibri" panose="020F0502020204030204" pitchFamily="34" charset="0"/>
                <a:cs typeface="Franklin Gothic Book"/>
              </a:rPr>
              <a:t>.</a:t>
            </a:r>
          </a:p>
        </p:txBody>
      </p:sp>
      <p:sp>
        <p:nvSpPr>
          <p:cNvPr id="11" name="object 11"/>
          <p:cNvSpPr/>
          <p:nvPr/>
        </p:nvSpPr>
        <p:spPr>
          <a:xfrm>
            <a:off x="96519" y="6183629"/>
            <a:ext cx="485140" cy="524510"/>
          </a:xfrm>
          <a:custGeom>
            <a:avLst/>
            <a:gdLst/>
            <a:ahLst/>
            <a:cxnLst/>
            <a:rect l="l" t="t" r="r" b="b"/>
            <a:pathLst>
              <a:path w="485140" h="524509">
                <a:moveTo>
                  <a:pt x="255270" y="0"/>
                </a:moveTo>
                <a:lnTo>
                  <a:pt x="229870" y="0"/>
                </a:lnTo>
                <a:lnTo>
                  <a:pt x="218440" y="1270"/>
                </a:lnTo>
                <a:lnTo>
                  <a:pt x="205740" y="2540"/>
                </a:lnTo>
                <a:lnTo>
                  <a:pt x="158750" y="15240"/>
                </a:lnTo>
                <a:lnTo>
                  <a:pt x="124459" y="33020"/>
                </a:lnTo>
                <a:lnTo>
                  <a:pt x="85090" y="62230"/>
                </a:lnTo>
                <a:lnTo>
                  <a:pt x="67310" y="81280"/>
                </a:lnTo>
                <a:lnTo>
                  <a:pt x="58419" y="91440"/>
                </a:lnTo>
                <a:lnTo>
                  <a:pt x="43180" y="111760"/>
                </a:lnTo>
                <a:lnTo>
                  <a:pt x="30480" y="134620"/>
                </a:lnTo>
                <a:lnTo>
                  <a:pt x="25400" y="146050"/>
                </a:lnTo>
                <a:lnTo>
                  <a:pt x="20319" y="158750"/>
                </a:lnTo>
                <a:lnTo>
                  <a:pt x="15240" y="170180"/>
                </a:lnTo>
                <a:lnTo>
                  <a:pt x="7619" y="195580"/>
                </a:lnTo>
                <a:lnTo>
                  <a:pt x="5080" y="208280"/>
                </a:lnTo>
                <a:lnTo>
                  <a:pt x="3810" y="222250"/>
                </a:lnTo>
                <a:lnTo>
                  <a:pt x="1270" y="234950"/>
                </a:lnTo>
                <a:lnTo>
                  <a:pt x="1270" y="248920"/>
                </a:lnTo>
                <a:lnTo>
                  <a:pt x="0" y="261620"/>
                </a:lnTo>
                <a:lnTo>
                  <a:pt x="1270" y="275590"/>
                </a:lnTo>
                <a:lnTo>
                  <a:pt x="1270" y="289560"/>
                </a:lnTo>
                <a:lnTo>
                  <a:pt x="3810" y="302260"/>
                </a:lnTo>
                <a:lnTo>
                  <a:pt x="6350" y="316230"/>
                </a:lnTo>
                <a:lnTo>
                  <a:pt x="16510" y="355600"/>
                </a:lnTo>
                <a:lnTo>
                  <a:pt x="33019" y="392430"/>
                </a:lnTo>
                <a:lnTo>
                  <a:pt x="39369" y="405130"/>
                </a:lnTo>
                <a:lnTo>
                  <a:pt x="46990" y="415290"/>
                </a:lnTo>
                <a:lnTo>
                  <a:pt x="54610" y="426720"/>
                </a:lnTo>
                <a:lnTo>
                  <a:pt x="62230" y="436880"/>
                </a:lnTo>
                <a:lnTo>
                  <a:pt x="90170" y="466090"/>
                </a:lnTo>
                <a:lnTo>
                  <a:pt x="121920" y="488950"/>
                </a:lnTo>
                <a:lnTo>
                  <a:pt x="133350" y="495300"/>
                </a:lnTo>
                <a:lnTo>
                  <a:pt x="143510" y="501650"/>
                </a:lnTo>
                <a:lnTo>
                  <a:pt x="156210" y="506730"/>
                </a:lnTo>
                <a:lnTo>
                  <a:pt x="167640" y="510540"/>
                </a:lnTo>
                <a:lnTo>
                  <a:pt x="180340" y="514350"/>
                </a:lnTo>
                <a:lnTo>
                  <a:pt x="191770" y="518160"/>
                </a:lnTo>
                <a:lnTo>
                  <a:pt x="204470" y="520700"/>
                </a:lnTo>
                <a:lnTo>
                  <a:pt x="242570" y="524510"/>
                </a:lnTo>
                <a:lnTo>
                  <a:pt x="280670" y="520700"/>
                </a:lnTo>
                <a:lnTo>
                  <a:pt x="293370" y="518160"/>
                </a:lnTo>
                <a:lnTo>
                  <a:pt x="304800" y="514350"/>
                </a:lnTo>
                <a:lnTo>
                  <a:pt x="317500" y="510540"/>
                </a:lnTo>
                <a:lnTo>
                  <a:pt x="363220" y="488950"/>
                </a:lnTo>
                <a:lnTo>
                  <a:pt x="405130" y="455930"/>
                </a:lnTo>
                <a:lnTo>
                  <a:pt x="421639" y="436880"/>
                </a:lnTo>
                <a:lnTo>
                  <a:pt x="430530" y="426720"/>
                </a:lnTo>
                <a:lnTo>
                  <a:pt x="458470" y="381000"/>
                </a:lnTo>
                <a:lnTo>
                  <a:pt x="472439" y="342900"/>
                </a:lnTo>
                <a:lnTo>
                  <a:pt x="481330" y="302260"/>
                </a:lnTo>
                <a:lnTo>
                  <a:pt x="482600" y="288290"/>
                </a:lnTo>
                <a:lnTo>
                  <a:pt x="483870" y="275590"/>
                </a:lnTo>
                <a:lnTo>
                  <a:pt x="485139" y="261620"/>
                </a:lnTo>
                <a:lnTo>
                  <a:pt x="485139" y="247650"/>
                </a:lnTo>
                <a:lnTo>
                  <a:pt x="483870" y="233680"/>
                </a:lnTo>
                <a:lnTo>
                  <a:pt x="482600" y="220980"/>
                </a:lnTo>
                <a:lnTo>
                  <a:pt x="480059" y="207010"/>
                </a:lnTo>
                <a:lnTo>
                  <a:pt x="476250" y="194310"/>
                </a:lnTo>
                <a:lnTo>
                  <a:pt x="472439" y="180340"/>
                </a:lnTo>
                <a:lnTo>
                  <a:pt x="468630" y="167640"/>
                </a:lnTo>
                <a:lnTo>
                  <a:pt x="458470" y="142240"/>
                </a:lnTo>
                <a:lnTo>
                  <a:pt x="452120" y="130810"/>
                </a:lnTo>
                <a:lnTo>
                  <a:pt x="445770" y="118110"/>
                </a:lnTo>
                <a:lnTo>
                  <a:pt x="438150" y="107950"/>
                </a:lnTo>
                <a:lnTo>
                  <a:pt x="430530" y="96520"/>
                </a:lnTo>
                <a:lnTo>
                  <a:pt x="422909" y="86360"/>
                </a:lnTo>
                <a:lnTo>
                  <a:pt x="394970" y="57150"/>
                </a:lnTo>
                <a:lnTo>
                  <a:pt x="363220" y="34290"/>
                </a:lnTo>
                <a:lnTo>
                  <a:pt x="351789" y="27940"/>
                </a:lnTo>
                <a:lnTo>
                  <a:pt x="341630" y="21590"/>
                </a:lnTo>
                <a:lnTo>
                  <a:pt x="328930" y="16510"/>
                </a:lnTo>
                <a:lnTo>
                  <a:pt x="317500" y="12700"/>
                </a:lnTo>
                <a:lnTo>
                  <a:pt x="304800" y="8890"/>
                </a:lnTo>
                <a:lnTo>
                  <a:pt x="293370" y="5080"/>
                </a:lnTo>
                <a:lnTo>
                  <a:pt x="280670" y="2540"/>
                </a:lnTo>
                <a:lnTo>
                  <a:pt x="255270" y="0"/>
                </a:lnTo>
                <a:close/>
              </a:path>
            </a:pathLst>
          </a:custGeom>
          <a:solidFill>
            <a:srgbClr val="FF0000"/>
          </a:solid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2" name="object 12"/>
          <p:cNvSpPr/>
          <p:nvPr/>
        </p:nvSpPr>
        <p:spPr>
          <a:xfrm>
            <a:off x="96519" y="6183629"/>
            <a:ext cx="485140" cy="524510"/>
          </a:xfrm>
          <a:custGeom>
            <a:avLst/>
            <a:gdLst/>
            <a:ahLst/>
            <a:cxnLst/>
            <a:rect l="l" t="t" r="r" b="b"/>
            <a:pathLst>
              <a:path w="485140" h="524509">
                <a:moveTo>
                  <a:pt x="0" y="261620"/>
                </a:moveTo>
                <a:lnTo>
                  <a:pt x="1270" y="248920"/>
                </a:lnTo>
                <a:lnTo>
                  <a:pt x="1270" y="234950"/>
                </a:lnTo>
                <a:lnTo>
                  <a:pt x="3810" y="222250"/>
                </a:lnTo>
                <a:lnTo>
                  <a:pt x="5080" y="208280"/>
                </a:lnTo>
                <a:lnTo>
                  <a:pt x="7619" y="195580"/>
                </a:lnTo>
                <a:lnTo>
                  <a:pt x="11430" y="182880"/>
                </a:lnTo>
                <a:lnTo>
                  <a:pt x="15240" y="170180"/>
                </a:lnTo>
                <a:lnTo>
                  <a:pt x="20319" y="158750"/>
                </a:lnTo>
                <a:lnTo>
                  <a:pt x="25400" y="146050"/>
                </a:lnTo>
                <a:lnTo>
                  <a:pt x="30480" y="134620"/>
                </a:lnTo>
                <a:lnTo>
                  <a:pt x="36830" y="123190"/>
                </a:lnTo>
                <a:lnTo>
                  <a:pt x="43180" y="111760"/>
                </a:lnTo>
                <a:lnTo>
                  <a:pt x="50800" y="101600"/>
                </a:lnTo>
                <a:lnTo>
                  <a:pt x="58419" y="91440"/>
                </a:lnTo>
                <a:lnTo>
                  <a:pt x="67310" y="81280"/>
                </a:lnTo>
                <a:lnTo>
                  <a:pt x="74930" y="71120"/>
                </a:lnTo>
                <a:lnTo>
                  <a:pt x="85090" y="62230"/>
                </a:lnTo>
                <a:lnTo>
                  <a:pt x="93980" y="54610"/>
                </a:lnTo>
                <a:lnTo>
                  <a:pt x="104140" y="46990"/>
                </a:lnTo>
                <a:lnTo>
                  <a:pt x="114300" y="39370"/>
                </a:lnTo>
                <a:lnTo>
                  <a:pt x="124459" y="33020"/>
                </a:lnTo>
                <a:lnTo>
                  <a:pt x="135890" y="26670"/>
                </a:lnTo>
                <a:lnTo>
                  <a:pt x="147320" y="20320"/>
                </a:lnTo>
                <a:lnTo>
                  <a:pt x="193040" y="5080"/>
                </a:lnTo>
                <a:lnTo>
                  <a:pt x="218440" y="1270"/>
                </a:lnTo>
                <a:lnTo>
                  <a:pt x="229870" y="0"/>
                </a:lnTo>
                <a:lnTo>
                  <a:pt x="242570" y="0"/>
                </a:lnTo>
                <a:lnTo>
                  <a:pt x="255270" y="0"/>
                </a:lnTo>
                <a:lnTo>
                  <a:pt x="267970" y="1270"/>
                </a:lnTo>
                <a:lnTo>
                  <a:pt x="280670" y="2540"/>
                </a:lnTo>
                <a:lnTo>
                  <a:pt x="293370" y="5080"/>
                </a:lnTo>
                <a:lnTo>
                  <a:pt x="304800" y="8890"/>
                </a:lnTo>
                <a:lnTo>
                  <a:pt x="317500" y="12700"/>
                </a:lnTo>
                <a:lnTo>
                  <a:pt x="328930" y="16510"/>
                </a:lnTo>
                <a:lnTo>
                  <a:pt x="341630" y="21590"/>
                </a:lnTo>
                <a:lnTo>
                  <a:pt x="351789" y="27940"/>
                </a:lnTo>
                <a:lnTo>
                  <a:pt x="363220" y="34290"/>
                </a:lnTo>
                <a:lnTo>
                  <a:pt x="374650" y="41910"/>
                </a:lnTo>
                <a:lnTo>
                  <a:pt x="384809" y="49530"/>
                </a:lnTo>
                <a:lnTo>
                  <a:pt x="394970" y="57150"/>
                </a:lnTo>
                <a:lnTo>
                  <a:pt x="405130" y="67310"/>
                </a:lnTo>
                <a:lnTo>
                  <a:pt x="414020" y="76200"/>
                </a:lnTo>
                <a:lnTo>
                  <a:pt x="422909" y="86360"/>
                </a:lnTo>
                <a:lnTo>
                  <a:pt x="430530" y="96520"/>
                </a:lnTo>
                <a:lnTo>
                  <a:pt x="438150" y="107950"/>
                </a:lnTo>
                <a:lnTo>
                  <a:pt x="445770" y="118110"/>
                </a:lnTo>
                <a:lnTo>
                  <a:pt x="452120" y="130810"/>
                </a:lnTo>
                <a:lnTo>
                  <a:pt x="458470" y="142240"/>
                </a:lnTo>
                <a:lnTo>
                  <a:pt x="463550" y="154940"/>
                </a:lnTo>
                <a:lnTo>
                  <a:pt x="468630" y="167640"/>
                </a:lnTo>
                <a:lnTo>
                  <a:pt x="472439" y="180340"/>
                </a:lnTo>
                <a:lnTo>
                  <a:pt x="476250" y="194310"/>
                </a:lnTo>
                <a:lnTo>
                  <a:pt x="480059" y="207010"/>
                </a:lnTo>
                <a:lnTo>
                  <a:pt x="482600" y="220980"/>
                </a:lnTo>
                <a:lnTo>
                  <a:pt x="483870" y="233680"/>
                </a:lnTo>
                <a:lnTo>
                  <a:pt x="485139" y="247650"/>
                </a:lnTo>
                <a:lnTo>
                  <a:pt x="485139" y="261620"/>
                </a:lnTo>
                <a:lnTo>
                  <a:pt x="483870" y="275590"/>
                </a:lnTo>
                <a:lnTo>
                  <a:pt x="482600" y="288290"/>
                </a:lnTo>
                <a:lnTo>
                  <a:pt x="481330" y="302260"/>
                </a:lnTo>
                <a:lnTo>
                  <a:pt x="472439" y="342900"/>
                </a:lnTo>
                <a:lnTo>
                  <a:pt x="463550" y="368300"/>
                </a:lnTo>
                <a:lnTo>
                  <a:pt x="458470" y="381000"/>
                </a:lnTo>
                <a:lnTo>
                  <a:pt x="438150" y="415290"/>
                </a:lnTo>
                <a:lnTo>
                  <a:pt x="421639" y="436880"/>
                </a:lnTo>
                <a:lnTo>
                  <a:pt x="414020" y="447040"/>
                </a:lnTo>
                <a:lnTo>
                  <a:pt x="384809" y="473710"/>
                </a:lnTo>
                <a:lnTo>
                  <a:pt x="351789" y="495300"/>
                </a:lnTo>
                <a:lnTo>
                  <a:pt x="340359" y="501650"/>
                </a:lnTo>
                <a:lnTo>
                  <a:pt x="328930" y="506730"/>
                </a:lnTo>
                <a:lnTo>
                  <a:pt x="317500" y="510540"/>
                </a:lnTo>
                <a:lnTo>
                  <a:pt x="304800" y="514350"/>
                </a:lnTo>
                <a:lnTo>
                  <a:pt x="293370" y="518160"/>
                </a:lnTo>
                <a:lnTo>
                  <a:pt x="280670" y="520700"/>
                </a:lnTo>
                <a:lnTo>
                  <a:pt x="267970" y="521970"/>
                </a:lnTo>
                <a:lnTo>
                  <a:pt x="255270" y="523240"/>
                </a:lnTo>
                <a:lnTo>
                  <a:pt x="242570" y="524510"/>
                </a:lnTo>
                <a:lnTo>
                  <a:pt x="229870" y="523240"/>
                </a:lnTo>
                <a:lnTo>
                  <a:pt x="217170" y="521970"/>
                </a:lnTo>
                <a:lnTo>
                  <a:pt x="204470" y="520700"/>
                </a:lnTo>
                <a:lnTo>
                  <a:pt x="191770" y="518160"/>
                </a:lnTo>
                <a:lnTo>
                  <a:pt x="180340" y="514350"/>
                </a:lnTo>
                <a:lnTo>
                  <a:pt x="167640" y="510540"/>
                </a:lnTo>
                <a:lnTo>
                  <a:pt x="156210" y="506730"/>
                </a:lnTo>
                <a:lnTo>
                  <a:pt x="143510" y="501650"/>
                </a:lnTo>
                <a:lnTo>
                  <a:pt x="133350" y="495300"/>
                </a:lnTo>
                <a:lnTo>
                  <a:pt x="121920" y="488950"/>
                </a:lnTo>
                <a:lnTo>
                  <a:pt x="90170" y="466090"/>
                </a:lnTo>
                <a:lnTo>
                  <a:pt x="62230" y="436880"/>
                </a:lnTo>
                <a:lnTo>
                  <a:pt x="46990" y="415290"/>
                </a:lnTo>
                <a:lnTo>
                  <a:pt x="39369" y="405130"/>
                </a:lnTo>
                <a:lnTo>
                  <a:pt x="33019" y="392430"/>
                </a:lnTo>
                <a:lnTo>
                  <a:pt x="26669" y="381000"/>
                </a:lnTo>
                <a:lnTo>
                  <a:pt x="21590" y="368300"/>
                </a:lnTo>
                <a:lnTo>
                  <a:pt x="8890" y="328930"/>
                </a:lnTo>
                <a:lnTo>
                  <a:pt x="3810" y="302260"/>
                </a:lnTo>
                <a:lnTo>
                  <a:pt x="1270" y="289560"/>
                </a:lnTo>
                <a:lnTo>
                  <a:pt x="1270" y="275590"/>
                </a:lnTo>
                <a:lnTo>
                  <a:pt x="0" y="261620"/>
                </a:lnTo>
                <a:close/>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3" name="object 13"/>
          <p:cNvSpPr/>
          <p:nvPr/>
        </p:nvSpPr>
        <p:spPr>
          <a:xfrm>
            <a:off x="96519" y="6183629"/>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4" name="object 14"/>
          <p:cNvSpPr/>
          <p:nvPr/>
        </p:nvSpPr>
        <p:spPr>
          <a:xfrm>
            <a:off x="581659" y="6708140"/>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5" name="Title 14"/>
          <p:cNvSpPr>
            <a:spLocks noGrp="1"/>
          </p:cNvSpPr>
          <p:nvPr>
            <p:ph type="title"/>
          </p:nvPr>
        </p:nvSpPr>
        <p:spPr>
          <a:xfrm>
            <a:off x="323528" y="381000"/>
            <a:ext cx="8568952" cy="556894"/>
          </a:xfrm>
        </p:spPr>
        <p:txBody>
          <a:bodyPr>
            <a:noAutofit/>
          </a:bodyPr>
          <a:lstStyle/>
          <a:p>
            <a:pPr algn="ctr"/>
            <a:r>
              <a:rPr lang="en-US" sz="3200" dirty="0">
                <a:latin typeface="Calibri" panose="020F0502020204030204" pitchFamily="34" charset="0"/>
              </a:rPr>
              <a:t>Project communications management</a:t>
            </a:r>
          </a:p>
        </p:txBody>
      </p:sp>
      <p:sp>
        <p:nvSpPr>
          <p:cNvPr id="5" name="Footer Placeholder 4">
            <a:extLst>
              <a:ext uri="{FF2B5EF4-FFF2-40B4-BE49-F238E27FC236}">
                <a16:creationId xmlns:a16="http://schemas.microsoft.com/office/drawing/2014/main" id="{1CA88513-919D-4917-9D22-B502FCD765EA}"/>
              </a:ext>
            </a:extLst>
          </p:cNvPr>
          <p:cNvSpPr>
            <a:spLocks noGrp="1"/>
          </p:cNvSpPr>
          <p:nvPr>
            <p:ph type="ftr" sz="quarter" idx="11"/>
          </p:nvPr>
        </p:nvSpPr>
        <p:spPr/>
        <p:txBody>
          <a:bodyPr/>
          <a:lstStyle/>
          <a:p>
            <a:r>
              <a:rPr lang="en-US">
                <a:solidFill>
                  <a:prstClr val="black"/>
                </a:solidFill>
              </a:rPr>
              <a:t>LAWS 1038-23W</a:t>
            </a:r>
          </a:p>
        </p:txBody>
      </p:sp>
      <p:sp>
        <p:nvSpPr>
          <p:cNvPr id="7" name="Slide Number Placeholder 6">
            <a:extLst>
              <a:ext uri="{FF2B5EF4-FFF2-40B4-BE49-F238E27FC236}">
                <a16:creationId xmlns:a16="http://schemas.microsoft.com/office/drawing/2014/main" id="{5D17A8E8-1872-4797-A6A9-9BEFFA2736F5}"/>
              </a:ext>
            </a:extLst>
          </p:cNvPr>
          <p:cNvSpPr>
            <a:spLocks noGrp="1"/>
          </p:cNvSpPr>
          <p:nvPr>
            <p:ph type="sldNum" sz="quarter" idx="12"/>
          </p:nvPr>
        </p:nvSpPr>
        <p:spPr/>
        <p:txBody>
          <a:bodyPr/>
          <a:lstStyle/>
          <a:p>
            <a:fld id="{E31375A4-56A4-47D6-9801-1991572033F7}" type="slidenum">
              <a:rPr lang="en-US" smtClean="0">
                <a:solidFill>
                  <a:prstClr val="black"/>
                </a:solidFill>
              </a:rPr>
              <a:pPr/>
              <a:t>25</a:t>
            </a:fld>
            <a:endParaRPr lang="en-US">
              <a:solidFill>
                <a:prstClr val="black"/>
              </a:solidFill>
            </a:endParaRPr>
          </a:p>
        </p:txBody>
      </p:sp>
      <p:sp>
        <p:nvSpPr>
          <p:cNvPr id="2" name="Date Placeholder 1">
            <a:extLst>
              <a:ext uri="{FF2B5EF4-FFF2-40B4-BE49-F238E27FC236}">
                <a16:creationId xmlns:a16="http://schemas.microsoft.com/office/drawing/2014/main" id="{0D237746-131B-4FBC-07E2-0AB83139CFDD}"/>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928952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83540" y="1873250"/>
            <a:ext cx="8313420" cy="1290320"/>
          </a:xfrm>
          <a:prstGeom prst="rect">
            <a:avLst/>
          </a:prstGeom>
        </p:spPr>
        <p:txBody>
          <a:bodyPr vert="horz" wrap="square" lIns="0" tIns="0" rIns="0" bIns="0" rtlCol="0">
            <a:spAutoFit/>
          </a:bodyPr>
          <a:lstStyle/>
          <a:p>
            <a:pPr marL="469900" marR="6350" indent="-457200" fontAlgn="auto">
              <a:spcBef>
                <a:spcPts val="0"/>
              </a:spcBef>
              <a:spcAft>
                <a:spcPts val="0"/>
              </a:spcAft>
              <a:buFont typeface="Arial" panose="020B0604020202020204" pitchFamily="34" charset="0"/>
              <a:buChar char="•"/>
            </a:pPr>
            <a:r>
              <a:rPr lang="en-US" sz="2800" spc="-10" dirty="0">
                <a:solidFill>
                  <a:srgbClr val="4D3A2F"/>
                </a:solidFill>
                <a:latin typeface="Calibri" panose="020F0502020204030204" pitchFamily="34" charset="0"/>
                <a:cs typeface="Franklin Gothic Book"/>
              </a:rPr>
              <a:t>T</a:t>
            </a:r>
            <a:r>
              <a:rPr lang="en-US" sz="2800" spc="5" dirty="0">
                <a:solidFill>
                  <a:srgbClr val="4D3A2F"/>
                </a:solidFill>
                <a:latin typeface="Calibri" panose="020F0502020204030204" pitchFamily="34" charset="0"/>
                <a:cs typeface="Franklin Gothic Book"/>
              </a:rPr>
              <a:t>h</a:t>
            </a:r>
            <a:r>
              <a:rPr lang="en-US" sz="2800" spc="-15" dirty="0">
                <a:solidFill>
                  <a:srgbClr val="4D3A2F"/>
                </a:solidFill>
                <a:latin typeface="Calibri" panose="020F0502020204030204" pitchFamily="34" charset="0"/>
                <a:cs typeface="Franklin Gothic Book"/>
              </a:rPr>
              <a:t>e</a:t>
            </a:r>
            <a:r>
              <a:rPr lang="en-US" sz="2800" spc="-10" dirty="0">
                <a:solidFill>
                  <a:srgbClr val="4D3A2F"/>
                </a:solidFill>
                <a:latin typeface="Calibri" panose="020F0502020204030204" pitchFamily="34" charset="0"/>
                <a:cs typeface="Franklin Gothic Book"/>
              </a:rPr>
              <a:t> </a:t>
            </a:r>
            <a:r>
              <a:rPr lang="en-US" sz="2800" spc="-15" dirty="0">
                <a:solidFill>
                  <a:srgbClr val="00B050"/>
                </a:solidFill>
                <a:latin typeface="Calibri" panose="020F0502020204030204" pitchFamily="34" charset="0"/>
                <a:cs typeface="Franklin Gothic Book"/>
              </a:rPr>
              <a:t>p</a:t>
            </a:r>
            <a:r>
              <a:rPr lang="en-US" sz="2800" spc="-55" dirty="0">
                <a:solidFill>
                  <a:srgbClr val="00B050"/>
                </a:solidFill>
                <a:latin typeface="Calibri" panose="020F0502020204030204" pitchFamily="34" charset="0"/>
                <a:cs typeface="Franklin Gothic Book"/>
              </a:rPr>
              <a:t>r</a:t>
            </a:r>
            <a:r>
              <a:rPr lang="en-US" sz="2800" spc="-20" dirty="0">
                <a:solidFill>
                  <a:srgbClr val="00B050"/>
                </a:solidFill>
                <a:latin typeface="Calibri" panose="020F0502020204030204" pitchFamily="34" charset="0"/>
                <a:cs typeface="Franklin Gothic Book"/>
              </a:rPr>
              <a:t>o</a:t>
            </a:r>
            <a:r>
              <a:rPr lang="en-US" sz="2800" spc="-15" dirty="0">
                <a:solidFill>
                  <a:srgbClr val="00B050"/>
                </a:solidFill>
                <a:latin typeface="Calibri" panose="020F0502020204030204" pitchFamily="34" charset="0"/>
                <a:cs typeface="Franklin Gothic Book"/>
              </a:rPr>
              <a:t>c</a:t>
            </a:r>
            <a:r>
              <a:rPr lang="en-US" sz="2800" spc="-25" dirty="0">
                <a:solidFill>
                  <a:srgbClr val="00B050"/>
                </a:solidFill>
                <a:latin typeface="Calibri" panose="020F0502020204030204" pitchFamily="34" charset="0"/>
                <a:cs typeface="Franklin Gothic Book"/>
              </a:rPr>
              <a:t>e</a:t>
            </a:r>
            <a:r>
              <a:rPr lang="en-US" sz="2800" spc="-20" dirty="0">
                <a:solidFill>
                  <a:srgbClr val="00B050"/>
                </a:solidFill>
                <a:latin typeface="Calibri" panose="020F0502020204030204" pitchFamily="34" charset="0"/>
                <a:cs typeface="Franklin Gothic Book"/>
              </a:rPr>
              <a:t>s</a:t>
            </a:r>
            <a:r>
              <a:rPr lang="en-US" sz="2800" spc="-15" dirty="0">
                <a:solidFill>
                  <a:srgbClr val="00B050"/>
                </a:solidFill>
                <a:latin typeface="Calibri" panose="020F0502020204030204" pitchFamily="34" charset="0"/>
                <a:cs typeface="Franklin Gothic Book"/>
              </a:rPr>
              <a:t>s</a:t>
            </a:r>
            <a:r>
              <a:rPr lang="en-US" sz="2800" spc="-10" dirty="0">
                <a:solidFill>
                  <a:srgbClr val="4D3A2F"/>
                </a:solidFill>
                <a:latin typeface="Calibri" panose="020F0502020204030204" pitchFamily="34" charset="0"/>
                <a:cs typeface="Franklin Gothic Book"/>
              </a:rPr>
              <a:t> </a:t>
            </a:r>
            <a:r>
              <a:rPr lang="en-US" sz="2800" spc="-20" dirty="0">
                <a:solidFill>
                  <a:srgbClr val="4D3A2F"/>
                </a:solidFill>
                <a:latin typeface="Calibri" panose="020F0502020204030204" pitchFamily="34" charset="0"/>
                <a:cs typeface="Franklin Gothic Book"/>
              </a:rPr>
              <a:t>o</a:t>
            </a:r>
            <a:r>
              <a:rPr lang="en-US" sz="2800" spc="-10" dirty="0">
                <a:solidFill>
                  <a:srgbClr val="4D3A2F"/>
                </a:solidFill>
                <a:latin typeface="Calibri" panose="020F0502020204030204" pitchFamily="34" charset="0"/>
                <a:cs typeface="Franklin Gothic Book"/>
              </a:rPr>
              <a:t>f</a:t>
            </a:r>
            <a:r>
              <a:rPr lang="en-US" sz="2800" spc="-15" dirty="0">
                <a:solidFill>
                  <a:srgbClr val="4D3A2F"/>
                </a:solidFill>
                <a:latin typeface="Calibri" panose="020F0502020204030204" pitchFamily="34" charset="0"/>
                <a:cs typeface="Franklin Gothic Book"/>
              </a:rPr>
              <a:t> cr</a:t>
            </a:r>
            <a:r>
              <a:rPr lang="en-US" sz="2800" spc="-25" dirty="0">
                <a:solidFill>
                  <a:srgbClr val="4D3A2F"/>
                </a:solidFill>
                <a:latin typeface="Calibri" panose="020F0502020204030204" pitchFamily="34" charset="0"/>
                <a:cs typeface="Franklin Gothic Book"/>
              </a:rPr>
              <a:t>e</a:t>
            </a:r>
            <a:r>
              <a:rPr lang="en-US" sz="2800" spc="-15" dirty="0">
                <a:solidFill>
                  <a:srgbClr val="4D3A2F"/>
                </a:solidFill>
                <a:latin typeface="Calibri" panose="020F0502020204030204" pitchFamily="34" charset="0"/>
                <a:cs typeface="Franklin Gothic Book"/>
              </a:rPr>
              <a:t>ati</a:t>
            </a:r>
            <a:r>
              <a:rPr lang="en-US" sz="2800" spc="-30" dirty="0">
                <a:solidFill>
                  <a:srgbClr val="4D3A2F"/>
                </a:solidFill>
                <a:latin typeface="Calibri" panose="020F0502020204030204" pitchFamily="34" charset="0"/>
                <a:cs typeface="Franklin Gothic Book"/>
              </a:rPr>
              <a:t>n</a:t>
            </a:r>
            <a:r>
              <a:rPr lang="en-US" sz="2800" spc="-10" dirty="0">
                <a:solidFill>
                  <a:srgbClr val="4D3A2F"/>
                </a:solidFill>
                <a:latin typeface="Calibri" panose="020F0502020204030204" pitchFamily="34" charset="0"/>
                <a:cs typeface="Franklin Gothic Book"/>
              </a:rPr>
              <a:t>g</a:t>
            </a:r>
            <a:r>
              <a:rPr lang="en-US" sz="2800" dirty="0">
                <a:solidFill>
                  <a:srgbClr val="4D3A2F"/>
                </a:solidFill>
                <a:latin typeface="Calibri" panose="020F0502020204030204" pitchFamily="34" charset="0"/>
                <a:cs typeface="Franklin Gothic Book"/>
              </a:rPr>
              <a:t>,</a:t>
            </a:r>
            <a:r>
              <a:rPr lang="en-US" sz="2800" spc="-15" dirty="0">
                <a:solidFill>
                  <a:srgbClr val="4D3A2F"/>
                </a:solidFill>
                <a:latin typeface="Calibri" panose="020F0502020204030204" pitchFamily="34" charset="0"/>
                <a:cs typeface="Franklin Gothic Book"/>
              </a:rPr>
              <a:t> </a:t>
            </a:r>
            <a:r>
              <a:rPr lang="en-US" sz="2800" spc="-20" dirty="0">
                <a:solidFill>
                  <a:srgbClr val="4D3A2F"/>
                </a:solidFill>
                <a:latin typeface="Calibri" panose="020F0502020204030204" pitchFamily="34" charset="0"/>
                <a:cs typeface="Franklin Gothic Book"/>
              </a:rPr>
              <a:t>c</a:t>
            </a:r>
            <a:r>
              <a:rPr lang="en-US" sz="2800" spc="-15" dirty="0">
                <a:solidFill>
                  <a:srgbClr val="4D3A2F"/>
                </a:solidFill>
                <a:latin typeface="Calibri" panose="020F0502020204030204" pitchFamily="34" charset="0"/>
                <a:cs typeface="Franklin Gothic Book"/>
              </a:rPr>
              <a:t>ol</a:t>
            </a:r>
            <a:r>
              <a:rPr lang="en-US" sz="2800" spc="-20" dirty="0">
                <a:solidFill>
                  <a:srgbClr val="4D3A2F"/>
                </a:solidFill>
                <a:latin typeface="Calibri" panose="020F0502020204030204" pitchFamily="34" charset="0"/>
                <a:cs typeface="Franklin Gothic Book"/>
              </a:rPr>
              <a:t>le</a:t>
            </a:r>
            <a:r>
              <a:rPr lang="en-US" sz="2800" spc="-15" dirty="0">
                <a:solidFill>
                  <a:srgbClr val="4D3A2F"/>
                </a:solidFill>
                <a:latin typeface="Calibri" panose="020F0502020204030204" pitchFamily="34" charset="0"/>
                <a:cs typeface="Franklin Gothic Book"/>
              </a:rPr>
              <a:t>c</a:t>
            </a:r>
            <a:r>
              <a:rPr lang="en-US" sz="2800" spc="-5" dirty="0">
                <a:solidFill>
                  <a:srgbClr val="4D3A2F"/>
                </a:solidFill>
                <a:latin typeface="Calibri" panose="020F0502020204030204" pitchFamily="34" charset="0"/>
                <a:cs typeface="Franklin Gothic Book"/>
              </a:rPr>
              <a:t>ti</a:t>
            </a:r>
            <a:r>
              <a:rPr lang="en-US" sz="2800" spc="-10" dirty="0">
                <a:solidFill>
                  <a:srgbClr val="4D3A2F"/>
                </a:solidFill>
                <a:latin typeface="Calibri" panose="020F0502020204030204" pitchFamily="34" charset="0"/>
                <a:cs typeface="Franklin Gothic Book"/>
              </a:rPr>
              <a:t>ng</a:t>
            </a:r>
            <a:r>
              <a:rPr lang="en-US" sz="2800" dirty="0">
                <a:solidFill>
                  <a:srgbClr val="4D3A2F"/>
                </a:solidFill>
                <a:latin typeface="Calibri" panose="020F0502020204030204" pitchFamily="34" charset="0"/>
                <a:cs typeface="Franklin Gothic Book"/>
              </a:rPr>
              <a:t>,</a:t>
            </a:r>
            <a:r>
              <a:rPr lang="en-US" sz="2800" spc="-15" dirty="0">
                <a:solidFill>
                  <a:srgbClr val="4D3A2F"/>
                </a:solidFill>
                <a:latin typeface="Calibri" panose="020F0502020204030204" pitchFamily="34" charset="0"/>
                <a:cs typeface="Franklin Gothic Book"/>
              </a:rPr>
              <a:t> </a:t>
            </a:r>
            <a:r>
              <a:rPr lang="en-US" sz="2800" spc="-25" dirty="0">
                <a:solidFill>
                  <a:srgbClr val="4D3A2F"/>
                </a:solidFill>
                <a:latin typeface="Calibri" panose="020F0502020204030204" pitchFamily="34" charset="0"/>
                <a:cs typeface="Franklin Gothic Book"/>
              </a:rPr>
              <a:t>d</a:t>
            </a:r>
            <a:r>
              <a:rPr lang="en-US" sz="2800" spc="-15" dirty="0">
                <a:solidFill>
                  <a:srgbClr val="4D3A2F"/>
                </a:solidFill>
                <a:latin typeface="Calibri" panose="020F0502020204030204" pitchFamily="34" charset="0"/>
                <a:cs typeface="Franklin Gothic Book"/>
              </a:rPr>
              <a:t>i</a:t>
            </a:r>
            <a:r>
              <a:rPr lang="en-US" sz="2800" spc="-20" dirty="0">
                <a:solidFill>
                  <a:srgbClr val="4D3A2F"/>
                </a:solidFill>
                <a:latin typeface="Calibri" panose="020F0502020204030204" pitchFamily="34" charset="0"/>
                <a:cs typeface="Franklin Gothic Book"/>
              </a:rPr>
              <a:t>st</a:t>
            </a:r>
            <a:r>
              <a:rPr lang="en-US" sz="2800" spc="-10" dirty="0">
                <a:solidFill>
                  <a:srgbClr val="4D3A2F"/>
                </a:solidFill>
                <a:latin typeface="Calibri" panose="020F0502020204030204" pitchFamily="34" charset="0"/>
                <a:cs typeface="Franklin Gothic Book"/>
              </a:rPr>
              <a:t>r</a:t>
            </a:r>
            <a:r>
              <a:rPr lang="en-US" sz="2800" spc="-15" dirty="0">
                <a:solidFill>
                  <a:srgbClr val="4D3A2F"/>
                </a:solidFill>
                <a:latin typeface="Calibri" panose="020F0502020204030204" pitchFamily="34" charset="0"/>
                <a:cs typeface="Franklin Gothic Book"/>
              </a:rPr>
              <a:t>i</a:t>
            </a:r>
            <a:r>
              <a:rPr lang="en-US" sz="2800" spc="-5" dirty="0">
                <a:solidFill>
                  <a:srgbClr val="4D3A2F"/>
                </a:solidFill>
                <a:latin typeface="Calibri" panose="020F0502020204030204" pitchFamily="34" charset="0"/>
                <a:cs typeface="Franklin Gothic Book"/>
              </a:rPr>
              <a:t>b</a:t>
            </a:r>
            <a:r>
              <a:rPr lang="en-US" sz="2800" spc="-30" dirty="0">
                <a:solidFill>
                  <a:srgbClr val="4D3A2F"/>
                </a:solidFill>
                <a:latin typeface="Calibri" panose="020F0502020204030204" pitchFamily="34" charset="0"/>
                <a:cs typeface="Franklin Gothic Book"/>
              </a:rPr>
              <a:t>u</a:t>
            </a:r>
            <a:r>
              <a:rPr lang="en-US" sz="2800" spc="-5" dirty="0">
                <a:solidFill>
                  <a:srgbClr val="4D3A2F"/>
                </a:solidFill>
                <a:latin typeface="Calibri" panose="020F0502020204030204" pitchFamily="34" charset="0"/>
                <a:cs typeface="Franklin Gothic Book"/>
              </a:rPr>
              <a:t>t</a:t>
            </a:r>
            <a:r>
              <a:rPr lang="en-US" sz="2800" spc="-15" dirty="0">
                <a:solidFill>
                  <a:srgbClr val="4D3A2F"/>
                </a:solidFill>
                <a:latin typeface="Calibri" panose="020F0502020204030204" pitchFamily="34" charset="0"/>
                <a:cs typeface="Franklin Gothic Book"/>
              </a:rPr>
              <a:t>i</a:t>
            </a:r>
            <a:r>
              <a:rPr lang="en-US" sz="2800" spc="-20" dirty="0">
                <a:solidFill>
                  <a:srgbClr val="4D3A2F"/>
                </a:solidFill>
                <a:latin typeface="Calibri" panose="020F0502020204030204" pitchFamily="34" charset="0"/>
                <a:cs typeface="Franklin Gothic Book"/>
              </a:rPr>
              <a:t>n</a:t>
            </a:r>
            <a:r>
              <a:rPr lang="en-US" sz="2800" spc="-15" dirty="0">
                <a:solidFill>
                  <a:srgbClr val="4D3A2F"/>
                </a:solidFill>
                <a:latin typeface="Calibri" panose="020F0502020204030204" pitchFamily="34" charset="0"/>
                <a:cs typeface="Franklin Gothic Book"/>
              </a:rPr>
              <a:t>g</a:t>
            </a:r>
            <a:r>
              <a:rPr lang="en-US" sz="2800" dirty="0">
                <a:solidFill>
                  <a:srgbClr val="4D3A2F"/>
                </a:solidFill>
                <a:latin typeface="Calibri" panose="020F0502020204030204" pitchFamily="34" charset="0"/>
                <a:cs typeface="Franklin Gothic Book"/>
              </a:rPr>
              <a:t>,</a:t>
            </a:r>
            <a:r>
              <a:rPr lang="en-US" sz="2800" spc="-15" dirty="0">
                <a:solidFill>
                  <a:srgbClr val="4D3A2F"/>
                </a:solidFill>
                <a:latin typeface="Calibri" panose="020F0502020204030204" pitchFamily="34" charset="0"/>
                <a:cs typeface="Franklin Gothic Book"/>
              </a:rPr>
              <a:t> </a:t>
            </a:r>
            <a:r>
              <a:rPr lang="en-US" sz="2800" spc="-35" dirty="0">
                <a:solidFill>
                  <a:srgbClr val="4D3A2F"/>
                </a:solidFill>
                <a:latin typeface="Calibri" panose="020F0502020204030204" pitchFamily="34" charset="0"/>
                <a:cs typeface="Franklin Gothic Book"/>
              </a:rPr>
              <a:t>e</a:t>
            </a:r>
            <a:r>
              <a:rPr lang="en-US" sz="2800" spc="-5" dirty="0">
                <a:solidFill>
                  <a:srgbClr val="4D3A2F"/>
                </a:solidFill>
                <a:latin typeface="Calibri" panose="020F0502020204030204" pitchFamily="34" charset="0"/>
                <a:cs typeface="Franklin Gothic Book"/>
              </a:rPr>
              <a:t>t</a:t>
            </a:r>
            <a:r>
              <a:rPr lang="en-US" sz="2800" spc="-15" dirty="0">
                <a:solidFill>
                  <a:srgbClr val="4D3A2F"/>
                </a:solidFill>
                <a:latin typeface="Calibri" panose="020F0502020204030204" pitchFamily="34" charset="0"/>
                <a:cs typeface="Franklin Gothic Book"/>
              </a:rPr>
              <a:t>c.</a:t>
            </a:r>
            <a:r>
              <a:rPr lang="en-US" sz="2800" spc="-10" dirty="0">
                <a:solidFill>
                  <a:srgbClr val="4D3A2F"/>
                </a:solidFill>
                <a:latin typeface="Calibri" panose="020F0502020204030204" pitchFamily="34" charset="0"/>
                <a:cs typeface="Franklin Gothic Book"/>
              </a:rPr>
              <a:t> </a:t>
            </a:r>
            <a:r>
              <a:rPr lang="en-US" sz="2800" spc="-20" dirty="0">
                <a:solidFill>
                  <a:srgbClr val="4D3A2F"/>
                </a:solidFill>
                <a:latin typeface="Calibri" panose="020F0502020204030204" pitchFamily="34" charset="0"/>
                <a:cs typeface="Franklin Gothic Book"/>
              </a:rPr>
              <a:t>o</a:t>
            </a:r>
            <a:r>
              <a:rPr lang="en-US" sz="2800" spc="-10" dirty="0">
                <a:solidFill>
                  <a:srgbClr val="4D3A2F"/>
                </a:solidFill>
                <a:latin typeface="Calibri" panose="020F0502020204030204" pitchFamily="34" charset="0"/>
                <a:cs typeface="Franklin Gothic Book"/>
              </a:rPr>
              <a:t>f </a:t>
            </a:r>
            <a:r>
              <a:rPr lang="en-US" sz="2800" spc="-10" dirty="0">
                <a:solidFill>
                  <a:srgbClr val="00B050"/>
                </a:solidFill>
                <a:latin typeface="Calibri" panose="020F0502020204030204" pitchFamily="34" charset="0"/>
                <a:cs typeface="Franklin Gothic Book"/>
              </a:rPr>
              <a:t>p</a:t>
            </a:r>
            <a:r>
              <a:rPr lang="en-US" sz="2800" spc="-65" dirty="0">
                <a:solidFill>
                  <a:srgbClr val="00B050"/>
                </a:solidFill>
                <a:latin typeface="Calibri" panose="020F0502020204030204" pitchFamily="34" charset="0"/>
                <a:cs typeface="Franklin Gothic Book"/>
              </a:rPr>
              <a:t>r</a:t>
            </a:r>
            <a:r>
              <a:rPr lang="en-US" sz="2800" spc="-20" dirty="0">
                <a:solidFill>
                  <a:srgbClr val="00B050"/>
                </a:solidFill>
                <a:latin typeface="Calibri" panose="020F0502020204030204" pitchFamily="34" charset="0"/>
                <a:cs typeface="Franklin Gothic Book"/>
              </a:rPr>
              <a:t>o</a:t>
            </a:r>
            <a:r>
              <a:rPr lang="en-US" sz="2800" spc="-10" dirty="0">
                <a:solidFill>
                  <a:srgbClr val="00B050"/>
                </a:solidFill>
                <a:latin typeface="Calibri" panose="020F0502020204030204" pitchFamily="34" charset="0"/>
                <a:cs typeface="Franklin Gothic Book"/>
              </a:rPr>
              <a:t>j</a:t>
            </a:r>
            <a:r>
              <a:rPr lang="en-US" sz="2800" spc="-25" dirty="0">
                <a:solidFill>
                  <a:srgbClr val="00B050"/>
                </a:solidFill>
                <a:latin typeface="Calibri" panose="020F0502020204030204" pitchFamily="34" charset="0"/>
                <a:cs typeface="Franklin Gothic Book"/>
              </a:rPr>
              <a:t>e</a:t>
            </a:r>
            <a:r>
              <a:rPr lang="en-US" sz="2800" spc="-15" dirty="0">
                <a:solidFill>
                  <a:srgbClr val="00B050"/>
                </a:solidFill>
                <a:latin typeface="Calibri" panose="020F0502020204030204" pitchFamily="34" charset="0"/>
                <a:cs typeface="Franklin Gothic Book"/>
              </a:rPr>
              <a:t>ct</a:t>
            </a:r>
            <a:r>
              <a:rPr lang="en-US" sz="2800" spc="-5" dirty="0">
                <a:solidFill>
                  <a:srgbClr val="00B050"/>
                </a:solidFill>
                <a:latin typeface="Calibri" panose="020F0502020204030204" pitchFamily="34" charset="0"/>
                <a:cs typeface="Franklin Gothic Book"/>
              </a:rPr>
              <a:t> i</a:t>
            </a:r>
            <a:r>
              <a:rPr lang="en-US" sz="2800" spc="-10" dirty="0">
                <a:solidFill>
                  <a:srgbClr val="00B050"/>
                </a:solidFill>
                <a:latin typeface="Calibri" panose="020F0502020204030204" pitchFamily="34" charset="0"/>
                <a:cs typeface="Franklin Gothic Book"/>
              </a:rPr>
              <a:t>n</a:t>
            </a:r>
            <a:r>
              <a:rPr lang="en-US" sz="2800" spc="-70" dirty="0">
                <a:solidFill>
                  <a:srgbClr val="00B050"/>
                </a:solidFill>
                <a:latin typeface="Calibri" panose="020F0502020204030204" pitchFamily="34" charset="0"/>
                <a:cs typeface="Franklin Gothic Book"/>
              </a:rPr>
              <a:t>f</a:t>
            </a:r>
            <a:r>
              <a:rPr lang="en-US" sz="2800" spc="-20" dirty="0">
                <a:solidFill>
                  <a:srgbClr val="00B050"/>
                </a:solidFill>
                <a:latin typeface="Calibri" panose="020F0502020204030204" pitchFamily="34" charset="0"/>
                <a:cs typeface="Franklin Gothic Book"/>
              </a:rPr>
              <a:t>o</a:t>
            </a:r>
            <a:r>
              <a:rPr lang="en-US" sz="2800" spc="-10" dirty="0">
                <a:solidFill>
                  <a:srgbClr val="00B050"/>
                </a:solidFill>
                <a:latin typeface="Calibri" panose="020F0502020204030204" pitchFamily="34" charset="0"/>
                <a:cs typeface="Franklin Gothic Book"/>
              </a:rPr>
              <a:t>r</a:t>
            </a:r>
            <a:r>
              <a:rPr lang="en-US" sz="2800" spc="-35" dirty="0">
                <a:solidFill>
                  <a:srgbClr val="00B050"/>
                </a:solidFill>
                <a:latin typeface="Calibri" panose="020F0502020204030204" pitchFamily="34" charset="0"/>
                <a:cs typeface="Franklin Gothic Book"/>
              </a:rPr>
              <a:t>m</a:t>
            </a:r>
            <a:r>
              <a:rPr lang="en-US" sz="2800" spc="-20" dirty="0">
                <a:solidFill>
                  <a:srgbClr val="00B050"/>
                </a:solidFill>
                <a:latin typeface="Calibri" panose="020F0502020204030204" pitchFamily="34" charset="0"/>
                <a:cs typeface="Franklin Gothic Book"/>
              </a:rPr>
              <a:t>a</a:t>
            </a:r>
            <a:r>
              <a:rPr lang="en-US" sz="2800" spc="-5" dirty="0">
                <a:solidFill>
                  <a:srgbClr val="00B050"/>
                </a:solidFill>
                <a:latin typeface="Calibri" panose="020F0502020204030204" pitchFamily="34" charset="0"/>
                <a:cs typeface="Franklin Gothic Book"/>
              </a:rPr>
              <a:t>t</a:t>
            </a:r>
            <a:r>
              <a:rPr lang="en-US" sz="2800" spc="-15" dirty="0">
                <a:solidFill>
                  <a:srgbClr val="00B050"/>
                </a:solidFill>
                <a:latin typeface="Calibri" panose="020F0502020204030204" pitchFamily="34" charset="0"/>
                <a:cs typeface="Franklin Gothic Book"/>
              </a:rPr>
              <a:t>i</a:t>
            </a:r>
            <a:r>
              <a:rPr lang="en-US" sz="2800" spc="-20" dirty="0">
                <a:solidFill>
                  <a:srgbClr val="00B050"/>
                </a:solidFill>
                <a:latin typeface="Calibri" panose="020F0502020204030204" pitchFamily="34" charset="0"/>
                <a:cs typeface="Franklin Gothic Book"/>
              </a:rPr>
              <a:t>on</a:t>
            </a:r>
            <a:r>
              <a:rPr lang="en-US" sz="2800" spc="-15" dirty="0">
                <a:solidFill>
                  <a:srgbClr val="00B050"/>
                </a:solidFill>
                <a:latin typeface="Calibri" panose="020F0502020204030204" pitchFamily="34" charset="0"/>
                <a:cs typeface="Franklin Gothic Book"/>
              </a:rPr>
              <a:t> </a:t>
            </a:r>
            <a:r>
              <a:rPr lang="en-US" sz="2800" spc="-15" dirty="0">
                <a:solidFill>
                  <a:srgbClr val="4D3A2F"/>
                </a:solidFill>
                <a:latin typeface="Calibri" panose="020F0502020204030204" pitchFamily="34" charset="0"/>
                <a:cs typeface="Franklin Gothic Book"/>
              </a:rPr>
              <a:t>i</a:t>
            </a:r>
            <a:r>
              <a:rPr lang="en-US" sz="2800" spc="-20" dirty="0">
                <a:solidFill>
                  <a:srgbClr val="4D3A2F"/>
                </a:solidFill>
                <a:latin typeface="Calibri" panose="020F0502020204030204" pitchFamily="34" charset="0"/>
                <a:cs typeface="Franklin Gothic Book"/>
              </a:rPr>
              <a:t>n</a:t>
            </a:r>
            <a:r>
              <a:rPr lang="en-US" sz="2800" spc="-15" dirty="0">
                <a:solidFill>
                  <a:srgbClr val="4D3A2F"/>
                </a:solidFill>
                <a:latin typeface="Calibri" panose="020F0502020204030204" pitchFamily="34" charset="0"/>
                <a:cs typeface="Franklin Gothic Book"/>
              </a:rPr>
              <a:t> </a:t>
            </a:r>
            <a:r>
              <a:rPr lang="en-US" sz="2800" spc="-20" dirty="0">
                <a:solidFill>
                  <a:srgbClr val="4D3A2F"/>
                </a:solidFill>
                <a:latin typeface="Calibri" panose="020F0502020204030204" pitchFamily="34" charset="0"/>
                <a:cs typeface="Franklin Gothic Book"/>
              </a:rPr>
              <a:t>a</a:t>
            </a:r>
            <a:r>
              <a:rPr lang="en-US" sz="2800" spc="-15" dirty="0">
                <a:solidFill>
                  <a:srgbClr val="4D3A2F"/>
                </a:solidFill>
                <a:latin typeface="Calibri" panose="020F0502020204030204" pitchFamily="34" charset="0"/>
                <a:cs typeface="Franklin Gothic Book"/>
              </a:rPr>
              <a:t>cc</a:t>
            </a:r>
            <a:r>
              <a:rPr lang="en-US" sz="2800" spc="-20" dirty="0">
                <a:solidFill>
                  <a:srgbClr val="4D3A2F"/>
                </a:solidFill>
                <a:latin typeface="Calibri" panose="020F0502020204030204" pitchFamily="34" charset="0"/>
                <a:cs typeface="Franklin Gothic Book"/>
              </a:rPr>
              <a:t>o</a:t>
            </a:r>
            <a:r>
              <a:rPr lang="en-US" sz="2800" spc="-65" dirty="0">
                <a:solidFill>
                  <a:srgbClr val="4D3A2F"/>
                </a:solidFill>
                <a:latin typeface="Calibri" panose="020F0502020204030204" pitchFamily="34" charset="0"/>
                <a:cs typeface="Franklin Gothic Book"/>
              </a:rPr>
              <a:t>r</a:t>
            </a:r>
            <a:r>
              <a:rPr lang="en-US" sz="2800" spc="-25" dirty="0">
                <a:solidFill>
                  <a:srgbClr val="4D3A2F"/>
                </a:solidFill>
                <a:latin typeface="Calibri" panose="020F0502020204030204" pitchFamily="34" charset="0"/>
                <a:cs typeface="Franklin Gothic Book"/>
              </a:rPr>
              <a:t>d</a:t>
            </a:r>
            <a:r>
              <a:rPr lang="en-US" sz="2800" spc="-20" dirty="0">
                <a:solidFill>
                  <a:srgbClr val="4D3A2F"/>
                </a:solidFill>
                <a:latin typeface="Calibri" panose="020F0502020204030204" pitchFamily="34" charset="0"/>
                <a:cs typeface="Franklin Gothic Book"/>
              </a:rPr>
              <a:t>a</a:t>
            </a:r>
            <a:r>
              <a:rPr lang="en-US" sz="2800" spc="-30" dirty="0">
                <a:solidFill>
                  <a:srgbClr val="4D3A2F"/>
                </a:solidFill>
                <a:latin typeface="Calibri" panose="020F0502020204030204" pitchFamily="34" charset="0"/>
                <a:cs typeface="Franklin Gothic Book"/>
              </a:rPr>
              <a:t>n</a:t>
            </a:r>
            <a:r>
              <a:rPr lang="en-US" sz="2800" spc="-15" dirty="0">
                <a:solidFill>
                  <a:srgbClr val="4D3A2F"/>
                </a:solidFill>
                <a:latin typeface="Calibri" panose="020F0502020204030204" pitchFamily="34" charset="0"/>
                <a:cs typeface="Franklin Gothic Book"/>
              </a:rPr>
              <a:t>ce</a:t>
            </a:r>
            <a:r>
              <a:rPr lang="en-US" sz="2800" spc="-10" dirty="0">
                <a:solidFill>
                  <a:srgbClr val="4D3A2F"/>
                </a:solidFill>
                <a:latin typeface="Calibri" panose="020F0502020204030204" pitchFamily="34" charset="0"/>
                <a:cs typeface="Franklin Gothic Book"/>
              </a:rPr>
              <a:t> </a:t>
            </a:r>
            <a:r>
              <a:rPr lang="en-US" sz="2800" spc="-5" dirty="0">
                <a:solidFill>
                  <a:srgbClr val="4D3A2F"/>
                </a:solidFill>
                <a:latin typeface="Calibri" panose="020F0502020204030204" pitchFamily="34" charset="0"/>
                <a:cs typeface="Franklin Gothic Book"/>
              </a:rPr>
              <a:t>w</a:t>
            </a:r>
            <a:r>
              <a:rPr lang="en-US" sz="2800" spc="-15" dirty="0">
                <a:solidFill>
                  <a:srgbClr val="4D3A2F"/>
                </a:solidFill>
                <a:latin typeface="Calibri" panose="020F0502020204030204" pitchFamily="34" charset="0"/>
                <a:cs typeface="Franklin Gothic Book"/>
              </a:rPr>
              <a:t>i</a:t>
            </a:r>
            <a:r>
              <a:rPr lang="en-US" sz="2800" spc="-5" dirty="0">
                <a:solidFill>
                  <a:srgbClr val="4D3A2F"/>
                </a:solidFill>
                <a:latin typeface="Calibri" panose="020F0502020204030204" pitchFamily="34" charset="0"/>
                <a:cs typeface="Franklin Gothic Book"/>
              </a:rPr>
              <a:t>t</a:t>
            </a:r>
            <a:r>
              <a:rPr lang="en-US" sz="2800" dirty="0">
                <a:solidFill>
                  <a:srgbClr val="4D3A2F"/>
                </a:solidFill>
                <a:latin typeface="Calibri" panose="020F0502020204030204" pitchFamily="34" charset="0"/>
                <a:cs typeface="Franklin Gothic Book"/>
              </a:rPr>
              <a:t>h</a:t>
            </a:r>
            <a:r>
              <a:rPr lang="en-US" sz="2800" spc="-5" dirty="0">
                <a:solidFill>
                  <a:srgbClr val="4D3A2F"/>
                </a:solidFill>
                <a:latin typeface="Calibri" panose="020F0502020204030204" pitchFamily="34" charset="0"/>
                <a:cs typeface="Franklin Gothic Book"/>
              </a:rPr>
              <a:t> </a:t>
            </a:r>
            <a:r>
              <a:rPr lang="en-US" sz="2800" spc="-20" dirty="0">
                <a:solidFill>
                  <a:srgbClr val="4D3A2F"/>
                </a:solidFill>
                <a:latin typeface="Calibri" panose="020F0502020204030204" pitchFamily="34" charset="0"/>
                <a:cs typeface="Franklin Gothic Book"/>
              </a:rPr>
              <a:t>th</a:t>
            </a:r>
            <a:r>
              <a:rPr lang="en-US" sz="2800" spc="-15" dirty="0">
                <a:solidFill>
                  <a:srgbClr val="4D3A2F"/>
                </a:solidFill>
                <a:latin typeface="Calibri" panose="020F0502020204030204" pitchFamily="34" charset="0"/>
                <a:cs typeface="Franklin Gothic Book"/>
              </a:rPr>
              <a:t>e</a:t>
            </a:r>
            <a:r>
              <a:rPr lang="en-US" sz="2800" spc="-10" dirty="0">
                <a:solidFill>
                  <a:srgbClr val="4D3A2F"/>
                </a:solidFill>
                <a:latin typeface="Calibri" panose="020F0502020204030204" pitchFamily="34" charset="0"/>
                <a:cs typeface="Franklin Gothic Book"/>
              </a:rPr>
              <a:t> </a:t>
            </a:r>
            <a:r>
              <a:rPr lang="en-US" sz="2800" spc="-20" dirty="0">
                <a:solidFill>
                  <a:srgbClr val="4D3A2F"/>
                </a:solidFill>
                <a:latin typeface="Calibri" panose="020F0502020204030204" pitchFamily="34" charset="0"/>
                <a:cs typeface="Franklin Gothic Book"/>
              </a:rPr>
              <a:t>“</a:t>
            </a:r>
            <a:r>
              <a:rPr lang="en-US" sz="2800" spc="-30" dirty="0">
                <a:solidFill>
                  <a:srgbClr val="7030A0"/>
                </a:solidFill>
                <a:latin typeface="Calibri" panose="020F0502020204030204" pitchFamily="34" charset="0"/>
                <a:cs typeface="Franklin Gothic Book"/>
              </a:rPr>
              <a:t>P</a:t>
            </a:r>
            <a:r>
              <a:rPr lang="en-US" sz="2800" spc="-10" dirty="0">
                <a:solidFill>
                  <a:srgbClr val="7030A0"/>
                </a:solidFill>
                <a:latin typeface="Calibri" panose="020F0502020204030204" pitchFamily="34" charset="0"/>
                <a:cs typeface="Franklin Gothic Book"/>
              </a:rPr>
              <a:t>l</a:t>
            </a:r>
            <a:r>
              <a:rPr lang="en-US" sz="2800" spc="-30" dirty="0">
                <a:solidFill>
                  <a:srgbClr val="7030A0"/>
                </a:solidFill>
                <a:latin typeface="Calibri" panose="020F0502020204030204" pitchFamily="34" charset="0"/>
                <a:cs typeface="Franklin Gothic Book"/>
              </a:rPr>
              <a:t>a</a:t>
            </a:r>
            <a:r>
              <a:rPr lang="en-US" sz="2800" spc="-20" dirty="0">
                <a:solidFill>
                  <a:srgbClr val="7030A0"/>
                </a:solidFill>
                <a:latin typeface="Calibri" panose="020F0502020204030204" pitchFamily="34" charset="0"/>
                <a:cs typeface="Franklin Gothic Book"/>
              </a:rPr>
              <a:t>n</a:t>
            </a:r>
            <a:r>
              <a:rPr lang="en-US" sz="2800" spc="-15" dirty="0">
                <a:solidFill>
                  <a:srgbClr val="7030A0"/>
                </a:solidFill>
                <a:latin typeface="Calibri" panose="020F0502020204030204" pitchFamily="34" charset="0"/>
                <a:cs typeface="Franklin Gothic Book"/>
              </a:rPr>
              <a:t> </a:t>
            </a:r>
            <a:r>
              <a:rPr lang="en-US" sz="2800" spc="-25" dirty="0">
                <a:solidFill>
                  <a:srgbClr val="7030A0"/>
                </a:solidFill>
                <a:latin typeface="Calibri" panose="020F0502020204030204" pitchFamily="34" charset="0"/>
                <a:cs typeface="Franklin Gothic Book"/>
              </a:rPr>
              <a:t>Comm</a:t>
            </a:r>
            <a:r>
              <a:rPr lang="en-US" sz="2800" spc="-30" dirty="0">
                <a:solidFill>
                  <a:srgbClr val="7030A0"/>
                </a:solidFill>
                <a:latin typeface="Calibri" panose="020F0502020204030204" pitchFamily="34" charset="0"/>
                <a:cs typeface="Franklin Gothic Book"/>
              </a:rPr>
              <a:t>un</a:t>
            </a:r>
            <a:r>
              <a:rPr lang="en-US" sz="2800" spc="-5" dirty="0">
                <a:solidFill>
                  <a:srgbClr val="7030A0"/>
                </a:solidFill>
                <a:latin typeface="Calibri" panose="020F0502020204030204" pitchFamily="34" charset="0"/>
                <a:cs typeface="Franklin Gothic Book"/>
              </a:rPr>
              <a:t>i</a:t>
            </a:r>
            <a:r>
              <a:rPr lang="en-US" sz="2800" dirty="0">
                <a:solidFill>
                  <a:srgbClr val="7030A0"/>
                </a:solidFill>
                <a:latin typeface="Calibri" panose="020F0502020204030204" pitchFamily="34" charset="0"/>
                <a:cs typeface="Franklin Gothic Book"/>
              </a:rPr>
              <a:t>c</a:t>
            </a:r>
            <a:r>
              <a:rPr lang="en-US" sz="2800" spc="-20" dirty="0">
                <a:solidFill>
                  <a:srgbClr val="7030A0"/>
                </a:solidFill>
                <a:latin typeface="Calibri" panose="020F0502020204030204" pitchFamily="34" charset="0"/>
                <a:cs typeface="Franklin Gothic Book"/>
              </a:rPr>
              <a:t>atio</a:t>
            </a:r>
            <a:r>
              <a:rPr lang="en-US" sz="2800" spc="-30" dirty="0">
                <a:solidFill>
                  <a:srgbClr val="7030A0"/>
                </a:solidFill>
                <a:latin typeface="Calibri" panose="020F0502020204030204" pitchFamily="34" charset="0"/>
                <a:cs typeface="Franklin Gothic Book"/>
              </a:rPr>
              <a:t>n</a:t>
            </a:r>
            <a:r>
              <a:rPr lang="en-US" sz="2800" spc="-15" dirty="0">
                <a:solidFill>
                  <a:srgbClr val="7030A0"/>
                </a:solidFill>
                <a:latin typeface="Calibri" panose="020F0502020204030204" pitchFamily="34" charset="0"/>
                <a:cs typeface="Franklin Gothic Book"/>
              </a:rPr>
              <a:t>s </a:t>
            </a:r>
            <a:r>
              <a:rPr lang="en-US" sz="2800" spc="-25" dirty="0">
                <a:solidFill>
                  <a:srgbClr val="7030A0"/>
                </a:solidFill>
                <a:latin typeface="Calibri" panose="020F0502020204030204" pitchFamily="34" charset="0"/>
                <a:cs typeface="Franklin Gothic Book"/>
              </a:rPr>
              <a:t>Ma</a:t>
            </a:r>
            <a:r>
              <a:rPr lang="en-US" sz="2800" spc="-30" dirty="0">
                <a:solidFill>
                  <a:srgbClr val="7030A0"/>
                </a:solidFill>
                <a:latin typeface="Calibri" panose="020F0502020204030204" pitchFamily="34" charset="0"/>
                <a:cs typeface="Franklin Gothic Book"/>
              </a:rPr>
              <a:t>na</a:t>
            </a:r>
            <a:r>
              <a:rPr lang="en-US" sz="2800" spc="-10" dirty="0">
                <a:solidFill>
                  <a:srgbClr val="7030A0"/>
                </a:solidFill>
                <a:latin typeface="Calibri" panose="020F0502020204030204" pitchFamily="34" charset="0"/>
                <a:cs typeface="Franklin Gothic Book"/>
              </a:rPr>
              <a:t>g</a:t>
            </a:r>
            <a:r>
              <a:rPr lang="en-US" sz="2800" spc="-25" dirty="0">
                <a:solidFill>
                  <a:srgbClr val="7030A0"/>
                </a:solidFill>
                <a:latin typeface="Calibri" panose="020F0502020204030204" pitchFamily="34" charset="0"/>
                <a:cs typeface="Franklin Gothic Book"/>
              </a:rPr>
              <a:t>e</a:t>
            </a:r>
            <a:r>
              <a:rPr lang="en-US" sz="2800" spc="-20" dirty="0">
                <a:solidFill>
                  <a:srgbClr val="7030A0"/>
                </a:solidFill>
                <a:latin typeface="Calibri" panose="020F0502020204030204" pitchFamily="34" charset="0"/>
                <a:cs typeface="Franklin Gothic Book"/>
              </a:rPr>
              <a:t>m</a:t>
            </a:r>
            <a:r>
              <a:rPr lang="en-US" sz="2800" spc="-25" dirty="0">
                <a:solidFill>
                  <a:srgbClr val="7030A0"/>
                </a:solidFill>
                <a:latin typeface="Calibri" panose="020F0502020204030204" pitchFamily="34" charset="0"/>
                <a:cs typeface="Franklin Gothic Book"/>
              </a:rPr>
              <a:t>en</a:t>
            </a:r>
            <a:r>
              <a:rPr lang="en-US" sz="2800" spc="-15" dirty="0">
                <a:solidFill>
                  <a:srgbClr val="7030A0"/>
                </a:solidFill>
                <a:latin typeface="Calibri" panose="020F0502020204030204" pitchFamily="34" charset="0"/>
                <a:cs typeface="Franklin Gothic Book"/>
              </a:rPr>
              <a:t>t</a:t>
            </a:r>
            <a:r>
              <a:rPr lang="en-US" sz="2800" spc="-15" dirty="0">
                <a:solidFill>
                  <a:srgbClr val="4D3A2F"/>
                </a:solidFill>
                <a:latin typeface="Calibri" panose="020F0502020204030204" pitchFamily="34" charset="0"/>
                <a:cs typeface="Franklin Gothic Book"/>
              </a:rPr>
              <a:t>” </a:t>
            </a:r>
            <a:r>
              <a:rPr lang="en-US" sz="2800" spc="-10" dirty="0">
                <a:solidFill>
                  <a:srgbClr val="4D3A2F"/>
                </a:solidFill>
                <a:latin typeface="Calibri" panose="020F0502020204030204" pitchFamily="34" charset="0"/>
                <a:cs typeface="Franklin Gothic Book"/>
              </a:rPr>
              <a:t>pl</a:t>
            </a:r>
            <a:r>
              <a:rPr lang="en-US" sz="2800" spc="-30" dirty="0">
                <a:solidFill>
                  <a:srgbClr val="4D3A2F"/>
                </a:solidFill>
                <a:latin typeface="Calibri" panose="020F0502020204030204" pitchFamily="34" charset="0"/>
                <a:cs typeface="Franklin Gothic Book"/>
              </a:rPr>
              <a:t>a</a:t>
            </a:r>
            <a:r>
              <a:rPr lang="en-US" sz="2800" spc="-20" dirty="0">
                <a:solidFill>
                  <a:srgbClr val="4D3A2F"/>
                </a:solidFill>
                <a:latin typeface="Calibri" panose="020F0502020204030204" pitchFamily="34" charset="0"/>
                <a:cs typeface="Franklin Gothic Book"/>
              </a:rPr>
              <a:t>n</a:t>
            </a:r>
            <a:r>
              <a:rPr lang="en-US" sz="2800" dirty="0">
                <a:solidFill>
                  <a:srgbClr val="4D3A2F"/>
                </a:solidFill>
                <a:latin typeface="Calibri" panose="020F0502020204030204" pitchFamily="34" charset="0"/>
                <a:cs typeface="Franklin Gothic Book"/>
              </a:rPr>
              <a:t>.</a:t>
            </a:r>
            <a:endParaRPr lang="en-US" sz="2800" dirty="0">
              <a:solidFill>
                <a:prstClr val="black"/>
              </a:solidFill>
              <a:latin typeface="Calibri" panose="020F0502020204030204" pitchFamily="34" charset="0"/>
              <a:cs typeface="Franklin Gothic Book"/>
            </a:endParaRPr>
          </a:p>
        </p:txBody>
      </p:sp>
      <p:sp>
        <p:nvSpPr>
          <p:cNvPr id="4" name="Title 3"/>
          <p:cNvSpPr>
            <a:spLocks noGrp="1"/>
          </p:cNvSpPr>
          <p:nvPr>
            <p:ph type="title"/>
          </p:nvPr>
        </p:nvSpPr>
        <p:spPr>
          <a:xfrm>
            <a:off x="944116" y="680864"/>
            <a:ext cx="7200900" cy="599728"/>
          </a:xfrm>
        </p:spPr>
        <p:txBody>
          <a:bodyPr>
            <a:normAutofit/>
          </a:bodyPr>
          <a:lstStyle/>
          <a:p>
            <a:pPr algn="ctr"/>
            <a:r>
              <a:rPr lang="en-US" sz="3600" dirty="0">
                <a:latin typeface="Calibri" panose="020F0502020204030204" pitchFamily="34" charset="0"/>
              </a:rPr>
              <a:t>Manage communications</a:t>
            </a:r>
          </a:p>
        </p:txBody>
      </p:sp>
      <p:sp>
        <p:nvSpPr>
          <p:cNvPr id="5"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a:p>
        </p:txBody>
      </p:sp>
      <p:sp>
        <p:nvSpPr>
          <p:cNvPr id="7" name="Footer Placeholder 6">
            <a:extLst>
              <a:ext uri="{FF2B5EF4-FFF2-40B4-BE49-F238E27FC236}">
                <a16:creationId xmlns:a16="http://schemas.microsoft.com/office/drawing/2014/main" id="{2753A27A-37A6-46B1-B14A-72D749BB8E81}"/>
              </a:ext>
            </a:extLst>
          </p:cNvPr>
          <p:cNvSpPr>
            <a:spLocks noGrp="1"/>
          </p:cNvSpPr>
          <p:nvPr>
            <p:ph type="ftr" sz="quarter" idx="11"/>
          </p:nvPr>
        </p:nvSpPr>
        <p:spPr/>
        <p:txBody>
          <a:bodyPr/>
          <a:lstStyle/>
          <a:p>
            <a:r>
              <a:rPr lang="en-US">
                <a:solidFill>
                  <a:prstClr val="black"/>
                </a:solidFill>
              </a:rPr>
              <a:t>LAWS 1038-23W</a:t>
            </a:r>
          </a:p>
        </p:txBody>
      </p:sp>
      <p:sp>
        <p:nvSpPr>
          <p:cNvPr id="8" name="Slide Number Placeholder 7">
            <a:extLst>
              <a:ext uri="{FF2B5EF4-FFF2-40B4-BE49-F238E27FC236}">
                <a16:creationId xmlns:a16="http://schemas.microsoft.com/office/drawing/2014/main" id="{944732D0-6F5A-4B84-9992-71729BC4ACD5}"/>
              </a:ext>
            </a:extLst>
          </p:cNvPr>
          <p:cNvSpPr>
            <a:spLocks noGrp="1"/>
          </p:cNvSpPr>
          <p:nvPr>
            <p:ph type="sldNum" sz="quarter" idx="12"/>
          </p:nvPr>
        </p:nvSpPr>
        <p:spPr/>
        <p:txBody>
          <a:bodyPr/>
          <a:lstStyle/>
          <a:p>
            <a:fld id="{E31375A4-56A4-47D6-9801-1991572033F7}" type="slidenum">
              <a:rPr lang="en-US" smtClean="0">
                <a:solidFill>
                  <a:prstClr val="black"/>
                </a:solidFill>
              </a:rPr>
              <a:pPr/>
              <a:t>26</a:t>
            </a:fld>
            <a:endParaRPr lang="en-US">
              <a:solidFill>
                <a:prstClr val="black"/>
              </a:solidFill>
            </a:endParaRPr>
          </a:p>
        </p:txBody>
      </p:sp>
      <p:sp>
        <p:nvSpPr>
          <p:cNvPr id="2" name="Date Placeholder 1">
            <a:extLst>
              <a:ext uri="{FF2B5EF4-FFF2-40B4-BE49-F238E27FC236}">
                <a16:creationId xmlns:a16="http://schemas.microsoft.com/office/drawing/2014/main" id="{47EF74AC-AF11-4A14-4D14-0224D9104163}"/>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3413045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798818" y="1731525"/>
            <a:ext cx="3276600" cy="4210050"/>
          </a:xfrm>
          <a:prstGeom prst="rect">
            <a:avLst/>
          </a:prstGeom>
          <a:blipFill>
            <a:blip r:embed="rId2" cstate="print"/>
            <a:stretch>
              <a:fillRect/>
            </a:stretch>
          </a:blip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4" name="object 4"/>
          <p:cNvSpPr txBox="1"/>
          <p:nvPr/>
        </p:nvSpPr>
        <p:spPr>
          <a:xfrm>
            <a:off x="4355976" y="1731525"/>
            <a:ext cx="4608512" cy="3323987"/>
          </a:xfrm>
          <a:prstGeom prst="rect">
            <a:avLst/>
          </a:prstGeom>
        </p:spPr>
        <p:txBody>
          <a:bodyPr vert="horz" wrap="square" lIns="0" tIns="0" rIns="0" bIns="0" rtlCol="0">
            <a:spAutoFit/>
          </a:bodyPr>
          <a:lstStyle/>
          <a:p>
            <a:pPr marL="12700" marR="6350" fontAlgn="auto">
              <a:spcBef>
                <a:spcPts val="0"/>
              </a:spcBef>
              <a:spcAft>
                <a:spcPts val="0"/>
              </a:spcAft>
            </a:pPr>
            <a:r>
              <a:rPr spc="-195" dirty="0">
                <a:solidFill>
                  <a:prstClr val="black"/>
                </a:solidFill>
                <a:latin typeface="Calibri" panose="020F0502020204030204" pitchFamily="34" charset="0"/>
                <a:cs typeface="Arial"/>
              </a:rPr>
              <a:t>T</a:t>
            </a:r>
            <a:r>
              <a:rPr dirty="0">
                <a:solidFill>
                  <a:prstClr val="black"/>
                </a:solidFill>
                <a:latin typeface="Calibri" panose="020F0502020204030204" pitchFamily="34" charset="0"/>
                <a:cs typeface="Arial"/>
              </a:rPr>
              <a:t>o</a:t>
            </a:r>
            <a:r>
              <a:rPr spc="-5" dirty="0">
                <a:solidFill>
                  <a:prstClr val="black"/>
                </a:solidFill>
                <a:latin typeface="Calibri" panose="020F0502020204030204" pitchFamily="34" charset="0"/>
                <a:cs typeface="Arial"/>
              </a:rPr>
              <a:t> </a:t>
            </a:r>
            <a:r>
              <a:rPr spc="-15" dirty="0">
                <a:solidFill>
                  <a:prstClr val="black"/>
                </a:solidFill>
                <a:latin typeface="Calibri" panose="020F0502020204030204" pitchFamily="34" charset="0"/>
                <a:cs typeface="Arial"/>
              </a:rPr>
              <a:t>e</a:t>
            </a:r>
            <a:r>
              <a:rPr spc="-5" dirty="0">
                <a:solidFill>
                  <a:prstClr val="black"/>
                </a:solidFill>
                <a:latin typeface="Calibri" panose="020F0502020204030204" pitchFamily="34" charset="0"/>
                <a:cs typeface="Arial"/>
              </a:rPr>
              <a:t>nsu</a:t>
            </a:r>
            <a:r>
              <a:rPr spc="-10" dirty="0">
                <a:solidFill>
                  <a:prstClr val="black"/>
                </a:solidFill>
                <a:latin typeface="Calibri" panose="020F0502020204030204" pitchFamily="34" charset="0"/>
                <a:cs typeface="Arial"/>
              </a:rPr>
              <a:t>r</a:t>
            </a:r>
            <a:r>
              <a:rPr dirty="0">
                <a:solidFill>
                  <a:prstClr val="black"/>
                </a:solidFill>
                <a:latin typeface="Calibri" panose="020F0502020204030204" pitchFamily="34" charset="0"/>
                <a:cs typeface="Arial"/>
              </a:rPr>
              <a:t>e</a:t>
            </a:r>
            <a:r>
              <a:rPr spc="-5" dirty="0">
                <a:solidFill>
                  <a:prstClr val="black"/>
                </a:solidFill>
                <a:latin typeface="Calibri" panose="020F0502020204030204" pitchFamily="34" charset="0"/>
                <a:cs typeface="Arial"/>
              </a:rPr>
              <a:t> go</a:t>
            </a:r>
            <a:r>
              <a:rPr spc="-15" dirty="0">
                <a:solidFill>
                  <a:prstClr val="black"/>
                </a:solidFill>
                <a:latin typeface="Calibri" panose="020F0502020204030204" pitchFamily="34" charset="0"/>
                <a:cs typeface="Arial"/>
              </a:rPr>
              <a:t>o</a:t>
            </a:r>
            <a:r>
              <a:rPr dirty="0">
                <a:solidFill>
                  <a:prstClr val="black"/>
                </a:solidFill>
                <a:latin typeface="Calibri" panose="020F0502020204030204" pitchFamily="34" charset="0"/>
                <a:cs typeface="Arial"/>
              </a:rPr>
              <a:t>d</a:t>
            </a:r>
            <a:r>
              <a:rPr spc="-5" dirty="0">
                <a:solidFill>
                  <a:prstClr val="black"/>
                </a:solidFill>
                <a:latin typeface="Calibri" panose="020F0502020204030204" pitchFamily="34" charset="0"/>
                <a:cs typeface="Arial"/>
              </a:rPr>
              <a:t> pr</a:t>
            </a:r>
            <a:r>
              <a:rPr spc="-15" dirty="0">
                <a:solidFill>
                  <a:prstClr val="black"/>
                </a:solidFill>
                <a:latin typeface="Calibri" panose="020F0502020204030204" pitchFamily="34" charset="0"/>
                <a:cs typeface="Arial"/>
              </a:rPr>
              <a:t>o</a:t>
            </a:r>
            <a:r>
              <a:rPr spc="-5" dirty="0">
                <a:solidFill>
                  <a:prstClr val="black"/>
                </a:solidFill>
                <a:latin typeface="Calibri" panose="020F0502020204030204" pitchFamily="34" charset="0"/>
                <a:cs typeface="Arial"/>
              </a:rPr>
              <a:t>jec</a:t>
            </a:r>
            <a:r>
              <a:rPr dirty="0">
                <a:solidFill>
                  <a:prstClr val="black"/>
                </a:solidFill>
                <a:latin typeface="Calibri" panose="020F0502020204030204" pitchFamily="34" charset="0"/>
                <a:cs typeface="Arial"/>
              </a:rPr>
              <a:t>t</a:t>
            </a:r>
            <a:r>
              <a:rPr spc="-5" dirty="0">
                <a:solidFill>
                  <a:prstClr val="black"/>
                </a:solidFill>
                <a:latin typeface="Calibri" panose="020F0502020204030204" pitchFamily="34" charset="0"/>
                <a:cs typeface="Arial"/>
              </a:rPr>
              <a:t> </a:t>
            </a:r>
            <a:r>
              <a:rPr spc="5" dirty="0">
                <a:solidFill>
                  <a:prstClr val="black"/>
                </a:solidFill>
                <a:latin typeface="Calibri" panose="020F0502020204030204" pitchFamily="34" charset="0"/>
                <a:cs typeface="Arial"/>
              </a:rPr>
              <a:t>c</a:t>
            </a:r>
            <a:r>
              <a:rPr spc="-15" dirty="0">
                <a:solidFill>
                  <a:prstClr val="black"/>
                </a:solidFill>
                <a:latin typeface="Calibri" panose="020F0502020204030204" pitchFamily="34" charset="0"/>
                <a:cs typeface="Arial"/>
              </a:rPr>
              <a:t>o</a:t>
            </a:r>
            <a:r>
              <a:rPr dirty="0">
                <a:solidFill>
                  <a:prstClr val="black"/>
                </a:solidFill>
                <a:latin typeface="Calibri" panose="020F0502020204030204" pitchFamily="34" charset="0"/>
                <a:cs typeface="Arial"/>
              </a:rPr>
              <a:t>mmu</a:t>
            </a:r>
            <a:r>
              <a:rPr spc="-15" dirty="0">
                <a:solidFill>
                  <a:prstClr val="black"/>
                </a:solidFill>
                <a:latin typeface="Calibri" panose="020F0502020204030204" pitchFamily="34" charset="0"/>
                <a:cs typeface="Arial"/>
              </a:rPr>
              <a:t>n</a:t>
            </a:r>
            <a:r>
              <a:rPr spc="-5" dirty="0">
                <a:solidFill>
                  <a:prstClr val="black"/>
                </a:solidFill>
                <a:latin typeface="Calibri" panose="020F0502020204030204" pitchFamily="34" charset="0"/>
                <a:cs typeface="Arial"/>
              </a:rPr>
              <a:t>icat</a:t>
            </a:r>
            <a:r>
              <a:rPr spc="-15" dirty="0">
                <a:solidFill>
                  <a:prstClr val="black"/>
                </a:solidFill>
                <a:latin typeface="Calibri" panose="020F0502020204030204" pitchFamily="34" charset="0"/>
                <a:cs typeface="Arial"/>
              </a:rPr>
              <a:t>i</a:t>
            </a:r>
            <a:r>
              <a:rPr spc="-5" dirty="0">
                <a:solidFill>
                  <a:prstClr val="black"/>
                </a:solidFill>
                <a:latin typeface="Calibri" panose="020F0502020204030204" pitchFamily="34" charset="0"/>
                <a:cs typeface="Arial"/>
              </a:rPr>
              <a:t>ons, </a:t>
            </a:r>
            <a:r>
              <a:rPr dirty="0">
                <a:solidFill>
                  <a:prstClr val="black"/>
                </a:solidFill>
                <a:latin typeface="Calibri" panose="020F0502020204030204" pitchFamily="34" charset="0"/>
                <a:cs typeface="Arial"/>
              </a:rPr>
              <a:t>t</a:t>
            </a:r>
            <a:r>
              <a:rPr spc="-15" dirty="0">
                <a:solidFill>
                  <a:prstClr val="black"/>
                </a:solidFill>
                <a:latin typeface="Calibri" panose="020F0502020204030204" pitchFamily="34" charset="0"/>
                <a:cs typeface="Arial"/>
              </a:rPr>
              <a:t>h</a:t>
            </a:r>
            <a:r>
              <a:rPr dirty="0">
                <a:solidFill>
                  <a:prstClr val="black"/>
                </a:solidFill>
                <a:latin typeface="Calibri" panose="020F0502020204030204" pitchFamily="34" charset="0"/>
                <a:cs typeface="Arial"/>
              </a:rPr>
              <a:t>e</a:t>
            </a:r>
            <a:r>
              <a:rPr spc="-5" dirty="0">
                <a:solidFill>
                  <a:prstClr val="black"/>
                </a:solidFill>
                <a:latin typeface="Calibri" panose="020F0502020204030204" pitchFamily="34" charset="0"/>
                <a:cs typeface="Arial"/>
              </a:rPr>
              <a:t> </a:t>
            </a:r>
            <a:r>
              <a:rPr spc="5" dirty="0">
                <a:solidFill>
                  <a:prstClr val="black"/>
                </a:solidFill>
                <a:latin typeface="Calibri" panose="020F0502020204030204" pitchFamily="34" charset="0"/>
                <a:cs typeface="Arial"/>
              </a:rPr>
              <a:t>s</a:t>
            </a:r>
            <a:r>
              <a:rPr spc="-15" dirty="0">
                <a:solidFill>
                  <a:prstClr val="black"/>
                </a:solidFill>
                <a:latin typeface="Calibri" panose="020F0502020204030204" pitchFamily="34" charset="0"/>
                <a:cs typeface="Arial"/>
              </a:rPr>
              <a:t>e</a:t>
            </a:r>
            <a:r>
              <a:rPr spc="-5" dirty="0">
                <a:solidFill>
                  <a:prstClr val="black"/>
                </a:solidFill>
                <a:latin typeface="Calibri" panose="020F0502020204030204" pitchFamily="34" charset="0"/>
                <a:cs typeface="Arial"/>
              </a:rPr>
              <a:t>n</a:t>
            </a:r>
            <a:r>
              <a:rPr spc="-15" dirty="0">
                <a:solidFill>
                  <a:prstClr val="black"/>
                </a:solidFill>
                <a:latin typeface="Calibri" panose="020F0502020204030204" pitchFamily="34" charset="0"/>
                <a:cs typeface="Arial"/>
              </a:rPr>
              <a:t>d</a:t>
            </a:r>
            <a:r>
              <a:rPr spc="-5" dirty="0">
                <a:solidFill>
                  <a:prstClr val="black"/>
                </a:solidFill>
                <a:latin typeface="Calibri" panose="020F0502020204030204" pitchFamily="34" charset="0"/>
                <a:cs typeface="Arial"/>
              </a:rPr>
              <a:t>e</a:t>
            </a:r>
            <a:r>
              <a:rPr dirty="0">
                <a:solidFill>
                  <a:prstClr val="black"/>
                </a:solidFill>
                <a:latin typeface="Calibri" panose="020F0502020204030204" pitchFamily="34" charset="0"/>
                <a:cs typeface="Arial"/>
              </a:rPr>
              <a:t>r</a:t>
            </a:r>
            <a:r>
              <a:rPr spc="-5" dirty="0">
                <a:solidFill>
                  <a:prstClr val="black"/>
                </a:solidFill>
                <a:latin typeface="Calibri" panose="020F0502020204030204" pitchFamily="34" charset="0"/>
                <a:cs typeface="Arial"/>
              </a:rPr>
              <a:t> </a:t>
            </a:r>
            <a:r>
              <a:rPr dirty="0">
                <a:solidFill>
                  <a:prstClr val="black"/>
                </a:solidFill>
                <a:latin typeface="Calibri" panose="020F0502020204030204" pitchFamily="34" charset="0"/>
                <a:cs typeface="Arial"/>
              </a:rPr>
              <a:t>sh</a:t>
            </a:r>
            <a:r>
              <a:rPr spc="-15" dirty="0">
                <a:solidFill>
                  <a:prstClr val="black"/>
                </a:solidFill>
                <a:latin typeface="Calibri" panose="020F0502020204030204" pitchFamily="34" charset="0"/>
                <a:cs typeface="Arial"/>
              </a:rPr>
              <a:t>o</a:t>
            </a:r>
            <a:r>
              <a:rPr spc="-5" dirty="0">
                <a:solidFill>
                  <a:prstClr val="black"/>
                </a:solidFill>
                <a:latin typeface="Calibri" panose="020F0502020204030204" pitchFamily="34" charset="0"/>
                <a:cs typeface="Arial"/>
              </a:rPr>
              <a:t>ul</a:t>
            </a:r>
            <a:r>
              <a:rPr dirty="0">
                <a:solidFill>
                  <a:prstClr val="black"/>
                </a:solidFill>
                <a:latin typeface="Calibri" panose="020F0502020204030204" pitchFamily="34" charset="0"/>
                <a:cs typeface="Arial"/>
              </a:rPr>
              <a:t>d</a:t>
            </a:r>
            <a:r>
              <a:rPr spc="-5" dirty="0">
                <a:solidFill>
                  <a:prstClr val="black"/>
                </a:solidFill>
                <a:latin typeface="Calibri" panose="020F0502020204030204" pitchFamily="34" charset="0"/>
                <a:cs typeface="Arial"/>
              </a:rPr>
              <a:t> </a:t>
            </a:r>
            <a:r>
              <a:rPr spc="-15" dirty="0">
                <a:solidFill>
                  <a:srgbClr val="00B050"/>
                </a:solidFill>
                <a:latin typeface="Calibri" panose="020F0502020204030204" pitchFamily="34" charset="0"/>
                <a:cs typeface="Arial"/>
              </a:rPr>
              <a:t>e</a:t>
            </a:r>
            <a:r>
              <a:rPr spc="-5" dirty="0">
                <a:solidFill>
                  <a:srgbClr val="00B050"/>
                </a:solidFill>
                <a:latin typeface="Calibri" panose="020F0502020204030204" pitchFamily="34" charset="0"/>
                <a:cs typeface="Arial"/>
              </a:rPr>
              <a:t>nco</a:t>
            </a:r>
            <a:r>
              <a:rPr spc="-15" dirty="0">
                <a:solidFill>
                  <a:srgbClr val="00B050"/>
                </a:solidFill>
                <a:latin typeface="Calibri" panose="020F0502020204030204" pitchFamily="34" charset="0"/>
                <a:cs typeface="Arial"/>
              </a:rPr>
              <a:t>d</a:t>
            </a:r>
            <a:r>
              <a:rPr dirty="0">
                <a:solidFill>
                  <a:srgbClr val="00B050"/>
                </a:solidFill>
                <a:latin typeface="Calibri" panose="020F0502020204030204" pitchFamily="34" charset="0"/>
                <a:cs typeface="Arial"/>
              </a:rPr>
              <a:t>e</a:t>
            </a:r>
            <a:r>
              <a:rPr spc="-5" dirty="0">
                <a:solidFill>
                  <a:prstClr val="black"/>
                </a:solidFill>
                <a:latin typeface="Calibri" panose="020F0502020204030204" pitchFamily="34" charset="0"/>
                <a:cs typeface="Arial"/>
              </a:rPr>
              <a:t> </a:t>
            </a:r>
            <a:r>
              <a:rPr dirty="0">
                <a:solidFill>
                  <a:prstClr val="black"/>
                </a:solidFill>
                <a:latin typeface="Calibri" panose="020F0502020204030204" pitchFamily="34" charset="0"/>
                <a:cs typeface="Arial"/>
              </a:rPr>
              <a:t>a</a:t>
            </a:r>
            <a:r>
              <a:rPr spc="-5" dirty="0">
                <a:solidFill>
                  <a:prstClr val="black"/>
                </a:solidFill>
                <a:latin typeface="Calibri" panose="020F0502020204030204" pitchFamily="34" charset="0"/>
                <a:cs typeface="Arial"/>
              </a:rPr>
              <a:t> </a:t>
            </a:r>
            <a:r>
              <a:rPr dirty="0">
                <a:solidFill>
                  <a:prstClr val="black"/>
                </a:solidFill>
                <a:latin typeface="Calibri" panose="020F0502020204030204" pitchFamily="34" charset="0"/>
                <a:cs typeface="Arial"/>
              </a:rPr>
              <a:t>mess</a:t>
            </a:r>
            <a:r>
              <a:rPr spc="-15" dirty="0">
                <a:solidFill>
                  <a:prstClr val="black"/>
                </a:solidFill>
                <a:latin typeface="Calibri" panose="020F0502020204030204" pitchFamily="34" charset="0"/>
                <a:cs typeface="Arial"/>
              </a:rPr>
              <a:t>a</a:t>
            </a:r>
            <a:r>
              <a:rPr spc="-5" dirty="0">
                <a:solidFill>
                  <a:prstClr val="black"/>
                </a:solidFill>
                <a:latin typeface="Calibri" panose="020F0502020204030204" pitchFamily="34" charset="0"/>
                <a:cs typeface="Arial"/>
              </a:rPr>
              <a:t>ge </a:t>
            </a:r>
            <a:r>
              <a:rPr spc="5" dirty="0">
                <a:solidFill>
                  <a:prstClr val="black"/>
                </a:solidFill>
                <a:latin typeface="Calibri" panose="020F0502020204030204" pitchFamily="34" charset="0"/>
                <a:cs typeface="Arial"/>
              </a:rPr>
              <a:t>c</a:t>
            </a:r>
            <a:r>
              <a:rPr spc="-15" dirty="0">
                <a:solidFill>
                  <a:prstClr val="black"/>
                </a:solidFill>
                <a:latin typeface="Calibri" panose="020F0502020204030204" pitchFamily="34" charset="0"/>
                <a:cs typeface="Arial"/>
              </a:rPr>
              <a:t>a</a:t>
            </a:r>
            <a:r>
              <a:rPr dirty="0">
                <a:solidFill>
                  <a:prstClr val="black"/>
                </a:solidFill>
                <a:latin typeface="Calibri" panose="020F0502020204030204" pitchFamily="34" charset="0"/>
                <a:cs typeface="Arial"/>
              </a:rPr>
              <a:t>refu</a:t>
            </a:r>
            <a:r>
              <a:rPr spc="-15" dirty="0">
                <a:solidFill>
                  <a:prstClr val="black"/>
                </a:solidFill>
                <a:latin typeface="Calibri" panose="020F0502020204030204" pitchFamily="34" charset="0"/>
                <a:cs typeface="Arial"/>
              </a:rPr>
              <a:t>l</a:t>
            </a:r>
            <a:r>
              <a:rPr spc="-5" dirty="0">
                <a:solidFill>
                  <a:prstClr val="black"/>
                </a:solidFill>
                <a:latin typeface="Calibri" panose="020F0502020204030204" pitchFamily="34" charset="0"/>
                <a:cs typeface="Arial"/>
              </a:rPr>
              <a:t>l</a:t>
            </a:r>
            <a:r>
              <a:rPr dirty="0">
                <a:solidFill>
                  <a:prstClr val="black"/>
                </a:solidFill>
                <a:latin typeface="Calibri" panose="020F0502020204030204" pitchFamily="34" charset="0"/>
                <a:cs typeface="Arial"/>
              </a:rPr>
              <a:t>y</a:t>
            </a:r>
            <a:r>
              <a:rPr spc="-25" dirty="0">
                <a:solidFill>
                  <a:prstClr val="black"/>
                </a:solidFill>
                <a:latin typeface="Calibri" panose="020F0502020204030204" pitchFamily="34" charset="0"/>
                <a:cs typeface="Arial"/>
              </a:rPr>
              <a:t> </a:t>
            </a:r>
            <a:r>
              <a:rPr spc="-5" dirty="0">
                <a:solidFill>
                  <a:prstClr val="black"/>
                </a:solidFill>
                <a:latin typeface="Calibri" panose="020F0502020204030204" pitchFamily="34" charset="0"/>
                <a:cs typeface="Arial"/>
              </a:rPr>
              <a:t>b</a:t>
            </a:r>
            <a:r>
              <a:rPr spc="-15" dirty="0">
                <a:solidFill>
                  <a:prstClr val="black"/>
                </a:solidFill>
                <a:latin typeface="Calibri" panose="020F0502020204030204" pitchFamily="34" charset="0"/>
                <a:cs typeface="Arial"/>
              </a:rPr>
              <a:t>a</a:t>
            </a:r>
            <a:r>
              <a:rPr dirty="0">
                <a:solidFill>
                  <a:prstClr val="black"/>
                </a:solidFill>
                <a:latin typeface="Calibri" panose="020F0502020204030204" pitchFamily="34" charset="0"/>
                <a:cs typeface="Arial"/>
              </a:rPr>
              <a:t>sed</a:t>
            </a:r>
            <a:r>
              <a:rPr spc="-5" dirty="0">
                <a:solidFill>
                  <a:prstClr val="black"/>
                </a:solidFill>
                <a:latin typeface="Calibri" panose="020F0502020204030204" pitchFamily="34" charset="0"/>
                <a:cs typeface="Arial"/>
              </a:rPr>
              <a:t> </a:t>
            </a:r>
            <a:r>
              <a:rPr spc="-15" dirty="0">
                <a:solidFill>
                  <a:prstClr val="black"/>
                </a:solidFill>
                <a:latin typeface="Calibri" panose="020F0502020204030204" pitchFamily="34" charset="0"/>
                <a:cs typeface="Arial"/>
              </a:rPr>
              <a:t>u</a:t>
            </a:r>
            <a:r>
              <a:rPr spc="-5" dirty="0">
                <a:solidFill>
                  <a:prstClr val="black"/>
                </a:solidFill>
                <a:latin typeface="Calibri" panose="020F0502020204030204" pitchFamily="34" charset="0"/>
                <a:cs typeface="Arial"/>
              </a:rPr>
              <a:t>p</a:t>
            </a:r>
            <a:r>
              <a:rPr spc="-15" dirty="0">
                <a:solidFill>
                  <a:prstClr val="black"/>
                </a:solidFill>
                <a:latin typeface="Calibri" panose="020F0502020204030204" pitchFamily="34" charset="0"/>
                <a:cs typeface="Arial"/>
              </a:rPr>
              <a:t>o</a:t>
            </a:r>
            <a:r>
              <a:rPr dirty="0">
                <a:solidFill>
                  <a:prstClr val="black"/>
                </a:solidFill>
                <a:latin typeface="Calibri" panose="020F0502020204030204" pitchFamily="34" charset="0"/>
                <a:cs typeface="Arial"/>
              </a:rPr>
              <a:t>n</a:t>
            </a:r>
            <a:r>
              <a:rPr spc="-5" dirty="0">
                <a:solidFill>
                  <a:prstClr val="black"/>
                </a:solidFill>
                <a:latin typeface="Calibri" panose="020F0502020204030204" pitchFamily="34" charset="0"/>
                <a:cs typeface="Arial"/>
              </a:rPr>
              <a:t> </a:t>
            </a:r>
            <a:r>
              <a:rPr dirty="0">
                <a:solidFill>
                  <a:prstClr val="black"/>
                </a:solidFill>
                <a:latin typeface="Calibri" panose="020F0502020204030204" pitchFamily="34" charset="0"/>
                <a:cs typeface="Arial"/>
              </a:rPr>
              <a:t>t</a:t>
            </a:r>
            <a:r>
              <a:rPr spc="-5" dirty="0">
                <a:solidFill>
                  <a:prstClr val="black"/>
                </a:solidFill>
                <a:latin typeface="Calibri" panose="020F0502020204030204" pitchFamily="34" charset="0"/>
                <a:cs typeface="Arial"/>
              </a:rPr>
              <a:t>h</a:t>
            </a:r>
            <a:r>
              <a:rPr dirty="0">
                <a:solidFill>
                  <a:prstClr val="black"/>
                </a:solidFill>
                <a:latin typeface="Calibri" panose="020F0502020204030204" pitchFamily="34" charset="0"/>
                <a:cs typeface="Arial"/>
              </a:rPr>
              <a:t>e</a:t>
            </a:r>
            <a:endParaRPr lang="en-US" dirty="0">
              <a:solidFill>
                <a:prstClr val="black"/>
              </a:solidFill>
              <a:latin typeface="Calibri" panose="020F0502020204030204" pitchFamily="34" charset="0"/>
              <a:cs typeface="Arial"/>
            </a:endParaRPr>
          </a:p>
          <a:p>
            <a:pPr marL="12700" marR="6350" fontAlgn="auto">
              <a:spcBef>
                <a:spcPts val="0"/>
              </a:spcBef>
              <a:spcAft>
                <a:spcPts val="0"/>
              </a:spcAft>
            </a:pPr>
            <a:endParaRPr lang="en-US" dirty="0">
              <a:solidFill>
                <a:prstClr val="black"/>
              </a:solidFill>
              <a:latin typeface="Calibri" panose="020F0502020204030204" pitchFamily="34" charset="0"/>
              <a:cs typeface="Arial"/>
            </a:endParaRPr>
          </a:p>
          <a:p>
            <a:pPr marL="298450" marR="6350" indent="-285750" fontAlgn="auto">
              <a:spcBef>
                <a:spcPts val="0"/>
              </a:spcBef>
              <a:spcAft>
                <a:spcPts val="0"/>
              </a:spcAft>
              <a:buFont typeface="Arial" panose="020B0604020202020204" pitchFamily="34" charset="0"/>
              <a:buChar char="•"/>
            </a:pPr>
            <a:r>
              <a:rPr spc="-10" dirty="0">
                <a:solidFill>
                  <a:prstClr val="black"/>
                </a:solidFill>
                <a:latin typeface="Calibri" panose="020F0502020204030204" pitchFamily="34" charset="0"/>
                <a:cs typeface="Arial"/>
              </a:rPr>
              <a:t>r</a:t>
            </a:r>
            <a:r>
              <a:rPr spc="-5" dirty="0">
                <a:solidFill>
                  <a:prstClr val="black"/>
                </a:solidFill>
                <a:latin typeface="Calibri" panose="020F0502020204030204" pitchFamily="34" charset="0"/>
                <a:cs typeface="Arial"/>
              </a:rPr>
              <a:t>ece</a:t>
            </a:r>
            <a:r>
              <a:rPr spc="-10" dirty="0">
                <a:solidFill>
                  <a:prstClr val="black"/>
                </a:solidFill>
                <a:latin typeface="Calibri" panose="020F0502020204030204" pitchFamily="34" charset="0"/>
                <a:cs typeface="Arial"/>
              </a:rPr>
              <a:t>i</a:t>
            </a:r>
            <a:r>
              <a:rPr dirty="0">
                <a:solidFill>
                  <a:prstClr val="black"/>
                </a:solidFill>
                <a:latin typeface="Calibri" panose="020F0502020204030204" pitchFamily="34" charset="0"/>
                <a:cs typeface="Arial"/>
              </a:rPr>
              <a:t>ver's </a:t>
            </a:r>
            <a:r>
              <a:rPr spc="-5" dirty="0">
                <a:solidFill>
                  <a:prstClr val="black"/>
                </a:solidFill>
                <a:latin typeface="Calibri" panose="020F0502020204030204" pitchFamily="34" charset="0"/>
                <a:cs typeface="Arial"/>
              </a:rPr>
              <a:t>ed</a:t>
            </a:r>
            <a:r>
              <a:rPr spc="-15" dirty="0">
                <a:solidFill>
                  <a:prstClr val="black"/>
                </a:solidFill>
                <a:latin typeface="Calibri" panose="020F0502020204030204" pitchFamily="34" charset="0"/>
                <a:cs typeface="Arial"/>
              </a:rPr>
              <a:t>u</a:t>
            </a:r>
            <a:r>
              <a:rPr dirty="0">
                <a:solidFill>
                  <a:prstClr val="black"/>
                </a:solidFill>
                <a:latin typeface="Calibri" panose="020F0502020204030204" pitchFamily="34" charset="0"/>
                <a:cs typeface="Arial"/>
              </a:rPr>
              <a:t>catio</a:t>
            </a:r>
            <a:r>
              <a:rPr spc="-15" dirty="0">
                <a:solidFill>
                  <a:prstClr val="black"/>
                </a:solidFill>
                <a:latin typeface="Calibri" panose="020F0502020204030204" pitchFamily="34" charset="0"/>
                <a:cs typeface="Arial"/>
              </a:rPr>
              <a:t>n</a:t>
            </a:r>
            <a:r>
              <a:rPr spc="-5" dirty="0">
                <a:solidFill>
                  <a:prstClr val="black"/>
                </a:solidFill>
                <a:latin typeface="Calibri" panose="020F0502020204030204" pitchFamily="34" charset="0"/>
                <a:cs typeface="Arial"/>
              </a:rPr>
              <a:t>,</a:t>
            </a:r>
            <a:r>
              <a:rPr spc="5" dirty="0">
                <a:solidFill>
                  <a:prstClr val="black"/>
                </a:solidFill>
                <a:latin typeface="Calibri" panose="020F0502020204030204" pitchFamily="34" charset="0"/>
                <a:cs typeface="Arial"/>
              </a:rPr>
              <a:t> </a:t>
            </a:r>
            <a:endParaRPr lang="en-US" spc="5" dirty="0">
              <a:solidFill>
                <a:prstClr val="black"/>
              </a:solidFill>
              <a:latin typeface="Calibri" panose="020F0502020204030204" pitchFamily="34" charset="0"/>
              <a:cs typeface="Arial"/>
            </a:endParaRPr>
          </a:p>
          <a:p>
            <a:pPr marL="298450" marR="6350" indent="-285750" fontAlgn="auto">
              <a:spcBef>
                <a:spcPts val="0"/>
              </a:spcBef>
              <a:spcAft>
                <a:spcPts val="0"/>
              </a:spcAft>
              <a:buFont typeface="Arial" panose="020B0604020202020204" pitchFamily="34" charset="0"/>
              <a:buChar char="•"/>
            </a:pPr>
            <a:r>
              <a:rPr spc="-15" dirty="0">
                <a:solidFill>
                  <a:prstClr val="black"/>
                </a:solidFill>
                <a:latin typeface="Calibri" panose="020F0502020204030204" pitchFamily="34" charset="0"/>
                <a:cs typeface="Arial"/>
              </a:rPr>
              <a:t>ex</a:t>
            </a:r>
            <a:r>
              <a:rPr spc="-5" dirty="0">
                <a:solidFill>
                  <a:prstClr val="black"/>
                </a:solidFill>
                <a:latin typeface="Calibri" panose="020F0502020204030204" pitchFamily="34" charset="0"/>
                <a:cs typeface="Arial"/>
              </a:rPr>
              <a:t>p</a:t>
            </a:r>
            <a:r>
              <a:rPr spc="-15" dirty="0">
                <a:solidFill>
                  <a:prstClr val="black"/>
                </a:solidFill>
                <a:latin typeface="Calibri" panose="020F0502020204030204" pitchFamily="34" charset="0"/>
                <a:cs typeface="Arial"/>
              </a:rPr>
              <a:t>e</a:t>
            </a:r>
            <a:r>
              <a:rPr spc="5" dirty="0">
                <a:solidFill>
                  <a:prstClr val="black"/>
                </a:solidFill>
                <a:latin typeface="Calibri" panose="020F0502020204030204" pitchFamily="34" charset="0"/>
                <a:cs typeface="Arial"/>
              </a:rPr>
              <a:t>r</a:t>
            </a:r>
            <a:r>
              <a:rPr spc="-10" dirty="0">
                <a:solidFill>
                  <a:prstClr val="black"/>
                </a:solidFill>
                <a:latin typeface="Calibri" panose="020F0502020204030204" pitchFamily="34" charset="0"/>
                <a:cs typeface="Arial"/>
              </a:rPr>
              <a:t>i</a:t>
            </a:r>
            <a:r>
              <a:rPr spc="-5" dirty="0">
                <a:solidFill>
                  <a:prstClr val="black"/>
                </a:solidFill>
                <a:latin typeface="Calibri" panose="020F0502020204030204" pitchFamily="34" charset="0"/>
                <a:cs typeface="Arial"/>
              </a:rPr>
              <a:t>e</a:t>
            </a:r>
            <a:r>
              <a:rPr spc="-15" dirty="0">
                <a:solidFill>
                  <a:prstClr val="black"/>
                </a:solidFill>
                <a:latin typeface="Calibri" panose="020F0502020204030204" pitchFamily="34" charset="0"/>
                <a:cs typeface="Arial"/>
              </a:rPr>
              <a:t>n</a:t>
            </a:r>
            <a:r>
              <a:rPr spc="-10" dirty="0">
                <a:solidFill>
                  <a:prstClr val="black"/>
                </a:solidFill>
                <a:latin typeface="Calibri" panose="020F0502020204030204" pitchFamily="34" charset="0"/>
                <a:cs typeface="Arial"/>
              </a:rPr>
              <a:t>ce,</a:t>
            </a:r>
            <a:r>
              <a:rPr spc="5" dirty="0">
                <a:solidFill>
                  <a:prstClr val="black"/>
                </a:solidFill>
                <a:latin typeface="Calibri" panose="020F0502020204030204" pitchFamily="34" charset="0"/>
                <a:cs typeface="Arial"/>
              </a:rPr>
              <a:t> </a:t>
            </a:r>
            <a:endParaRPr lang="en-US" spc="5" dirty="0">
              <a:solidFill>
                <a:prstClr val="black"/>
              </a:solidFill>
              <a:latin typeface="Calibri" panose="020F0502020204030204" pitchFamily="34" charset="0"/>
              <a:cs typeface="Arial"/>
            </a:endParaRPr>
          </a:p>
          <a:p>
            <a:pPr marL="298450" marR="6350" indent="-285750" fontAlgn="auto">
              <a:spcBef>
                <a:spcPts val="0"/>
              </a:spcBef>
              <a:spcAft>
                <a:spcPts val="0"/>
              </a:spcAft>
              <a:buFont typeface="Arial" panose="020B0604020202020204" pitchFamily="34" charset="0"/>
              <a:buChar char="•"/>
            </a:pPr>
            <a:r>
              <a:rPr spc="-10" dirty="0">
                <a:solidFill>
                  <a:prstClr val="black"/>
                </a:solidFill>
                <a:latin typeface="Calibri" panose="020F0502020204030204" pitchFamily="34" charset="0"/>
                <a:cs typeface="Arial"/>
              </a:rPr>
              <a:t>l</a:t>
            </a:r>
            <a:r>
              <a:rPr spc="-5" dirty="0">
                <a:solidFill>
                  <a:prstClr val="black"/>
                </a:solidFill>
                <a:latin typeface="Calibri" panose="020F0502020204030204" pitchFamily="34" charset="0"/>
                <a:cs typeface="Arial"/>
              </a:rPr>
              <a:t>a</a:t>
            </a:r>
            <a:r>
              <a:rPr spc="-15" dirty="0">
                <a:solidFill>
                  <a:prstClr val="black"/>
                </a:solidFill>
                <a:latin typeface="Calibri" panose="020F0502020204030204" pitchFamily="34" charset="0"/>
                <a:cs typeface="Arial"/>
              </a:rPr>
              <a:t>n</a:t>
            </a:r>
            <a:r>
              <a:rPr spc="-5" dirty="0">
                <a:solidFill>
                  <a:prstClr val="black"/>
                </a:solidFill>
                <a:latin typeface="Calibri" panose="020F0502020204030204" pitchFamily="34" charset="0"/>
                <a:cs typeface="Arial"/>
              </a:rPr>
              <a:t>gu</a:t>
            </a:r>
            <a:r>
              <a:rPr spc="-15" dirty="0">
                <a:solidFill>
                  <a:prstClr val="black"/>
                </a:solidFill>
                <a:latin typeface="Calibri" panose="020F0502020204030204" pitchFamily="34" charset="0"/>
                <a:cs typeface="Arial"/>
              </a:rPr>
              <a:t>a</a:t>
            </a:r>
            <a:r>
              <a:rPr spc="-5" dirty="0">
                <a:solidFill>
                  <a:prstClr val="black"/>
                </a:solidFill>
                <a:latin typeface="Calibri" panose="020F0502020204030204" pitchFamily="34" charset="0"/>
                <a:cs typeface="Arial"/>
              </a:rPr>
              <a:t>g</a:t>
            </a:r>
            <a:r>
              <a:rPr spc="-15" dirty="0">
                <a:solidFill>
                  <a:prstClr val="black"/>
                </a:solidFill>
                <a:latin typeface="Calibri" panose="020F0502020204030204" pitchFamily="34" charset="0"/>
                <a:cs typeface="Arial"/>
              </a:rPr>
              <a:t>e</a:t>
            </a:r>
            <a:r>
              <a:rPr spc="-5" dirty="0">
                <a:solidFill>
                  <a:prstClr val="black"/>
                </a:solidFill>
                <a:latin typeface="Calibri" panose="020F0502020204030204" pitchFamily="34" charset="0"/>
                <a:cs typeface="Arial"/>
              </a:rPr>
              <a:t>,</a:t>
            </a:r>
            <a:r>
              <a:rPr spc="5" dirty="0">
                <a:solidFill>
                  <a:prstClr val="black"/>
                </a:solidFill>
                <a:latin typeface="Calibri" panose="020F0502020204030204" pitchFamily="34" charset="0"/>
                <a:cs typeface="Arial"/>
              </a:rPr>
              <a:t> </a:t>
            </a:r>
            <a:endParaRPr lang="en-US" spc="5" dirty="0">
              <a:solidFill>
                <a:prstClr val="black"/>
              </a:solidFill>
              <a:latin typeface="Calibri" panose="020F0502020204030204" pitchFamily="34" charset="0"/>
              <a:cs typeface="Arial"/>
            </a:endParaRPr>
          </a:p>
          <a:p>
            <a:pPr marL="298450" marR="6350" indent="-285750" fontAlgn="auto">
              <a:spcBef>
                <a:spcPts val="0"/>
              </a:spcBef>
              <a:spcAft>
                <a:spcPts val="0"/>
              </a:spcAft>
              <a:buFont typeface="Arial" panose="020B0604020202020204" pitchFamily="34" charset="0"/>
              <a:buChar char="•"/>
            </a:pPr>
            <a:r>
              <a:rPr spc="-5" dirty="0">
                <a:solidFill>
                  <a:prstClr val="black"/>
                </a:solidFill>
                <a:latin typeface="Calibri" panose="020F0502020204030204" pitchFamily="34" charset="0"/>
                <a:cs typeface="Arial"/>
              </a:rPr>
              <a:t>a</a:t>
            </a:r>
            <a:r>
              <a:rPr spc="-15" dirty="0">
                <a:solidFill>
                  <a:prstClr val="black"/>
                </a:solidFill>
                <a:latin typeface="Calibri" panose="020F0502020204030204" pitchFamily="34" charset="0"/>
                <a:cs typeface="Arial"/>
              </a:rPr>
              <a:t>n</a:t>
            </a:r>
            <a:r>
              <a:rPr dirty="0">
                <a:solidFill>
                  <a:prstClr val="black"/>
                </a:solidFill>
                <a:latin typeface="Calibri" panose="020F0502020204030204" pitchFamily="34" charset="0"/>
                <a:cs typeface="Arial"/>
              </a:rPr>
              <a:t>d </a:t>
            </a:r>
            <a:r>
              <a:rPr spc="5" dirty="0">
                <a:solidFill>
                  <a:prstClr val="black"/>
                </a:solidFill>
                <a:latin typeface="Calibri" panose="020F0502020204030204" pitchFamily="34" charset="0"/>
                <a:cs typeface="Arial"/>
              </a:rPr>
              <a:t>c</a:t>
            </a:r>
            <a:r>
              <a:rPr spc="-15" dirty="0">
                <a:solidFill>
                  <a:prstClr val="black"/>
                </a:solidFill>
                <a:latin typeface="Calibri" panose="020F0502020204030204" pitchFamily="34" charset="0"/>
                <a:cs typeface="Arial"/>
              </a:rPr>
              <a:t>u</a:t>
            </a:r>
            <a:r>
              <a:rPr spc="-5" dirty="0">
                <a:solidFill>
                  <a:prstClr val="black"/>
                </a:solidFill>
                <a:latin typeface="Calibri" panose="020F0502020204030204" pitchFamily="34" charset="0"/>
                <a:cs typeface="Arial"/>
              </a:rPr>
              <a:t>ltur</a:t>
            </a:r>
            <a:r>
              <a:rPr spc="-15" dirty="0">
                <a:solidFill>
                  <a:prstClr val="black"/>
                </a:solidFill>
                <a:latin typeface="Calibri" panose="020F0502020204030204" pitchFamily="34" charset="0"/>
                <a:cs typeface="Arial"/>
              </a:rPr>
              <a:t>e</a:t>
            </a:r>
            <a:r>
              <a:rPr spc="-5" dirty="0">
                <a:solidFill>
                  <a:prstClr val="black"/>
                </a:solidFill>
                <a:latin typeface="Calibri" panose="020F0502020204030204" pitchFamily="34" charset="0"/>
                <a:cs typeface="Arial"/>
              </a:rPr>
              <a:t>.</a:t>
            </a:r>
            <a:endParaRPr lang="en-US" spc="-5" dirty="0">
              <a:solidFill>
                <a:prstClr val="black"/>
              </a:solidFill>
              <a:latin typeface="Calibri" panose="020F0502020204030204" pitchFamily="34" charset="0"/>
              <a:cs typeface="Arial"/>
            </a:endParaRPr>
          </a:p>
          <a:p>
            <a:pPr marL="12700" marR="6350" fontAlgn="auto">
              <a:spcBef>
                <a:spcPts val="0"/>
              </a:spcBef>
              <a:spcAft>
                <a:spcPts val="0"/>
              </a:spcAft>
            </a:pPr>
            <a:endParaRPr dirty="0">
              <a:solidFill>
                <a:prstClr val="black"/>
              </a:solidFill>
              <a:latin typeface="Calibri" panose="020F0502020204030204" pitchFamily="34" charset="0"/>
              <a:cs typeface="Arial"/>
            </a:endParaRPr>
          </a:p>
          <a:p>
            <a:pPr marL="12700" marR="210185" fontAlgn="auto">
              <a:spcBef>
                <a:spcPts val="0"/>
              </a:spcBef>
              <a:spcAft>
                <a:spcPts val="0"/>
              </a:spcAft>
            </a:pPr>
            <a:r>
              <a:rPr dirty="0">
                <a:solidFill>
                  <a:prstClr val="black"/>
                </a:solidFill>
                <a:latin typeface="Calibri" panose="020F0502020204030204" pitchFamily="34" charset="0"/>
                <a:cs typeface="Arial"/>
              </a:rPr>
              <a:t>T</a:t>
            </a:r>
            <a:r>
              <a:rPr spc="-5" dirty="0">
                <a:solidFill>
                  <a:prstClr val="black"/>
                </a:solidFill>
                <a:latin typeface="Calibri" panose="020F0502020204030204" pitchFamily="34" charset="0"/>
                <a:cs typeface="Arial"/>
              </a:rPr>
              <a:t>h</a:t>
            </a:r>
            <a:r>
              <a:rPr dirty="0">
                <a:solidFill>
                  <a:prstClr val="black"/>
                </a:solidFill>
                <a:latin typeface="Calibri" panose="020F0502020204030204" pitchFamily="34" charset="0"/>
                <a:cs typeface="Arial"/>
              </a:rPr>
              <a:t>e</a:t>
            </a:r>
            <a:r>
              <a:rPr spc="-5" dirty="0">
                <a:solidFill>
                  <a:prstClr val="black"/>
                </a:solidFill>
                <a:latin typeface="Calibri" panose="020F0502020204030204" pitchFamily="34" charset="0"/>
                <a:cs typeface="Arial"/>
              </a:rPr>
              <a:t> </a:t>
            </a:r>
            <a:r>
              <a:rPr dirty="0">
                <a:solidFill>
                  <a:prstClr val="black"/>
                </a:solidFill>
                <a:latin typeface="Calibri" panose="020F0502020204030204" pitchFamily="34" charset="0"/>
                <a:cs typeface="Arial"/>
              </a:rPr>
              <a:t>s</a:t>
            </a:r>
            <a:r>
              <a:rPr spc="-15" dirty="0">
                <a:solidFill>
                  <a:prstClr val="black"/>
                </a:solidFill>
                <a:latin typeface="Calibri" panose="020F0502020204030204" pitchFamily="34" charset="0"/>
                <a:cs typeface="Arial"/>
              </a:rPr>
              <a:t>e</a:t>
            </a:r>
            <a:r>
              <a:rPr spc="-5" dirty="0">
                <a:solidFill>
                  <a:prstClr val="black"/>
                </a:solidFill>
                <a:latin typeface="Calibri" panose="020F0502020204030204" pitchFamily="34" charset="0"/>
                <a:cs typeface="Arial"/>
              </a:rPr>
              <a:t>nd</a:t>
            </a:r>
            <a:r>
              <a:rPr spc="-15" dirty="0">
                <a:solidFill>
                  <a:prstClr val="black"/>
                </a:solidFill>
                <a:latin typeface="Calibri" panose="020F0502020204030204" pitchFamily="34" charset="0"/>
                <a:cs typeface="Arial"/>
              </a:rPr>
              <a:t>e</a:t>
            </a:r>
            <a:r>
              <a:rPr dirty="0">
                <a:solidFill>
                  <a:prstClr val="black"/>
                </a:solidFill>
                <a:latin typeface="Calibri" panose="020F0502020204030204" pitchFamily="34" charset="0"/>
                <a:cs typeface="Arial"/>
              </a:rPr>
              <a:t>r</a:t>
            </a:r>
            <a:r>
              <a:rPr spc="5" dirty="0">
                <a:solidFill>
                  <a:prstClr val="black"/>
                </a:solidFill>
                <a:latin typeface="Calibri" panose="020F0502020204030204" pitchFamily="34" charset="0"/>
                <a:cs typeface="Arial"/>
              </a:rPr>
              <a:t> </a:t>
            </a:r>
            <a:r>
              <a:rPr spc="-15" dirty="0">
                <a:solidFill>
                  <a:prstClr val="black"/>
                </a:solidFill>
                <a:latin typeface="Calibri" panose="020F0502020204030204" pitchFamily="34" charset="0"/>
                <a:cs typeface="Arial"/>
              </a:rPr>
              <a:t>s</a:t>
            </a:r>
            <a:r>
              <a:rPr spc="-5" dirty="0">
                <a:solidFill>
                  <a:prstClr val="black"/>
                </a:solidFill>
                <a:latin typeface="Calibri" panose="020F0502020204030204" pitchFamily="34" charset="0"/>
                <a:cs typeface="Arial"/>
              </a:rPr>
              <a:t>ho</a:t>
            </a:r>
            <a:r>
              <a:rPr spc="-15" dirty="0">
                <a:solidFill>
                  <a:prstClr val="black"/>
                </a:solidFill>
                <a:latin typeface="Calibri" panose="020F0502020204030204" pitchFamily="34" charset="0"/>
                <a:cs typeface="Arial"/>
              </a:rPr>
              <a:t>u</a:t>
            </a:r>
            <a:r>
              <a:rPr spc="-5" dirty="0">
                <a:solidFill>
                  <a:prstClr val="black"/>
                </a:solidFill>
                <a:latin typeface="Calibri" panose="020F0502020204030204" pitchFamily="34" charset="0"/>
                <a:cs typeface="Arial"/>
              </a:rPr>
              <a:t>l</a:t>
            </a:r>
            <a:r>
              <a:rPr dirty="0">
                <a:solidFill>
                  <a:prstClr val="black"/>
                </a:solidFill>
                <a:latin typeface="Calibri" panose="020F0502020204030204" pitchFamily="34" charset="0"/>
                <a:cs typeface="Arial"/>
              </a:rPr>
              <a:t>d</a:t>
            </a:r>
            <a:r>
              <a:rPr spc="-5" dirty="0">
                <a:solidFill>
                  <a:prstClr val="black"/>
                </a:solidFill>
                <a:latin typeface="Calibri" panose="020F0502020204030204" pitchFamily="34" charset="0"/>
                <a:cs typeface="Arial"/>
              </a:rPr>
              <a:t> d</a:t>
            </a:r>
            <a:r>
              <a:rPr spc="-15" dirty="0">
                <a:solidFill>
                  <a:prstClr val="black"/>
                </a:solidFill>
                <a:latin typeface="Calibri" panose="020F0502020204030204" pitchFamily="34" charset="0"/>
                <a:cs typeface="Arial"/>
              </a:rPr>
              <a:t>e</a:t>
            </a:r>
            <a:r>
              <a:rPr dirty="0">
                <a:solidFill>
                  <a:prstClr val="black"/>
                </a:solidFill>
                <a:latin typeface="Calibri" panose="020F0502020204030204" pitchFamily="34" charset="0"/>
                <a:cs typeface="Arial"/>
              </a:rPr>
              <a:t>t</a:t>
            </a:r>
            <a:r>
              <a:rPr spc="-15" dirty="0">
                <a:solidFill>
                  <a:prstClr val="black"/>
                </a:solidFill>
                <a:latin typeface="Calibri" panose="020F0502020204030204" pitchFamily="34" charset="0"/>
                <a:cs typeface="Arial"/>
              </a:rPr>
              <a:t>e</a:t>
            </a:r>
            <a:r>
              <a:rPr dirty="0">
                <a:solidFill>
                  <a:prstClr val="black"/>
                </a:solidFill>
                <a:latin typeface="Calibri" panose="020F0502020204030204" pitchFamily="34" charset="0"/>
                <a:cs typeface="Arial"/>
              </a:rPr>
              <a:t>rmi</a:t>
            </a:r>
            <a:r>
              <a:rPr spc="-15" dirty="0">
                <a:solidFill>
                  <a:prstClr val="black"/>
                </a:solidFill>
                <a:latin typeface="Calibri" panose="020F0502020204030204" pitchFamily="34" charset="0"/>
                <a:cs typeface="Arial"/>
              </a:rPr>
              <a:t>n</a:t>
            </a:r>
            <a:r>
              <a:rPr dirty="0">
                <a:solidFill>
                  <a:prstClr val="black"/>
                </a:solidFill>
                <a:latin typeface="Calibri" panose="020F0502020204030204" pitchFamily="34" charset="0"/>
                <a:cs typeface="Arial"/>
              </a:rPr>
              <a:t>e</a:t>
            </a:r>
            <a:r>
              <a:rPr spc="-5" dirty="0">
                <a:solidFill>
                  <a:prstClr val="black"/>
                </a:solidFill>
                <a:latin typeface="Calibri" panose="020F0502020204030204" pitchFamily="34" charset="0"/>
                <a:cs typeface="Arial"/>
              </a:rPr>
              <a:t> </a:t>
            </a:r>
            <a:r>
              <a:rPr dirty="0">
                <a:solidFill>
                  <a:prstClr val="black"/>
                </a:solidFill>
                <a:latin typeface="Calibri" panose="020F0502020204030204" pitchFamily="34" charset="0"/>
                <a:cs typeface="Arial"/>
              </a:rPr>
              <a:t>t</a:t>
            </a:r>
            <a:r>
              <a:rPr spc="-15" dirty="0">
                <a:solidFill>
                  <a:prstClr val="black"/>
                </a:solidFill>
                <a:latin typeface="Calibri" panose="020F0502020204030204" pitchFamily="34" charset="0"/>
                <a:cs typeface="Arial"/>
              </a:rPr>
              <a:t>h</a:t>
            </a:r>
            <a:r>
              <a:rPr dirty="0">
                <a:solidFill>
                  <a:prstClr val="black"/>
                </a:solidFill>
                <a:latin typeface="Calibri" panose="020F0502020204030204" pitchFamily="34" charset="0"/>
                <a:cs typeface="Arial"/>
              </a:rPr>
              <a:t>e</a:t>
            </a:r>
            <a:r>
              <a:rPr spc="-5" dirty="0">
                <a:solidFill>
                  <a:prstClr val="black"/>
                </a:solidFill>
                <a:latin typeface="Calibri" panose="020F0502020204030204" pitchFamily="34" charset="0"/>
                <a:cs typeface="Arial"/>
              </a:rPr>
              <a:t> id</a:t>
            </a:r>
            <a:r>
              <a:rPr spc="-15" dirty="0">
                <a:solidFill>
                  <a:prstClr val="black"/>
                </a:solidFill>
                <a:latin typeface="Calibri" panose="020F0502020204030204" pitchFamily="34" charset="0"/>
                <a:cs typeface="Arial"/>
              </a:rPr>
              <a:t>e</a:t>
            </a:r>
            <a:r>
              <a:rPr spc="-5" dirty="0">
                <a:solidFill>
                  <a:prstClr val="black"/>
                </a:solidFill>
                <a:latin typeface="Calibri" panose="020F0502020204030204" pitchFamily="34" charset="0"/>
                <a:cs typeface="Arial"/>
              </a:rPr>
              <a:t>al </a:t>
            </a:r>
            <a:r>
              <a:rPr spc="5" dirty="0">
                <a:solidFill>
                  <a:prstClr val="black"/>
                </a:solidFill>
                <a:latin typeface="Calibri" panose="020F0502020204030204" pitchFamily="34" charset="0"/>
                <a:cs typeface="Arial"/>
              </a:rPr>
              <a:t>c</a:t>
            </a:r>
            <a:r>
              <a:rPr spc="-15" dirty="0">
                <a:solidFill>
                  <a:prstClr val="black"/>
                </a:solidFill>
                <a:latin typeface="Calibri" panose="020F0502020204030204" pitchFamily="34" charset="0"/>
                <a:cs typeface="Arial"/>
              </a:rPr>
              <a:t>o</a:t>
            </a:r>
            <a:r>
              <a:rPr dirty="0">
                <a:solidFill>
                  <a:prstClr val="black"/>
                </a:solidFill>
                <a:latin typeface="Calibri" panose="020F0502020204030204" pitchFamily="34" charset="0"/>
                <a:cs typeface="Arial"/>
              </a:rPr>
              <a:t>mmu</a:t>
            </a:r>
            <a:r>
              <a:rPr spc="-15" dirty="0">
                <a:solidFill>
                  <a:prstClr val="black"/>
                </a:solidFill>
                <a:latin typeface="Calibri" panose="020F0502020204030204" pitchFamily="34" charset="0"/>
                <a:cs typeface="Arial"/>
              </a:rPr>
              <a:t>n</a:t>
            </a:r>
            <a:r>
              <a:rPr spc="-5" dirty="0">
                <a:solidFill>
                  <a:prstClr val="black"/>
                </a:solidFill>
                <a:latin typeface="Calibri" panose="020F0502020204030204" pitchFamily="34" charset="0"/>
                <a:cs typeface="Arial"/>
              </a:rPr>
              <a:t>icat</a:t>
            </a:r>
            <a:r>
              <a:rPr spc="-15" dirty="0">
                <a:solidFill>
                  <a:prstClr val="black"/>
                </a:solidFill>
                <a:latin typeface="Calibri" panose="020F0502020204030204" pitchFamily="34" charset="0"/>
                <a:cs typeface="Arial"/>
              </a:rPr>
              <a:t>i</a:t>
            </a:r>
            <a:r>
              <a:rPr spc="-5" dirty="0">
                <a:solidFill>
                  <a:prstClr val="black"/>
                </a:solidFill>
                <a:latin typeface="Calibri" panose="020F0502020204030204" pitchFamily="34" charset="0"/>
                <a:cs typeface="Arial"/>
              </a:rPr>
              <a:t>on</a:t>
            </a:r>
            <a:r>
              <a:rPr dirty="0">
                <a:solidFill>
                  <a:prstClr val="black"/>
                </a:solidFill>
                <a:latin typeface="Calibri" panose="020F0502020204030204" pitchFamily="34" charset="0"/>
                <a:cs typeface="Arial"/>
              </a:rPr>
              <a:t>s</a:t>
            </a:r>
            <a:r>
              <a:rPr spc="-5" dirty="0">
                <a:solidFill>
                  <a:prstClr val="black"/>
                </a:solidFill>
                <a:latin typeface="Calibri" panose="020F0502020204030204" pitchFamily="34" charset="0"/>
                <a:cs typeface="Arial"/>
              </a:rPr>
              <a:t> </a:t>
            </a:r>
            <a:r>
              <a:rPr dirty="0">
                <a:solidFill>
                  <a:prstClr val="black"/>
                </a:solidFill>
                <a:latin typeface="Calibri" panose="020F0502020204030204" pitchFamily="34" charset="0"/>
                <a:cs typeface="Arial"/>
              </a:rPr>
              <a:t>meth</a:t>
            </a:r>
            <a:r>
              <a:rPr spc="-15" dirty="0">
                <a:solidFill>
                  <a:prstClr val="black"/>
                </a:solidFill>
                <a:latin typeface="Calibri" panose="020F0502020204030204" pitchFamily="34" charset="0"/>
                <a:cs typeface="Arial"/>
              </a:rPr>
              <a:t>od</a:t>
            </a:r>
            <a:r>
              <a:rPr spc="5" dirty="0">
                <a:solidFill>
                  <a:prstClr val="black"/>
                </a:solidFill>
                <a:latin typeface="Calibri" panose="020F0502020204030204" pitchFamily="34" charset="0"/>
                <a:cs typeface="Arial"/>
              </a:rPr>
              <a:t> </a:t>
            </a:r>
            <a:r>
              <a:rPr spc="-15" dirty="0">
                <a:solidFill>
                  <a:prstClr val="black"/>
                </a:solidFill>
                <a:latin typeface="Calibri" panose="020F0502020204030204" pitchFamily="34" charset="0"/>
                <a:cs typeface="Arial"/>
              </a:rPr>
              <a:t>a</a:t>
            </a:r>
            <a:r>
              <a:rPr spc="-5" dirty="0">
                <a:solidFill>
                  <a:prstClr val="black"/>
                </a:solidFill>
                <a:latin typeface="Calibri" panose="020F0502020204030204" pitchFamily="34" charset="0"/>
                <a:cs typeface="Arial"/>
              </a:rPr>
              <a:t>n</a:t>
            </a:r>
            <a:r>
              <a:rPr dirty="0">
                <a:solidFill>
                  <a:prstClr val="black"/>
                </a:solidFill>
                <a:latin typeface="Calibri" panose="020F0502020204030204" pitchFamily="34" charset="0"/>
                <a:cs typeface="Arial"/>
              </a:rPr>
              <a:t>d</a:t>
            </a:r>
            <a:r>
              <a:rPr spc="-5" dirty="0">
                <a:solidFill>
                  <a:prstClr val="black"/>
                </a:solidFill>
                <a:latin typeface="Calibri" panose="020F0502020204030204" pitchFamily="34" charset="0"/>
                <a:cs typeface="Arial"/>
              </a:rPr>
              <a:t> </a:t>
            </a:r>
            <a:r>
              <a:rPr dirty="0">
                <a:solidFill>
                  <a:prstClr val="black"/>
                </a:solidFill>
                <a:latin typeface="Calibri" panose="020F0502020204030204" pitchFamily="34" charset="0"/>
                <a:cs typeface="Arial"/>
              </a:rPr>
              <a:t>co</a:t>
            </a:r>
            <a:r>
              <a:rPr spc="-15" dirty="0">
                <a:solidFill>
                  <a:prstClr val="black"/>
                </a:solidFill>
                <a:latin typeface="Calibri" panose="020F0502020204030204" pitchFamily="34" charset="0"/>
                <a:cs typeface="Arial"/>
              </a:rPr>
              <a:t>n</a:t>
            </a:r>
            <a:r>
              <a:rPr spc="-5" dirty="0">
                <a:solidFill>
                  <a:prstClr val="black"/>
                </a:solidFill>
                <a:latin typeface="Calibri" panose="020F0502020204030204" pitchFamily="34" charset="0"/>
                <a:cs typeface="Arial"/>
              </a:rPr>
              <a:t>firm </a:t>
            </a:r>
            <a:r>
              <a:rPr dirty="0">
                <a:solidFill>
                  <a:prstClr val="black"/>
                </a:solidFill>
                <a:latin typeface="Calibri" panose="020F0502020204030204" pitchFamily="34" charset="0"/>
                <a:cs typeface="Arial"/>
              </a:rPr>
              <a:t>t</a:t>
            </a:r>
            <a:r>
              <a:rPr spc="-15" dirty="0">
                <a:solidFill>
                  <a:prstClr val="black"/>
                </a:solidFill>
                <a:latin typeface="Calibri" panose="020F0502020204030204" pitchFamily="34" charset="0"/>
                <a:cs typeface="Arial"/>
              </a:rPr>
              <a:t>ha</a:t>
            </a:r>
            <a:r>
              <a:rPr spc="-5" dirty="0">
                <a:solidFill>
                  <a:prstClr val="black"/>
                </a:solidFill>
                <a:latin typeface="Calibri" panose="020F0502020204030204" pitchFamily="34" charset="0"/>
                <a:cs typeface="Arial"/>
              </a:rPr>
              <a:t>t</a:t>
            </a:r>
            <a:r>
              <a:rPr spc="5" dirty="0">
                <a:solidFill>
                  <a:prstClr val="black"/>
                </a:solidFill>
                <a:latin typeface="Calibri" panose="020F0502020204030204" pitchFamily="34" charset="0"/>
                <a:cs typeface="Arial"/>
              </a:rPr>
              <a:t> </a:t>
            </a:r>
            <a:r>
              <a:rPr spc="-5" dirty="0">
                <a:solidFill>
                  <a:prstClr val="black"/>
                </a:solidFill>
                <a:latin typeface="Calibri" panose="020F0502020204030204" pitchFamily="34" charset="0"/>
                <a:cs typeface="Arial"/>
              </a:rPr>
              <a:t>th</a:t>
            </a:r>
            <a:r>
              <a:rPr dirty="0">
                <a:solidFill>
                  <a:prstClr val="black"/>
                </a:solidFill>
                <a:latin typeface="Calibri" panose="020F0502020204030204" pitchFamily="34" charset="0"/>
                <a:cs typeface="Arial"/>
              </a:rPr>
              <a:t>e m</a:t>
            </a:r>
            <a:r>
              <a:rPr spc="-15" dirty="0">
                <a:solidFill>
                  <a:prstClr val="black"/>
                </a:solidFill>
                <a:latin typeface="Calibri" panose="020F0502020204030204" pitchFamily="34" charset="0"/>
                <a:cs typeface="Arial"/>
              </a:rPr>
              <a:t>e</a:t>
            </a:r>
            <a:r>
              <a:rPr spc="5" dirty="0">
                <a:solidFill>
                  <a:prstClr val="black"/>
                </a:solidFill>
                <a:latin typeface="Calibri" panose="020F0502020204030204" pitchFamily="34" charset="0"/>
                <a:cs typeface="Arial"/>
              </a:rPr>
              <a:t>s</a:t>
            </a:r>
            <a:r>
              <a:rPr spc="-15" dirty="0">
                <a:solidFill>
                  <a:prstClr val="black"/>
                </a:solidFill>
                <a:latin typeface="Calibri" panose="020F0502020204030204" pitchFamily="34" charset="0"/>
                <a:cs typeface="Arial"/>
              </a:rPr>
              <a:t>s</a:t>
            </a:r>
            <a:r>
              <a:rPr spc="-5" dirty="0">
                <a:solidFill>
                  <a:prstClr val="black"/>
                </a:solidFill>
                <a:latin typeface="Calibri" panose="020F0502020204030204" pitchFamily="34" charset="0"/>
                <a:cs typeface="Arial"/>
              </a:rPr>
              <a:t>ag</a:t>
            </a:r>
            <a:r>
              <a:rPr dirty="0">
                <a:solidFill>
                  <a:prstClr val="black"/>
                </a:solidFill>
                <a:latin typeface="Calibri" panose="020F0502020204030204" pitchFamily="34" charset="0"/>
                <a:cs typeface="Arial"/>
              </a:rPr>
              <a:t>e</a:t>
            </a:r>
            <a:r>
              <a:rPr spc="-5" dirty="0">
                <a:solidFill>
                  <a:prstClr val="black"/>
                </a:solidFill>
                <a:latin typeface="Calibri" panose="020F0502020204030204" pitchFamily="34" charset="0"/>
                <a:cs typeface="Arial"/>
              </a:rPr>
              <a:t> </a:t>
            </a:r>
            <a:r>
              <a:rPr spc="-10" dirty="0">
                <a:solidFill>
                  <a:prstClr val="black"/>
                </a:solidFill>
                <a:latin typeface="Calibri" panose="020F0502020204030204" pitchFamily="34" charset="0"/>
                <a:cs typeface="Arial"/>
              </a:rPr>
              <a:t>i</a:t>
            </a:r>
            <a:r>
              <a:rPr dirty="0">
                <a:solidFill>
                  <a:prstClr val="black"/>
                </a:solidFill>
                <a:latin typeface="Calibri" panose="020F0502020204030204" pitchFamily="34" charset="0"/>
                <a:cs typeface="Arial"/>
              </a:rPr>
              <a:t>s</a:t>
            </a:r>
            <a:r>
              <a:rPr spc="5" dirty="0">
                <a:solidFill>
                  <a:prstClr val="black"/>
                </a:solidFill>
                <a:latin typeface="Calibri" panose="020F0502020204030204" pitchFamily="34" charset="0"/>
                <a:cs typeface="Arial"/>
              </a:rPr>
              <a:t> </a:t>
            </a:r>
            <a:r>
              <a:rPr spc="-15" dirty="0">
                <a:solidFill>
                  <a:prstClr val="black"/>
                </a:solidFill>
                <a:latin typeface="Calibri" panose="020F0502020204030204" pitchFamily="34" charset="0"/>
                <a:cs typeface="Arial"/>
              </a:rPr>
              <a:t>u</a:t>
            </a:r>
            <a:r>
              <a:rPr spc="-5" dirty="0">
                <a:solidFill>
                  <a:prstClr val="black"/>
                </a:solidFill>
                <a:latin typeface="Calibri" panose="020F0502020204030204" pitchFamily="34" charset="0"/>
                <a:cs typeface="Arial"/>
              </a:rPr>
              <a:t>n</a:t>
            </a:r>
            <a:r>
              <a:rPr spc="-15" dirty="0">
                <a:solidFill>
                  <a:prstClr val="black"/>
                </a:solidFill>
                <a:latin typeface="Calibri" panose="020F0502020204030204" pitchFamily="34" charset="0"/>
                <a:cs typeface="Arial"/>
              </a:rPr>
              <a:t>d</a:t>
            </a:r>
            <a:r>
              <a:rPr spc="-5" dirty="0">
                <a:solidFill>
                  <a:prstClr val="black"/>
                </a:solidFill>
                <a:latin typeface="Calibri" panose="020F0502020204030204" pitchFamily="34" charset="0"/>
                <a:cs typeface="Arial"/>
              </a:rPr>
              <a:t>erstoo</a:t>
            </a:r>
            <a:r>
              <a:rPr spc="-15" dirty="0">
                <a:solidFill>
                  <a:prstClr val="black"/>
                </a:solidFill>
                <a:latin typeface="Calibri" panose="020F0502020204030204" pitchFamily="34" charset="0"/>
                <a:cs typeface="Arial"/>
              </a:rPr>
              <a:t>d</a:t>
            </a:r>
            <a:r>
              <a:rPr spc="-5" dirty="0">
                <a:solidFill>
                  <a:prstClr val="black"/>
                </a:solidFill>
                <a:latin typeface="Calibri" panose="020F0502020204030204" pitchFamily="34" charset="0"/>
                <a:cs typeface="Arial"/>
              </a:rPr>
              <a:t>.</a:t>
            </a:r>
            <a:endParaRPr dirty="0">
              <a:solidFill>
                <a:prstClr val="black"/>
              </a:solidFill>
              <a:latin typeface="Calibri" panose="020F0502020204030204" pitchFamily="34" charset="0"/>
              <a:cs typeface="Arial"/>
            </a:endParaRPr>
          </a:p>
        </p:txBody>
      </p:sp>
      <p:sp>
        <p:nvSpPr>
          <p:cNvPr id="5" name="object 5"/>
          <p:cNvSpPr txBox="1">
            <a:spLocks noGrp="1"/>
          </p:cNvSpPr>
          <p:nvPr>
            <p:ph type="title"/>
          </p:nvPr>
        </p:nvSpPr>
        <p:spPr>
          <a:xfrm>
            <a:off x="971550" y="595701"/>
            <a:ext cx="7200900" cy="553998"/>
          </a:xfrm>
          <a:prstGeom prst="rect">
            <a:avLst/>
          </a:prstGeom>
        </p:spPr>
        <p:txBody>
          <a:bodyPr vert="horz" wrap="square" lIns="0" tIns="0" rIns="0" bIns="0" rtlCol="0">
            <a:spAutoFit/>
          </a:bodyPr>
          <a:lstStyle/>
          <a:p>
            <a:pPr marL="12700" algn="ctr">
              <a:lnSpc>
                <a:spcPct val="100000"/>
              </a:lnSpc>
            </a:pPr>
            <a:r>
              <a:rPr lang="en-US" sz="3600" dirty="0">
                <a:latin typeface="Calibri" panose="020F0502020204030204" pitchFamily="34" charset="0"/>
              </a:rPr>
              <a:t>Communication model</a:t>
            </a:r>
            <a:endParaRPr sz="3600" dirty="0">
              <a:latin typeface="Calibri" panose="020F0502020204030204" pitchFamily="34" charset="0"/>
            </a:endParaRPr>
          </a:p>
        </p:txBody>
      </p:sp>
      <p:sp>
        <p:nvSpPr>
          <p:cNvPr id="8" name="object 8"/>
          <p:cNvSpPr/>
          <p:nvPr/>
        </p:nvSpPr>
        <p:spPr>
          <a:xfrm>
            <a:off x="467359" y="6230620"/>
            <a:ext cx="0" cy="0"/>
          </a:xfrm>
          <a:custGeom>
            <a:avLst/>
            <a:gdLst/>
            <a:ahLst/>
            <a:cxnLst/>
            <a:rect l="l" t="t" r="r" b="b"/>
            <a:pathLst>
              <a:path>
                <a:moveTo>
                  <a:pt x="0" y="0"/>
                </a:moveTo>
                <a:lnTo>
                  <a:pt x="0" y="0"/>
                </a:lnTo>
              </a:path>
            </a:pathLst>
          </a:custGeom>
          <a:ln w="25518">
            <a:solidFill>
              <a:srgbClr val="FF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9" name="object 9"/>
          <p:cNvSpPr/>
          <p:nvPr/>
        </p:nvSpPr>
        <p:spPr>
          <a:xfrm>
            <a:off x="826769" y="6531609"/>
            <a:ext cx="0" cy="0"/>
          </a:xfrm>
          <a:custGeom>
            <a:avLst/>
            <a:gdLst/>
            <a:ahLst/>
            <a:cxnLst/>
            <a:rect l="l" t="t" r="r" b="b"/>
            <a:pathLst>
              <a:path>
                <a:moveTo>
                  <a:pt x="0" y="0"/>
                </a:moveTo>
                <a:lnTo>
                  <a:pt x="0" y="0"/>
                </a:lnTo>
              </a:path>
            </a:pathLst>
          </a:custGeom>
          <a:ln w="25518">
            <a:solidFill>
              <a:srgbClr val="FF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1"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a:p>
        </p:txBody>
      </p:sp>
      <p:sp>
        <p:nvSpPr>
          <p:cNvPr id="10" name="Slide Number Placeholder 9">
            <a:extLst>
              <a:ext uri="{FF2B5EF4-FFF2-40B4-BE49-F238E27FC236}">
                <a16:creationId xmlns:a16="http://schemas.microsoft.com/office/drawing/2014/main" id="{48D8F778-99A7-4467-9B08-5F785E19EEB1}"/>
              </a:ext>
            </a:extLst>
          </p:cNvPr>
          <p:cNvSpPr>
            <a:spLocks noGrp="1"/>
          </p:cNvSpPr>
          <p:nvPr>
            <p:ph type="sldNum" sz="quarter" idx="12"/>
          </p:nvPr>
        </p:nvSpPr>
        <p:spPr/>
        <p:txBody>
          <a:bodyPr/>
          <a:lstStyle/>
          <a:p>
            <a:fld id="{E31375A4-56A4-47D6-9801-1991572033F7}" type="slidenum">
              <a:rPr lang="en-US" smtClean="0">
                <a:solidFill>
                  <a:prstClr val="black"/>
                </a:solidFill>
              </a:rPr>
              <a:pPr/>
              <a:t>27</a:t>
            </a:fld>
            <a:endParaRPr lang="en-US">
              <a:solidFill>
                <a:prstClr val="black"/>
              </a:solidFill>
            </a:endParaRPr>
          </a:p>
        </p:txBody>
      </p:sp>
      <p:sp>
        <p:nvSpPr>
          <p:cNvPr id="2" name="Date Placeholder 1">
            <a:extLst>
              <a:ext uri="{FF2B5EF4-FFF2-40B4-BE49-F238E27FC236}">
                <a16:creationId xmlns:a16="http://schemas.microsoft.com/office/drawing/2014/main" id="{10C3BAA6-B8BA-240D-A454-184F7C0FFE4E}"/>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3534244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715509" y="1417319"/>
            <a:ext cx="3295649" cy="4213859"/>
          </a:xfrm>
          <a:prstGeom prst="rect">
            <a:avLst/>
          </a:prstGeom>
          <a:blipFill>
            <a:blip r:embed="rId2" cstate="print"/>
            <a:stretch>
              <a:fillRect/>
            </a:stretch>
          </a:blip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4" name="object 4"/>
          <p:cNvSpPr txBox="1"/>
          <p:nvPr/>
        </p:nvSpPr>
        <p:spPr>
          <a:xfrm>
            <a:off x="976630" y="2465070"/>
            <a:ext cx="2840990" cy="1231106"/>
          </a:xfrm>
          <a:prstGeom prst="rect">
            <a:avLst/>
          </a:prstGeom>
        </p:spPr>
        <p:txBody>
          <a:bodyPr vert="horz" wrap="square" lIns="0" tIns="0" rIns="0" bIns="0" rtlCol="0">
            <a:spAutoFit/>
          </a:bodyPr>
          <a:lstStyle/>
          <a:p>
            <a:pPr marL="12700" marR="6350" fontAlgn="auto">
              <a:spcBef>
                <a:spcPts val="0"/>
              </a:spcBef>
              <a:spcAft>
                <a:spcPts val="0"/>
              </a:spcAft>
            </a:pPr>
            <a:r>
              <a:rPr sz="2000" dirty="0">
                <a:solidFill>
                  <a:prstClr val="black"/>
                </a:solidFill>
                <a:latin typeface="Calibri" panose="020F0502020204030204" pitchFamily="34" charset="0"/>
                <a:cs typeface="Arial"/>
              </a:rPr>
              <a:t>T</a:t>
            </a:r>
            <a:r>
              <a:rPr sz="2000" spc="-15" dirty="0">
                <a:solidFill>
                  <a:prstClr val="black"/>
                </a:solidFill>
                <a:latin typeface="Calibri" panose="020F0502020204030204" pitchFamily="34" charset="0"/>
                <a:cs typeface="Arial"/>
              </a:rPr>
              <a:t>h</a:t>
            </a:r>
            <a:r>
              <a:rPr sz="2000" dirty="0">
                <a:solidFill>
                  <a:prstClr val="black"/>
                </a:solidFill>
                <a:latin typeface="Calibri" panose="020F0502020204030204" pitchFamily="34" charset="0"/>
                <a:cs typeface="Arial"/>
              </a:rPr>
              <a:t>e</a:t>
            </a:r>
            <a:r>
              <a:rPr sz="2000" spc="-5" dirty="0">
                <a:solidFill>
                  <a:prstClr val="black"/>
                </a:solidFill>
                <a:latin typeface="Calibri" panose="020F0502020204030204" pitchFamily="34" charset="0"/>
                <a:cs typeface="Arial"/>
              </a:rPr>
              <a:t> </a:t>
            </a:r>
            <a:r>
              <a:rPr sz="2000" dirty="0">
                <a:solidFill>
                  <a:prstClr val="black"/>
                </a:solidFill>
                <a:latin typeface="Calibri" panose="020F0502020204030204" pitchFamily="34" charset="0"/>
                <a:cs typeface="Arial"/>
              </a:rPr>
              <a:t>rece</a:t>
            </a:r>
            <a:r>
              <a:rPr sz="2000" spc="-10" dirty="0">
                <a:solidFill>
                  <a:prstClr val="black"/>
                </a:solidFill>
                <a:latin typeface="Calibri" panose="020F0502020204030204" pitchFamily="34" charset="0"/>
                <a:cs typeface="Arial"/>
              </a:rPr>
              <a:t>i</a:t>
            </a:r>
            <a:r>
              <a:rPr sz="2000" dirty="0">
                <a:solidFill>
                  <a:prstClr val="black"/>
                </a:solidFill>
                <a:latin typeface="Calibri" panose="020F0502020204030204" pitchFamily="34" charset="0"/>
                <a:cs typeface="Arial"/>
              </a:rPr>
              <a:t>ver</a:t>
            </a:r>
            <a:r>
              <a:rPr sz="2000" spc="-5" dirty="0">
                <a:solidFill>
                  <a:prstClr val="black"/>
                </a:solidFill>
                <a:latin typeface="Calibri" panose="020F0502020204030204" pitchFamily="34" charset="0"/>
                <a:cs typeface="Arial"/>
              </a:rPr>
              <a:t> </a:t>
            </a:r>
            <a:r>
              <a:rPr sz="2000" dirty="0">
                <a:solidFill>
                  <a:prstClr val="black"/>
                </a:solidFill>
                <a:latin typeface="Calibri" panose="020F0502020204030204" pitchFamily="34" charset="0"/>
                <a:cs typeface="Arial"/>
              </a:rPr>
              <a:t>sh</a:t>
            </a:r>
            <a:r>
              <a:rPr sz="2000" spc="-15" dirty="0">
                <a:solidFill>
                  <a:prstClr val="black"/>
                </a:solidFill>
                <a:latin typeface="Calibri" panose="020F0502020204030204" pitchFamily="34" charset="0"/>
                <a:cs typeface="Arial"/>
              </a:rPr>
              <a:t>o</a:t>
            </a:r>
            <a:r>
              <a:rPr sz="2000" spc="-5" dirty="0">
                <a:solidFill>
                  <a:prstClr val="black"/>
                </a:solidFill>
                <a:latin typeface="Calibri" panose="020F0502020204030204" pitchFamily="34" charset="0"/>
                <a:cs typeface="Arial"/>
              </a:rPr>
              <a:t>ul</a:t>
            </a:r>
            <a:r>
              <a:rPr sz="2000" dirty="0">
                <a:solidFill>
                  <a:prstClr val="black"/>
                </a:solidFill>
                <a:latin typeface="Calibri" panose="020F0502020204030204" pitchFamily="34" charset="0"/>
                <a:cs typeface="Arial"/>
              </a:rPr>
              <a:t>d</a:t>
            </a:r>
            <a:r>
              <a:rPr sz="2000" spc="-5" dirty="0">
                <a:solidFill>
                  <a:prstClr val="black"/>
                </a:solidFill>
                <a:latin typeface="Calibri" panose="020F0502020204030204" pitchFamily="34" charset="0"/>
                <a:cs typeface="Arial"/>
              </a:rPr>
              <a:t> </a:t>
            </a:r>
            <a:r>
              <a:rPr sz="2000" spc="-15" dirty="0">
                <a:solidFill>
                  <a:srgbClr val="00B050"/>
                </a:solidFill>
                <a:latin typeface="Calibri" panose="020F0502020204030204" pitchFamily="34" charset="0"/>
                <a:cs typeface="Arial"/>
              </a:rPr>
              <a:t>d</a:t>
            </a:r>
            <a:r>
              <a:rPr sz="2000" spc="-5" dirty="0">
                <a:solidFill>
                  <a:srgbClr val="00B050"/>
                </a:solidFill>
                <a:latin typeface="Calibri" panose="020F0502020204030204" pitchFamily="34" charset="0"/>
                <a:cs typeface="Arial"/>
              </a:rPr>
              <a:t>ec</a:t>
            </a:r>
            <a:r>
              <a:rPr sz="2000" spc="-15" dirty="0">
                <a:solidFill>
                  <a:srgbClr val="00B050"/>
                </a:solidFill>
                <a:latin typeface="Calibri" panose="020F0502020204030204" pitchFamily="34" charset="0"/>
                <a:cs typeface="Arial"/>
              </a:rPr>
              <a:t>o</a:t>
            </a:r>
            <a:r>
              <a:rPr sz="2000" spc="-5" dirty="0">
                <a:solidFill>
                  <a:srgbClr val="00B050"/>
                </a:solidFill>
                <a:latin typeface="Calibri" panose="020F0502020204030204" pitchFamily="34" charset="0"/>
                <a:cs typeface="Arial"/>
              </a:rPr>
              <a:t>de</a:t>
            </a:r>
            <a:r>
              <a:rPr sz="2000" spc="-5" dirty="0">
                <a:solidFill>
                  <a:prstClr val="black"/>
                </a:solidFill>
                <a:latin typeface="Calibri" panose="020F0502020204030204" pitchFamily="34" charset="0"/>
                <a:cs typeface="Arial"/>
              </a:rPr>
              <a:t> </a:t>
            </a:r>
            <a:r>
              <a:rPr sz="2000" dirty="0">
                <a:solidFill>
                  <a:prstClr val="black"/>
                </a:solidFill>
                <a:latin typeface="Calibri" panose="020F0502020204030204" pitchFamily="34" charset="0"/>
                <a:cs typeface="Arial"/>
              </a:rPr>
              <a:t>t</a:t>
            </a:r>
            <a:r>
              <a:rPr sz="2000" spc="-15" dirty="0">
                <a:solidFill>
                  <a:prstClr val="black"/>
                </a:solidFill>
                <a:latin typeface="Calibri" panose="020F0502020204030204" pitchFamily="34" charset="0"/>
                <a:cs typeface="Arial"/>
              </a:rPr>
              <a:t>h</a:t>
            </a:r>
            <a:r>
              <a:rPr sz="2000" dirty="0">
                <a:solidFill>
                  <a:prstClr val="black"/>
                </a:solidFill>
                <a:latin typeface="Calibri" panose="020F0502020204030204" pitchFamily="34" charset="0"/>
                <a:cs typeface="Arial"/>
              </a:rPr>
              <a:t>e</a:t>
            </a:r>
            <a:r>
              <a:rPr sz="2000" spc="-5" dirty="0">
                <a:solidFill>
                  <a:prstClr val="black"/>
                </a:solidFill>
                <a:latin typeface="Calibri" panose="020F0502020204030204" pitchFamily="34" charset="0"/>
                <a:cs typeface="Arial"/>
              </a:rPr>
              <a:t> </a:t>
            </a:r>
            <a:r>
              <a:rPr sz="2000" dirty="0">
                <a:solidFill>
                  <a:prstClr val="black"/>
                </a:solidFill>
                <a:latin typeface="Calibri" panose="020F0502020204030204" pitchFamily="34" charset="0"/>
                <a:cs typeface="Arial"/>
              </a:rPr>
              <a:t>mess</a:t>
            </a:r>
            <a:r>
              <a:rPr sz="2000" spc="-15" dirty="0">
                <a:solidFill>
                  <a:prstClr val="black"/>
                </a:solidFill>
                <a:latin typeface="Calibri" panose="020F0502020204030204" pitchFamily="34" charset="0"/>
                <a:cs typeface="Arial"/>
              </a:rPr>
              <a:t>a</a:t>
            </a:r>
            <a:r>
              <a:rPr sz="2000" spc="-5" dirty="0">
                <a:solidFill>
                  <a:prstClr val="black"/>
                </a:solidFill>
                <a:latin typeface="Calibri" panose="020F0502020204030204" pitchFamily="34" charset="0"/>
                <a:cs typeface="Arial"/>
              </a:rPr>
              <a:t>g</a:t>
            </a:r>
            <a:r>
              <a:rPr sz="2000" dirty="0">
                <a:solidFill>
                  <a:prstClr val="black"/>
                </a:solidFill>
                <a:latin typeface="Calibri" panose="020F0502020204030204" pitchFamily="34" charset="0"/>
                <a:cs typeface="Arial"/>
              </a:rPr>
              <a:t>e</a:t>
            </a:r>
            <a:r>
              <a:rPr sz="2000" spc="-5" dirty="0">
                <a:solidFill>
                  <a:prstClr val="black"/>
                </a:solidFill>
                <a:latin typeface="Calibri" panose="020F0502020204030204" pitchFamily="34" charset="0"/>
                <a:cs typeface="Arial"/>
              </a:rPr>
              <a:t> </a:t>
            </a:r>
            <a:r>
              <a:rPr sz="2000" dirty="0">
                <a:solidFill>
                  <a:prstClr val="black"/>
                </a:solidFill>
                <a:latin typeface="Calibri" panose="020F0502020204030204" pitchFamily="34" charset="0"/>
                <a:cs typeface="Arial"/>
              </a:rPr>
              <a:t>car</a:t>
            </a:r>
            <a:r>
              <a:rPr sz="2000" spc="-15" dirty="0">
                <a:solidFill>
                  <a:prstClr val="black"/>
                </a:solidFill>
                <a:latin typeface="Calibri" panose="020F0502020204030204" pitchFamily="34" charset="0"/>
                <a:cs typeface="Arial"/>
              </a:rPr>
              <a:t>e</a:t>
            </a:r>
            <a:r>
              <a:rPr sz="2000" dirty="0">
                <a:solidFill>
                  <a:prstClr val="black"/>
                </a:solidFill>
                <a:latin typeface="Calibri" panose="020F0502020204030204" pitchFamily="34" charset="0"/>
                <a:cs typeface="Arial"/>
              </a:rPr>
              <a:t>f</a:t>
            </a:r>
            <a:r>
              <a:rPr sz="2000" spc="-15" dirty="0">
                <a:solidFill>
                  <a:prstClr val="black"/>
                </a:solidFill>
                <a:latin typeface="Calibri" panose="020F0502020204030204" pitchFamily="34" charset="0"/>
                <a:cs typeface="Arial"/>
              </a:rPr>
              <a:t>u</a:t>
            </a:r>
            <a:r>
              <a:rPr sz="2000" spc="-5" dirty="0">
                <a:solidFill>
                  <a:prstClr val="black"/>
                </a:solidFill>
                <a:latin typeface="Calibri" panose="020F0502020204030204" pitchFamily="34" charset="0"/>
                <a:cs typeface="Arial"/>
              </a:rPr>
              <a:t>l</a:t>
            </a:r>
            <a:r>
              <a:rPr sz="2000" spc="-10" dirty="0">
                <a:solidFill>
                  <a:prstClr val="black"/>
                </a:solidFill>
                <a:latin typeface="Calibri" panose="020F0502020204030204" pitchFamily="34" charset="0"/>
                <a:cs typeface="Arial"/>
              </a:rPr>
              <a:t>l</a:t>
            </a:r>
            <a:r>
              <a:rPr sz="2000" dirty="0">
                <a:solidFill>
                  <a:prstClr val="black"/>
                </a:solidFill>
                <a:latin typeface="Calibri" panose="020F0502020204030204" pitchFamily="34" charset="0"/>
                <a:cs typeface="Arial"/>
              </a:rPr>
              <a:t>y</a:t>
            </a:r>
            <a:r>
              <a:rPr sz="2000" spc="-25" dirty="0">
                <a:solidFill>
                  <a:prstClr val="black"/>
                </a:solidFill>
                <a:latin typeface="Calibri" panose="020F0502020204030204" pitchFamily="34" charset="0"/>
                <a:cs typeface="Arial"/>
              </a:rPr>
              <a:t> </a:t>
            </a:r>
            <a:r>
              <a:rPr sz="2000" spc="-5" dirty="0">
                <a:solidFill>
                  <a:prstClr val="black"/>
                </a:solidFill>
                <a:latin typeface="Calibri" panose="020F0502020204030204" pitchFamily="34" charset="0"/>
                <a:cs typeface="Arial"/>
              </a:rPr>
              <a:t>and en</a:t>
            </a:r>
            <a:r>
              <a:rPr sz="2000" spc="-15" dirty="0">
                <a:solidFill>
                  <a:prstClr val="black"/>
                </a:solidFill>
                <a:latin typeface="Calibri" panose="020F0502020204030204" pitchFamily="34" charset="0"/>
                <a:cs typeface="Arial"/>
              </a:rPr>
              <a:t>s</a:t>
            </a:r>
            <a:r>
              <a:rPr sz="2000" spc="-5" dirty="0">
                <a:solidFill>
                  <a:prstClr val="black"/>
                </a:solidFill>
                <a:latin typeface="Calibri" panose="020F0502020204030204" pitchFamily="34" charset="0"/>
                <a:cs typeface="Arial"/>
              </a:rPr>
              <a:t>ur</a:t>
            </a:r>
            <a:r>
              <a:rPr sz="2000" dirty="0">
                <a:solidFill>
                  <a:prstClr val="black"/>
                </a:solidFill>
                <a:latin typeface="Calibri" panose="020F0502020204030204" pitchFamily="34" charset="0"/>
                <a:cs typeface="Arial"/>
              </a:rPr>
              <a:t>e</a:t>
            </a:r>
            <a:r>
              <a:rPr sz="2000" spc="-5" dirty="0">
                <a:solidFill>
                  <a:prstClr val="black"/>
                </a:solidFill>
                <a:latin typeface="Calibri" panose="020F0502020204030204" pitchFamily="34" charset="0"/>
                <a:cs typeface="Arial"/>
              </a:rPr>
              <a:t> </a:t>
            </a:r>
            <a:r>
              <a:rPr sz="2000" spc="-15" dirty="0">
                <a:solidFill>
                  <a:prstClr val="black"/>
                </a:solidFill>
                <a:latin typeface="Calibri" panose="020F0502020204030204" pitchFamily="34" charset="0"/>
                <a:cs typeface="Arial"/>
              </a:rPr>
              <a:t>tha</a:t>
            </a:r>
            <a:r>
              <a:rPr sz="2000" spc="-5" dirty="0">
                <a:solidFill>
                  <a:prstClr val="black"/>
                </a:solidFill>
                <a:latin typeface="Calibri" panose="020F0502020204030204" pitchFamily="34" charset="0"/>
                <a:cs typeface="Arial"/>
              </a:rPr>
              <a:t>t</a:t>
            </a:r>
            <a:r>
              <a:rPr sz="2000" spc="10" dirty="0">
                <a:solidFill>
                  <a:prstClr val="black"/>
                </a:solidFill>
                <a:latin typeface="Calibri" panose="020F0502020204030204" pitchFamily="34" charset="0"/>
                <a:cs typeface="Arial"/>
              </a:rPr>
              <a:t> </a:t>
            </a:r>
            <a:r>
              <a:rPr sz="2000" spc="-5" dirty="0">
                <a:solidFill>
                  <a:prstClr val="black"/>
                </a:solidFill>
                <a:latin typeface="Calibri" panose="020F0502020204030204" pitchFamily="34" charset="0"/>
                <a:cs typeface="Arial"/>
              </a:rPr>
              <a:t>th</a:t>
            </a:r>
            <a:r>
              <a:rPr sz="2000" dirty="0">
                <a:solidFill>
                  <a:prstClr val="black"/>
                </a:solidFill>
                <a:latin typeface="Calibri" panose="020F0502020204030204" pitchFamily="34" charset="0"/>
                <a:cs typeface="Arial"/>
              </a:rPr>
              <a:t>e</a:t>
            </a:r>
            <a:r>
              <a:rPr sz="2000" spc="-15" dirty="0">
                <a:solidFill>
                  <a:prstClr val="black"/>
                </a:solidFill>
                <a:latin typeface="Calibri" panose="020F0502020204030204" pitchFamily="34" charset="0"/>
                <a:cs typeface="Arial"/>
              </a:rPr>
              <a:t> </a:t>
            </a:r>
            <a:r>
              <a:rPr sz="2000" dirty="0">
                <a:solidFill>
                  <a:prstClr val="black"/>
                </a:solidFill>
                <a:latin typeface="Calibri" panose="020F0502020204030204" pitchFamily="34" charset="0"/>
                <a:cs typeface="Arial"/>
              </a:rPr>
              <a:t>messa</a:t>
            </a:r>
            <a:r>
              <a:rPr sz="2000" spc="-15" dirty="0">
                <a:solidFill>
                  <a:prstClr val="black"/>
                </a:solidFill>
                <a:latin typeface="Calibri" panose="020F0502020204030204" pitchFamily="34" charset="0"/>
                <a:cs typeface="Arial"/>
              </a:rPr>
              <a:t>g</a:t>
            </a:r>
            <a:r>
              <a:rPr sz="2000" dirty="0">
                <a:solidFill>
                  <a:prstClr val="black"/>
                </a:solidFill>
                <a:latin typeface="Calibri" panose="020F0502020204030204" pitchFamily="34" charset="0"/>
                <a:cs typeface="Arial"/>
              </a:rPr>
              <a:t>e</a:t>
            </a:r>
            <a:r>
              <a:rPr sz="2000" spc="-5" dirty="0">
                <a:solidFill>
                  <a:prstClr val="black"/>
                </a:solidFill>
                <a:latin typeface="Calibri" panose="020F0502020204030204" pitchFamily="34" charset="0"/>
                <a:cs typeface="Arial"/>
              </a:rPr>
              <a:t> is </a:t>
            </a:r>
            <a:r>
              <a:rPr sz="2000" spc="-5" dirty="0">
                <a:solidFill>
                  <a:srgbClr val="00B050"/>
                </a:solidFill>
                <a:latin typeface="Calibri" panose="020F0502020204030204" pitchFamily="34" charset="0"/>
                <a:cs typeface="Arial"/>
              </a:rPr>
              <a:t>un</a:t>
            </a:r>
            <a:r>
              <a:rPr sz="2000" spc="-15" dirty="0">
                <a:solidFill>
                  <a:srgbClr val="00B050"/>
                </a:solidFill>
                <a:latin typeface="Calibri" panose="020F0502020204030204" pitchFamily="34" charset="0"/>
                <a:cs typeface="Arial"/>
              </a:rPr>
              <a:t>d</a:t>
            </a:r>
            <a:r>
              <a:rPr sz="2000" spc="-5" dirty="0">
                <a:solidFill>
                  <a:srgbClr val="00B050"/>
                </a:solidFill>
                <a:latin typeface="Calibri" panose="020F0502020204030204" pitchFamily="34" charset="0"/>
                <a:cs typeface="Arial"/>
              </a:rPr>
              <a:t>ersto</a:t>
            </a:r>
            <a:r>
              <a:rPr sz="2000" spc="-15" dirty="0">
                <a:solidFill>
                  <a:srgbClr val="00B050"/>
                </a:solidFill>
                <a:latin typeface="Calibri" panose="020F0502020204030204" pitchFamily="34" charset="0"/>
                <a:cs typeface="Arial"/>
              </a:rPr>
              <a:t>od</a:t>
            </a:r>
            <a:r>
              <a:rPr sz="2000" spc="-15" dirty="0">
                <a:solidFill>
                  <a:prstClr val="black"/>
                </a:solidFill>
                <a:latin typeface="Calibri" panose="020F0502020204030204" pitchFamily="34" charset="0"/>
                <a:cs typeface="Arial"/>
              </a:rPr>
              <a:t>.</a:t>
            </a:r>
            <a:endParaRPr sz="2000" dirty="0">
              <a:solidFill>
                <a:prstClr val="black"/>
              </a:solidFill>
              <a:latin typeface="Calibri" panose="020F0502020204030204" pitchFamily="34" charset="0"/>
              <a:cs typeface="Arial"/>
            </a:endParaRPr>
          </a:p>
        </p:txBody>
      </p:sp>
      <p:sp>
        <p:nvSpPr>
          <p:cNvPr id="5" name="object 5"/>
          <p:cNvSpPr txBox="1">
            <a:spLocks noGrp="1"/>
          </p:cNvSpPr>
          <p:nvPr>
            <p:ph type="title"/>
          </p:nvPr>
        </p:nvSpPr>
        <p:spPr>
          <a:xfrm>
            <a:off x="971550" y="260648"/>
            <a:ext cx="7200900" cy="553998"/>
          </a:xfrm>
          <a:prstGeom prst="rect">
            <a:avLst/>
          </a:prstGeom>
        </p:spPr>
        <p:txBody>
          <a:bodyPr vert="horz" wrap="square" lIns="0" tIns="0" rIns="0" bIns="0" rtlCol="0">
            <a:spAutoFit/>
          </a:bodyPr>
          <a:lstStyle/>
          <a:p>
            <a:pPr marL="12700" algn="ctr">
              <a:lnSpc>
                <a:spcPct val="100000"/>
              </a:lnSpc>
            </a:pPr>
            <a:r>
              <a:rPr lang="en-US" sz="3600" dirty="0">
                <a:latin typeface="Calibri" panose="020F0502020204030204" pitchFamily="34" charset="0"/>
              </a:rPr>
              <a:t>Communication model</a:t>
            </a:r>
            <a:endParaRPr sz="3600" dirty="0">
              <a:latin typeface="Calibri" panose="020F0502020204030204" pitchFamily="34" charset="0"/>
            </a:endParaRPr>
          </a:p>
        </p:txBody>
      </p:sp>
      <p:sp>
        <p:nvSpPr>
          <p:cNvPr id="8" name="object 8"/>
          <p:cNvSpPr/>
          <p:nvPr/>
        </p:nvSpPr>
        <p:spPr>
          <a:xfrm>
            <a:off x="467359" y="6230620"/>
            <a:ext cx="0" cy="0"/>
          </a:xfrm>
          <a:custGeom>
            <a:avLst/>
            <a:gdLst/>
            <a:ahLst/>
            <a:cxnLst/>
            <a:rect l="l" t="t" r="r" b="b"/>
            <a:pathLst>
              <a:path>
                <a:moveTo>
                  <a:pt x="0" y="0"/>
                </a:moveTo>
                <a:lnTo>
                  <a:pt x="0" y="0"/>
                </a:lnTo>
              </a:path>
            </a:pathLst>
          </a:custGeom>
          <a:ln w="25518">
            <a:solidFill>
              <a:srgbClr val="FF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9" name="object 9"/>
          <p:cNvSpPr/>
          <p:nvPr/>
        </p:nvSpPr>
        <p:spPr>
          <a:xfrm>
            <a:off x="826769" y="6531609"/>
            <a:ext cx="0" cy="0"/>
          </a:xfrm>
          <a:custGeom>
            <a:avLst/>
            <a:gdLst/>
            <a:ahLst/>
            <a:cxnLst/>
            <a:rect l="l" t="t" r="r" b="b"/>
            <a:pathLst>
              <a:path>
                <a:moveTo>
                  <a:pt x="0" y="0"/>
                </a:moveTo>
                <a:lnTo>
                  <a:pt x="0" y="0"/>
                </a:lnTo>
              </a:path>
            </a:pathLst>
          </a:custGeom>
          <a:ln w="25518">
            <a:solidFill>
              <a:srgbClr val="FF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0"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a:p>
        </p:txBody>
      </p:sp>
      <p:sp>
        <p:nvSpPr>
          <p:cNvPr id="11" name="Slide Number Placeholder 10">
            <a:extLst>
              <a:ext uri="{FF2B5EF4-FFF2-40B4-BE49-F238E27FC236}">
                <a16:creationId xmlns:a16="http://schemas.microsoft.com/office/drawing/2014/main" id="{BFB3F192-8100-4A91-BE6C-FD4D5B7B18C5}"/>
              </a:ext>
            </a:extLst>
          </p:cNvPr>
          <p:cNvSpPr>
            <a:spLocks noGrp="1"/>
          </p:cNvSpPr>
          <p:nvPr>
            <p:ph type="sldNum" sz="quarter" idx="12"/>
          </p:nvPr>
        </p:nvSpPr>
        <p:spPr/>
        <p:txBody>
          <a:bodyPr/>
          <a:lstStyle/>
          <a:p>
            <a:fld id="{E31375A4-56A4-47D6-9801-1991572033F7}" type="slidenum">
              <a:rPr lang="en-US" smtClean="0">
                <a:solidFill>
                  <a:prstClr val="black"/>
                </a:solidFill>
              </a:rPr>
              <a:pPr/>
              <a:t>28</a:t>
            </a:fld>
            <a:endParaRPr lang="en-US">
              <a:solidFill>
                <a:prstClr val="black"/>
              </a:solidFill>
            </a:endParaRPr>
          </a:p>
        </p:txBody>
      </p:sp>
      <p:sp>
        <p:nvSpPr>
          <p:cNvPr id="2" name="Date Placeholder 1">
            <a:extLst>
              <a:ext uri="{FF2B5EF4-FFF2-40B4-BE49-F238E27FC236}">
                <a16:creationId xmlns:a16="http://schemas.microsoft.com/office/drawing/2014/main" id="{63446AE0-D066-3637-F190-E5E1DC75C8FA}"/>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783756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1550" y="158672"/>
            <a:ext cx="7200900" cy="861773"/>
          </a:xfrm>
          <a:prstGeom prst="rect">
            <a:avLst/>
          </a:prstGeom>
        </p:spPr>
        <p:txBody>
          <a:bodyPr vert="horz" wrap="square" lIns="0" tIns="365759" rIns="0" bIns="0" rtlCol="0">
            <a:spAutoFit/>
          </a:bodyPr>
          <a:lstStyle/>
          <a:p>
            <a:pPr marL="12700" algn="ctr">
              <a:lnSpc>
                <a:spcPct val="100000"/>
              </a:lnSpc>
            </a:pPr>
            <a:r>
              <a:rPr lang="en-US" sz="3200" dirty="0">
                <a:latin typeface="Calibri" panose="020F0502020204030204" pitchFamily="34" charset="0"/>
              </a:rPr>
              <a:t>Three elements of communication</a:t>
            </a:r>
            <a:endParaRPr sz="3200" dirty="0">
              <a:latin typeface="Calibri" panose="020F0502020204030204" pitchFamily="34" charset="0"/>
            </a:endParaRPr>
          </a:p>
        </p:txBody>
      </p:sp>
      <p:sp>
        <p:nvSpPr>
          <p:cNvPr id="3" name="object 3"/>
          <p:cNvSpPr txBox="1"/>
          <p:nvPr/>
        </p:nvSpPr>
        <p:spPr>
          <a:xfrm>
            <a:off x="534669" y="1341120"/>
            <a:ext cx="168275" cy="203835"/>
          </a:xfrm>
          <a:prstGeom prst="rect">
            <a:avLst/>
          </a:prstGeom>
        </p:spPr>
        <p:txBody>
          <a:bodyPr vert="horz" wrap="square" lIns="0" tIns="0" rIns="0" bIns="0" rtlCol="0">
            <a:spAutoFit/>
          </a:bodyPr>
          <a:lstStyle/>
          <a:p>
            <a:pPr marL="12700" fontAlgn="auto">
              <a:spcBef>
                <a:spcPts val="0"/>
              </a:spcBef>
              <a:spcAft>
                <a:spcPts val="0"/>
              </a:spcAft>
            </a:pPr>
            <a:r>
              <a:rPr sz="1250" dirty="0">
                <a:solidFill>
                  <a:srgbClr val="EFA12D"/>
                </a:solidFill>
                <a:latin typeface="Wingdings 2"/>
                <a:cs typeface="Wingdings 2"/>
              </a:rPr>
              <a:t></a:t>
            </a:r>
            <a:endParaRPr sz="1250">
              <a:solidFill>
                <a:prstClr val="black"/>
              </a:solidFill>
              <a:latin typeface="Wingdings 2"/>
              <a:cs typeface="Wingdings 2"/>
            </a:endParaRPr>
          </a:p>
        </p:txBody>
      </p:sp>
      <p:sp>
        <p:nvSpPr>
          <p:cNvPr id="4" name="object 4"/>
          <p:cNvSpPr txBox="1"/>
          <p:nvPr/>
        </p:nvSpPr>
        <p:spPr>
          <a:xfrm>
            <a:off x="827584" y="1341120"/>
            <a:ext cx="7080884" cy="589915"/>
          </a:xfrm>
          <a:prstGeom prst="rect">
            <a:avLst/>
          </a:prstGeom>
        </p:spPr>
        <p:txBody>
          <a:bodyPr vert="horz" wrap="square" lIns="0" tIns="0" rIns="0" bIns="0" rtlCol="0">
            <a:spAutoFit/>
          </a:bodyPr>
          <a:lstStyle/>
          <a:p>
            <a:pPr marL="12700" marR="6350" fontAlgn="auto">
              <a:spcBef>
                <a:spcPts val="0"/>
              </a:spcBef>
              <a:spcAft>
                <a:spcPts val="0"/>
              </a:spcAft>
            </a:pPr>
            <a:r>
              <a:rPr spc="-5" dirty="0">
                <a:solidFill>
                  <a:srgbClr val="4D3A2F"/>
                </a:solidFill>
                <a:latin typeface="Calibri" panose="020F0502020204030204" pitchFamily="34" charset="0"/>
                <a:cs typeface="Franklin Gothic Book"/>
              </a:rPr>
              <a:t>T</a:t>
            </a:r>
            <a:r>
              <a:rPr spc="5" dirty="0">
                <a:solidFill>
                  <a:srgbClr val="4D3A2F"/>
                </a:solidFill>
                <a:latin typeface="Calibri" panose="020F0502020204030204" pitchFamily="34" charset="0"/>
                <a:cs typeface="Franklin Gothic Book"/>
              </a:rPr>
              <a:t>h</a:t>
            </a:r>
            <a:r>
              <a:rPr spc="-20" dirty="0">
                <a:solidFill>
                  <a:srgbClr val="4D3A2F"/>
                </a:solidFill>
                <a:latin typeface="Calibri" panose="020F0502020204030204" pitchFamily="34" charset="0"/>
                <a:cs typeface="Franklin Gothic Book"/>
              </a:rPr>
              <a:t>e</a:t>
            </a:r>
            <a:r>
              <a:rPr spc="-15" dirty="0">
                <a:solidFill>
                  <a:srgbClr val="4D3A2F"/>
                </a:solidFill>
                <a:latin typeface="Calibri" panose="020F0502020204030204" pitchFamily="34" charset="0"/>
                <a:cs typeface="Franklin Gothic Book"/>
              </a:rPr>
              <a:t>r</a:t>
            </a:r>
            <a:r>
              <a:rPr spc="-10" dirty="0">
                <a:solidFill>
                  <a:srgbClr val="4D3A2F"/>
                </a:solidFill>
                <a:latin typeface="Calibri" panose="020F0502020204030204" pitchFamily="34" charset="0"/>
                <a:cs typeface="Franklin Gothic Book"/>
              </a:rPr>
              <a:t>e</a:t>
            </a:r>
            <a:r>
              <a:rPr dirty="0">
                <a:solidFill>
                  <a:srgbClr val="4D3A2F"/>
                </a:solidFill>
                <a:latin typeface="Calibri" panose="020F0502020204030204" pitchFamily="34" charset="0"/>
                <a:cs typeface="Franklin Gothic Book"/>
              </a:rPr>
              <a:t> </a:t>
            </a:r>
            <a:r>
              <a:rPr spc="-15" dirty="0">
                <a:solidFill>
                  <a:srgbClr val="4D3A2F"/>
                </a:solidFill>
                <a:latin typeface="Calibri" panose="020F0502020204030204" pitchFamily="34" charset="0"/>
                <a:cs typeface="Franklin Gothic Book"/>
              </a:rPr>
              <a:t>ar</a:t>
            </a:r>
            <a:r>
              <a:rPr spc="-10" dirty="0">
                <a:solidFill>
                  <a:srgbClr val="4D3A2F"/>
                </a:solidFill>
                <a:latin typeface="Calibri" panose="020F0502020204030204" pitchFamily="34" charset="0"/>
                <a:cs typeface="Franklin Gothic Book"/>
              </a:rPr>
              <a:t>e</a:t>
            </a:r>
            <a:r>
              <a:rPr dirty="0">
                <a:solidFill>
                  <a:srgbClr val="4D3A2F"/>
                </a:solidFill>
                <a:latin typeface="Calibri" panose="020F0502020204030204" pitchFamily="34" charset="0"/>
                <a:cs typeface="Franklin Gothic Book"/>
              </a:rPr>
              <a:t> </a:t>
            </a:r>
            <a:r>
              <a:rPr spc="-15" dirty="0">
                <a:solidFill>
                  <a:srgbClr val="4D3A2F"/>
                </a:solidFill>
                <a:latin typeface="Calibri" panose="020F0502020204030204" pitchFamily="34" charset="0"/>
                <a:cs typeface="Franklin Gothic Book"/>
              </a:rPr>
              <a:t>t</a:t>
            </a:r>
            <a:r>
              <a:rPr spc="-5" dirty="0">
                <a:solidFill>
                  <a:srgbClr val="4D3A2F"/>
                </a:solidFill>
                <a:latin typeface="Calibri" panose="020F0502020204030204" pitchFamily="34" charset="0"/>
                <a:cs typeface="Franklin Gothic Book"/>
              </a:rPr>
              <a:t>h</a:t>
            </a:r>
            <a:r>
              <a:rPr spc="-15" dirty="0">
                <a:solidFill>
                  <a:srgbClr val="4D3A2F"/>
                </a:solidFill>
                <a:latin typeface="Calibri" panose="020F0502020204030204" pitchFamily="34" charset="0"/>
                <a:cs typeface="Franklin Gothic Book"/>
              </a:rPr>
              <a:t>r</a:t>
            </a:r>
            <a:r>
              <a:rPr spc="-10" dirty="0">
                <a:solidFill>
                  <a:srgbClr val="4D3A2F"/>
                </a:solidFill>
                <a:latin typeface="Calibri" panose="020F0502020204030204" pitchFamily="34" charset="0"/>
                <a:cs typeface="Franklin Gothic Book"/>
              </a:rPr>
              <a:t>ee</a:t>
            </a:r>
            <a:r>
              <a:rPr dirty="0">
                <a:solidFill>
                  <a:srgbClr val="4D3A2F"/>
                </a:solidFill>
                <a:latin typeface="Calibri" panose="020F0502020204030204" pitchFamily="34" charset="0"/>
                <a:cs typeface="Franklin Gothic Book"/>
              </a:rPr>
              <a:t> </a:t>
            </a:r>
            <a:r>
              <a:rPr spc="-20" dirty="0">
                <a:solidFill>
                  <a:srgbClr val="4D3A2F"/>
                </a:solidFill>
                <a:latin typeface="Calibri" panose="020F0502020204030204" pitchFamily="34" charset="0"/>
                <a:cs typeface="Franklin Gothic Book"/>
              </a:rPr>
              <a:t>e</a:t>
            </a:r>
            <a:r>
              <a:rPr spc="-10" dirty="0">
                <a:solidFill>
                  <a:srgbClr val="4D3A2F"/>
                </a:solidFill>
                <a:latin typeface="Calibri" panose="020F0502020204030204" pitchFamily="34" charset="0"/>
                <a:cs typeface="Franklin Gothic Book"/>
              </a:rPr>
              <a:t>le</a:t>
            </a:r>
            <a:r>
              <a:rPr spc="-25" dirty="0">
                <a:solidFill>
                  <a:srgbClr val="4D3A2F"/>
                </a:solidFill>
                <a:latin typeface="Calibri" panose="020F0502020204030204" pitchFamily="34" charset="0"/>
                <a:cs typeface="Franklin Gothic Book"/>
              </a:rPr>
              <a:t>m</a:t>
            </a:r>
            <a:r>
              <a:rPr spc="-10" dirty="0">
                <a:solidFill>
                  <a:srgbClr val="4D3A2F"/>
                </a:solidFill>
                <a:latin typeface="Calibri" panose="020F0502020204030204" pitchFamily="34" charset="0"/>
                <a:cs typeface="Franklin Gothic Book"/>
              </a:rPr>
              <a:t>e</a:t>
            </a:r>
            <a:r>
              <a:rPr spc="-20" dirty="0">
                <a:solidFill>
                  <a:srgbClr val="4D3A2F"/>
                </a:solidFill>
                <a:latin typeface="Calibri" panose="020F0502020204030204" pitchFamily="34" charset="0"/>
                <a:cs typeface="Franklin Gothic Book"/>
              </a:rPr>
              <a:t>n</a:t>
            </a:r>
            <a:r>
              <a:rPr spc="-15" dirty="0">
                <a:solidFill>
                  <a:srgbClr val="4D3A2F"/>
                </a:solidFill>
                <a:latin typeface="Calibri" panose="020F0502020204030204" pitchFamily="34" charset="0"/>
                <a:cs typeface="Franklin Gothic Book"/>
              </a:rPr>
              <a:t>t</a:t>
            </a:r>
            <a:r>
              <a:rPr spc="-10" dirty="0">
                <a:solidFill>
                  <a:srgbClr val="4D3A2F"/>
                </a:solidFill>
                <a:latin typeface="Calibri" panose="020F0502020204030204" pitchFamily="34" charset="0"/>
                <a:cs typeface="Franklin Gothic Book"/>
              </a:rPr>
              <a:t>s</a:t>
            </a:r>
            <a:r>
              <a:rPr spc="10" dirty="0">
                <a:solidFill>
                  <a:srgbClr val="4D3A2F"/>
                </a:solidFill>
                <a:latin typeface="Calibri" panose="020F0502020204030204" pitchFamily="34" charset="0"/>
                <a:cs typeface="Franklin Gothic Book"/>
              </a:rPr>
              <a:t> </a:t>
            </a:r>
            <a:r>
              <a:rPr spc="-35" dirty="0">
                <a:solidFill>
                  <a:srgbClr val="4D3A2F"/>
                </a:solidFill>
                <a:latin typeface="Calibri" panose="020F0502020204030204" pitchFamily="34" charset="0"/>
                <a:cs typeface="Franklin Gothic Book"/>
              </a:rPr>
              <a:t>t</a:t>
            </a:r>
            <a:r>
              <a:rPr spc="-10" dirty="0">
                <a:solidFill>
                  <a:srgbClr val="4D3A2F"/>
                </a:solidFill>
                <a:latin typeface="Calibri" panose="020F0502020204030204" pitchFamily="34" charset="0"/>
                <a:cs typeface="Franklin Gothic Book"/>
              </a:rPr>
              <a:t>o</a:t>
            </a:r>
            <a:r>
              <a:rPr dirty="0">
                <a:solidFill>
                  <a:srgbClr val="4D3A2F"/>
                </a:solidFill>
                <a:latin typeface="Calibri" panose="020F0502020204030204" pitchFamily="34" charset="0"/>
                <a:cs typeface="Franklin Gothic Book"/>
              </a:rPr>
              <a:t> </a:t>
            </a:r>
            <a:r>
              <a:rPr spc="-15" dirty="0">
                <a:solidFill>
                  <a:srgbClr val="4D3A2F"/>
                </a:solidFill>
                <a:latin typeface="Calibri" panose="020F0502020204030204" pitchFamily="34" charset="0"/>
                <a:cs typeface="Franklin Gothic Book"/>
              </a:rPr>
              <a:t>a</a:t>
            </a:r>
            <a:r>
              <a:rPr spc="-20" dirty="0">
                <a:solidFill>
                  <a:srgbClr val="4D3A2F"/>
                </a:solidFill>
                <a:latin typeface="Calibri" panose="020F0502020204030204" pitchFamily="34" charset="0"/>
                <a:cs typeface="Franklin Gothic Book"/>
              </a:rPr>
              <a:t>l</a:t>
            </a:r>
            <a:r>
              <a:rPr spc="-5" dirty="0">
                <a:solidFill>
                  <a:srgbClr val="4D3A2F"/>
                </a:solidFill>
                <a:latin typeface="Calibri" panose="020F0502020204030204" pitchFamily="34" charset="0"/>
                <a:cs typeface="Franklin Gothic Book"/>
              </a:rPr>
              <a:t>l</a:t>
            </a:r>
            <a:r>
              <a:rPr spc="5" dirty="0">
                <a:solidFill>
                  <a:srgbClr val="4D3A2F"/>
                </a:solidFill>
                <a:latin typeface="Calibri" panose="020F0502020204030204" pitchFamily="34" charset="0"/>
                <a:cs typeface="Franklin Gothic Book"/>
              </a:rPr>
              <a:t> </a:t>
            </a:r>
            <a:r>
              <a:rPr spc="-10" dirty="0">
                <a:solidFill>
                  <a:srgbClr val="4D3A2F"/>
                </a:solidFill>
                <a:latin typeface="Calibri" panose="020F0502020204030204" pitchFamily="34" charset="0"/>
                <a:cs typeface="Franklin Gothic Book"/>
              </a:rPr>
              <a:t>co</a:t>
            </a:r>
            <a:r>
              <a:rPr spc="-25" dirty="0">
                <a:solidFill>
                  <a:srgbClr val="4D3A2F"/>
                </a:solidFill>
                <a:latin typeface="Calibri" panose="020F0502020204030204" pitchFamily="34" charset="0"/>
                <a:cs typeface="Franklin Gothic Book"/>
              </a:rPr>
              <a:t>mm</a:t>
            </a:r>
            <a:r>
              <a:rPr spc="-10" dirty="0">
                <a:solidFill>
                  <a:srgbClr val="4D3A2F"/>
                </a:solidFill>
                <a:latin typeface="Calibri" panose="020F0502020204030204" pitchFamily="34" charset="0"/>
                <a:cs typeface="Franklin Gothic Book"/>
              </a:rPr>
              <a:t>u</a:t>
            </a:r>
            <a:r>
              <a:rPr spc="-20" dirty="0">
                <a:solidFill>
                  <a:srgbClr val="4D3A2F"/>
                </a:solidFill>
                <a:latin typeface="Calibri" panose="020F0502020204030204" pitchFamily="34" charset="0"/>
                <a:cs typeface="Franklin Gothic Book"/>
              </a:rPr>
              <a:t>n</a:t>
            </a:r>
            <a:r>
              <a:rPr spc="-15" dirty="0">
                <a:solidFill>
                  <a:srgbClr val="4D3A2F"/>
                </a:solidFill>
                <a:latin typeface="Calibri" panose="020F0502020204030204" pitchFamily="34" charset="0"/>
                <a:cs typeface="Franklin Gothic Book"/>
              </a:rPr>
              <a:t>i</a:t>
            </a:r>
            <a:r>
              <a:rPr spc="-5" dirty="0">
                <a:solidFill>
                  <a:srgbClr val="4D3A2F"/>
                </a:solidFill>
                <a:latin typeface="Calibri" panose="020F0502020204030204" pitchFamily="34" charset="0"/>
                <a:cs typeface="Franklin Gothic Book"/>
              </a:rPr>
              <a:t>c</a:t>
            </a:r>
            <a:r>
              <a:rPr spc="-25" dirty="0">
                <a:solidFill>
                  <a:srgbClr val="4D3A2F"/>
                </a:solidFill>
                <a:latin typeface="Calibri" panose="020F0502020204030204" pitchFamily="34" charset="0"/>
                <a:cs typeface="Franklin Gothic Book"/>
              </a:rPr>
              <a:t>a</a:t>
            </a:r>
            <a:r>
              <a:rPr spc="-10" dirty="0">
                <a:solidFill>
                  <a:srgbClr val="4D3A2F"/>
                </a:solidFill>
                <a:latin typeface="Calibri" panose="020F0502020204030204" pitchFamily="34" charset="0"/>
                <a:cs typeface="Franklin Gothic Book"/>
              </a:rPr>
              <a:t>t</a:t>
            </a:r>
            <a:r>
              <a:rPr spc="-15" dirty="0">
                <a:solidFill>
                  <a:srgbClr val="4D3A2F"/>
                </a:solidFill>
                <a:latin typeface="Calibri" panose="020F0502020204030204" pitchFamily="34" charset="0"/>
                <a:cs typeface="Franklin Gothic Book"/>
              </a:rPr>
              <a:t>i</a:t>
            </a:r>
            <a:r>
              <a:rPr spc="-10" dirty="0">
                <a:solidFill>
                  <a:srgbClr val="4D3A2F"/>
                </a:solidFill>
                <a:latin typeface="Calibri" panose="020F0502020204030204" pitchFamily="34" charset="0"/>
                <a:cs typeface="Franklin Gothic Book"/>
              </a:rPr>
              <a:t>o</a:t>
            </a:r>
            <a:r>
              <a:rPr spc="-20" dirty="0">
                <a:solidFill>
                  <a:srgbClr val="4D3A2F"/>
                </a:solidFill>
                <a:latin typeface="Calibri" panose="020F0502020204030204" pitchFamily="34" charset="0"/>
                <a:cs typeface="Franklin Gothic Book"/>
              </a:rPr>
              <a:t>n</a:t>
            </a:r>
            <a:r>
              <a:rPr spc="-10" dirty="0">
                <a:solidFill>
                  <a:srgbClr val="4D3A2F"/>
                </a:solidFill>
                <a:latin typeface="Calibri" panose="020F0502020204030204" pitchFamily="34" charset="0"/>
                <a:cs typeface="Franklin Gothic Book"/>
              </a:rPr>
              <a:t>s</a:t>
            </a:r>
            <a:r>
              <a:rPr dirty="0">
                <a:solidFill>
                  <a:srgbClr val="4D3A2F"/>
                </a:solidFill>
                <a:latin typeface="Calibri" panose="020F0502020204030204" pitchFamily="34" charset="0"/>
                <a:cs typeface="Franklin Gothic Book"/>
              </a:rPr>
              <a:t>. </a:t>
            </a:r>
            <a:r>
              <a:rPr spc="15" dirty="0">
                <a:solidFill>
                  <a:srgbClr val="4D3A2F"/>
                </a:solidFill>
                <a:latin typeface="Calibri" panose="020F0502020204030204" pitchFamily="34" charset="0"/>
                <a:cs typeface="Franklin Gothic Book"/>
              </a:rPr>
              <a:t> </a:t>
            </a:r>
            <a:r>
              <a:rPr dirty="0">
                <a:solidFill>
                  <a:srgbClr val="4D3A2F"/>
                </a:solidFill>
                <a:latin typeface="Calibri" panose="020F0502020204030204" pitchFamily="34" charset="0"/>
                <a:cs typeface="Franklin Gothic Book"/>
              </a:rPr>
              <a:t>T</a:t>
            </a:r>
            <a:r>
              <a:rPr spc="-5" dirty="0">
                <a:solidFill>
                  <a:srgbClr val="4D3A2F"/>
                </a:solidFill>
                <a:latin typeface="Calibri" panose="020F0502020204030204" pitchFamily="34" charset="0"/>
                <a:cs typeface="Franklin Gothic Book"/>
              </a:rPr>
              <a:t>h</a:t>
            </a:r>
            <a:r>
              <a:rPr spc="-20" dirty="0">
                <a:solidFill>
                  <a:srgbClr val="4D3A2F"/>
                </a:solidFill>
                <a:latin typeface="Calibri" panose="020F0502020204030204" pitchFamily="34" charset="0"/>
                <a:cs typeface="Franklin Gothic Book"/>
              </a:rPr>
              <a:t>e</a:t>
            </a:r>
            <a:r>
              <a:rPr spc="-15" dirty="0">
                <a:solidFill>
                  <a:srgbClr val="4D3A2F"/>
                </a:solidFill>
                <a:latin typeface="Calibri" panose="020F0502020204030204" pitchFamily="34" charset="0"/>
                <a:cs typeface="Franklin Gothic Book"/>
              </a:rPr>
              <a:t>r</a:t>
            </a:r>
            <a:r>
              <a:rPr spc="-10" dirty="0">
                <a:solidFill>
                  <a:srgbClr val="4D3A2F"/>
                </a:solidFill>
                <a:latin typeface="Calibri" panose="020F0502020204030204" pitchFamily="34" charset="0"/>
                <a:cs typeface="Franklin Gothic Book"/>
              </a:rPr>
              <a:t>e</a:t>
            </a:r>
            <a:r>
              <a:rPr dirty="0">
                <a:solidFill>
                  <a:srgbClr val="4D3A2F"/>
                </a:solidFill>
                <a:latin typeface="Calibri" panose="020F0502020204030204" pitchFamily="34" charset="0"/>
                <a:cs typeface="Franklin Gothic Book"/>
              </a:rPr>
              <a:t> </a:t>
            </a:r>
            <a:r>
              <a:rPr spc="-5" dirty="0">
                <a:solidFill>
                  <a:srgbClr val="4D3A2F"/>
                </a:solidFill>
                <a:latin typeface="Calibri" panose="020F0502020204030204" pitchFamily="34" charset="0"/>
                <a:cs typeface="Franklin Gothic Book"/>
              </a:rPr>
              <a:t>i</a:t>
            </a:r>
            <a:r>
              <a:rPr spc="-10" dirty="0">
                <a:solidFill>
                  <a:srgbClr val="4D3A2F"/>
                </a:solidFill>
                <a:latin typeface="Calibri" panose="020F0502020204030204" pitchFamily="34" charset="0"/>
                <a:cs typeface="Franklin Gothic Book"/>
              </a:rPr>
              <a:t>s</a:t>
            </a:r>
            <a:r>
              <a:rPr spc="10" dirty="0">
                <a:solidFill>
                  <a:srgbClr val="4D3A2F"/>
                </a:solidFill>
                <a:latin typeface="Calibri" panose="020F0502020204030204" pitchFamily="34" charset="0"/>
                <a:cs typeface="Franklin Gothic Book"/>
              </a:rPr>
              <a:t> </a:t>
            </a:r>
            <a:r>
              <a:rPr spc="-15" dirty="0">
                <a:solidFill>
                  <a:srgbClr val="4D3A2F"/>
                </a:solidFill>
                <a:latin typeface="Calibri" panose="020F0502020204030204" pitchFamily="34" charset="0"/>
                <a:cs typeface="Franklin Gothic Book"/>
              </a:rPr>
              <a:t>t</a:t>
            </a:r>
            <a:r>
              <a:rPr spc="-5" dirty="0">
                <a:solidFill>
                  <a:srgbClr val="4D3A2F"/>
                </a:solidFill>
                <a:latin typeface="Calibri" panose="020F0502020204030204" pitchFamily="34" charset="0"/>
                <a:cs typeface="Franklin Gothic Book"/>
              </a:rPr>
              <a:t>h</a:t>
            </a:r>
            <a:r>
              <a:rPr spc="-10" dirty="0">
                <a:solidFill>
                  <a:srgbClr val="4D3A2F"/>
                </a:solidFill>
                <a:latin typeface="Calibri" panose="020F0502020204030204" pitchFamily="34" charset="0"/>
                <a:cs typeface="Franklin Gothic Book"/>
              </a:rPr>
              <a:t>e</a:t>
            </a:r>
            <a:r>
              <a:rPr dirty="0">
                <a:solidFill>
                  <a:srgbClr val="4D3A2F"/>
                </a:solidFill>
                <a:latin typeface="Calibri" panose="020F0502020204030204" pitchFamily="34" charset="0"/>
                <a:cs typeface="Franklin Gothic Book"/>
              </a:rPr>
              <a:t> </a:t>
            </a:r>
            <a:r>
              <a:rPr spc="-10" dirty="0">
                <a:solidFill>
                  <a:srgbClr val="00B050"/>
                </a:solidFill>
                <a:latin typeface="Calibri" panose="020F0502020204030204" pitchFamily="34" charset="0"/>
                <a:cs typeface="Franklin Gothic Book"/>
              </a:rPr>
              <a:t>se</a:t>
            </a:r>
            <a:r>
              <a:rPr spc="-20" dirty="0">
                <a:solidFill>
                  <a:srgbClr val="00B050"/>
                </a:solidFill>
                <a:latin typeface="Calibri" panose="020F0502020204030204" pitchFamily="34" charset="0"/>
                <a:cs typeface="Franklin Gothic Book"/>
              </a:rPr>
              <a:t>n</a:t>
            </a:r>
            <a:r>
              <a:rPr spc="-15" dirty="0">
                <a:solidFill>
                  <a:srgbClr val="00B050"/>
                </a:solidFill>
                <a:latin typeface="Calibri" panose="020F0502020204030204" pitchFamily="34" charset="0"/>
                <a:cs typeface="Franklin Gothic Book"/>
              </a:rPr>
              <a:t>d</a:t>
            </a:r>
            <a:r>
              <a:rPr spc="-10" dirty="0">
                <a:solidFill>
                  <a:srgbClr val="00B050"/>
                </a:solidFill>
                <a:latin typeface="Calibri" panose="020F0502020204030204" pitchFamily="34" charset="0"/>
                <a:cs typeface="Franklin Gothic Book"/>
              </a:rPr>
              <a:t>e</a:t>
            </a:r>
            <a:r>
              <a:rPr spc="-114" dirty="0">
                <a:solidFill>
                  <a:srgbClr val="00B050"/>
                </a:solidFill>
                <a:latin typeface="Calibri" panose="020F0502020204030204" pitchFamily="34" charset="0"/>
                <a:cs typeface="Franklin Gothic Book"/>
              </a:rPr>
              <a:t>r</a:t>
            </a:r>
            <a:r>
              <a:rPr dirty="0">
                <a:solidFill>
                  <a:srgbClr val="4D3A2F"/>
                </a:solidFill>
                <a:latin typeface="Calibri" panose="020F0502020204030204" pitchFamily="34" charset="0"/>
                <a:cs typeface="Franklin Gothic Book"/>
              </a:rPr>
              <a:t>,</a:t>
            </a:r>
            <a:r>
              <a:rPr spc="5" dirty="0">
                <a:solidFill>
                  <a:srgbClr val="4D3A2F"/>
                </a:solidFill>
                <a:latin typeface="Calibri" panose="020F0502020204030204" pitchFamily="34" charset="0"/>
                <a:cs typeface="Franklin Gothic Book"/>
              </a:rPr>
              <a:t> </a:t>
            </a:r>
            <a:r>
              <a:rPr spc="-10" dirty="0">
                <a:solidFill>
                  <a:srgbClr val="4D3A2F"/>
                </a:solidFill>
                <a:latin typeface="Calibri" panose="020F0502020204030204" pitchFamily="34" charset="0"/>
                <a:cs typeface="Franklin Gothic Book"/>
              </a:rPr>
              <a:t>t</a:t>
            </a:r>
            <a:r>
              <a:rPr spc="-5" dirty="0">
                <a:solidFill>
                  <a:srgbClr val="4D3A2F"/>
                </a:solidFill>
                <a:latin typeface="Calibri" panose="020F0502020204030204" pitchFamily="34" charset="0"/>
                <a:cs typeface="Franklin Gothic Book"/>
              </a:rPr>
              <a:t>h</a:t>
            </a:r>
            <a:r>
              <a:rPr spc="-10" dirty="0">
                <a:solidFill>
                  <a:srgbClr val="4D3A2F"/>
                </a:solidFill>
                <a:latin typeface="Calibri" panose="020F0502020204030204" pitchFamily="34" charset="0"/>
                <a:cs typeface="Franklin Gothic Book"/>
              </a:rPr>
              <a:t>e</a:t>
            </a:r>
            <a:r>
              <a:rPr spc="-5" dirty="0">
                <a:solidFill>
                  <a:srgbClr val="4D3A2F"/>
                </a:solidFill>
                <a:latin typeface="Calibri" panose="020F0502020204030204" pitchFamily="34" charset="0"/>
                <a:cs typeface="Franklin Gothic Book"/>
              </a:rPr>
              <a:t> </a:t>
            </a:r>
            <a:r>
              <a:rPr spc="-25" dirty="0">
                <a:solidFill>
                  <a:srgbClr val="00B050"/>
                </a:solidFill>
                <a:latin typeface="Calibri" panose="020F0502020204030204" pitchFamily="34" charset="0"/>
                <a:cs typeface="Franklin Gothic Book"/>
              </a:rPr>
              <a:t>r</a:t>
            </a:r>
            <a:r>
              <a:rPr spc="-10" dirty="0">
                <a:solidFill>
                  <a:srgbClr val="00B050"/>
                </a:solidFill>
                <a:latin typeface="Calibri" panose="020F0502020204030204" pitchFamily="34" charset="0"/>
                <a:cs typeface="Franklin Gothic Book"/>
              </a:rPr>
              <a:t>ece</a:t>
            </a:r>
            <a:r>
              <a:rPr spc="-15" dirty="0">
                <a:solidFill>
                  <a:srgbClr val="00B050"/>
                </a:solidFill>
                <a:latin typeface="Calibri" panose="020F0502020204030204" pitchFamily="34" charset="0"/>
                <a:cs typeface="Franklin Gothic Book"/>
              </a:rPr>
              <a:t>iv</a:t>
            </a:r>
            <a:r>
              <a:rPr spc="-20" dirty="0">
                <a:solidFill>
                  <a:srgbClr val="00B050"/>
                </a:solidFill>
                <a:latin typeface="Calibri" panose="020F0502020204030204" pitchFamily="34" charset="0"/>
                <a:cs typeface="Franklin Gothic Book"/>
              </a:rPr>
              <a:t>e</a:t>
            </a:r>
            <a:r>
              <a:rPr spc="-114" dirty="0">
                <a:solidFill>
                  <a:srgbClr val="00B050"/>
                </a:solidFill>
                <a:latin typeface="Calibri" panose="020F0502020204030204" pitchFamily="34" charset="0"/>
                <a:cs typeface="Franklin Gothic Book"/>
              </a:rPr>
              <a:t>r</a:t>
            </a:r>
            <a:r>
              <a:rPr dirty="0">
                <a:solidFill>
                  <a:srgbClr val="4D3A2F"/>
                </a:solidFill>
                <a:latin typeface="Calibri" panose="020F0502020204030204" pitchFamily="34" charset="0"/>
                <a:cs typeface="Franklin Gothic Book"/>
              </a:rPr>
              <a:t>,</a:t>
            </a:r>
            <a:r>
              <a:rPr spc="15" dirty="0">
                <a:solidFill>
                  <a:srgbClr val="4D3A2F"/>
                </a:solidFill>
                <a:latin typeface="Calibri" panose="020F0502020204030204" pitchFamily="34" charset="0"/>
                <a:cs typeface="Franklin Gothic Book"/>
              </a:rPr>
              <a:t> </a:t>
            </a:r>
            <a:r>
              <a:rPr spc="-25" dirty="0">
                <a:solidFill>
                  <a:srgbClr val="4D3A2F"/>
                </a:solidFill>
                <a:latin typeface="Calibri" panose="020F0502020204030204" pitchFamily="34" charset="0"/>
                <a:cs typeface="Franklin Gothic Book"/>
              </a:rPr>
              <a:t>a</a:t>
            </a:r>
            <a:r>
              <a:rPr spc="-10" dirty="0">
                <a:solidFill>
                  <a:srgbClr val="4D3A2F"/>
                </a:solidFill>
                <a:latin typeface="Calibri" panose="020F0502020204030204" pitchFamily="34" charset="0"/>
                <a:cs typeface="Franklin Gothic Book"/>
              </a:rPr>
              <a:t>nd</a:t>
            </a:r>
            <a:r>
              <a:rPr spc="-5" dirty="0">
                <a:solidFill>
                  <a:srgbClr val="4D3A2F"/>
                </a:solidFill>
                <a:latin typeface="Calibri" panose="020F0502020204030204" pitchFamily="34" charset="0"/>
                <a:cs typeface="Franklin Gothic Book"/>
              </a:rPr>
              <a:t> </a:t>
            </a:r>
            <a:r>
              <a:rPr spc="-10" dirty="0">
                <a:solidFill>
                  <a:srgbClr val="4D3A2F"/>
                </a:solidFill>
                <a:latin typeface="Calibri" panose="020F0502020204030204" pitchFamily="34" charset="0"/>
                <a:cs typeface="Franklin Gothic Book"/>
              </a:rPr>
              <a:t>t</a:t>
            </a:r>
            <a:r>
              <a:rPr spc="-5" dirty="0">
                <a:solidFill>
                  <a:srgbClr val="4D3A2F"/>
                </a:solidFill>
                <a:latin typeface="Calibri" panose="020F0502020204030204" pitchFamily="34" charset="0"/>
                <a:cs typeface="Franklin Gothic Book"/>
              </a:rPr>
              <a:t>h</a:t>
            </a:r>
            <a:r>
              <a:rPr spc="-10" dirty="0">
                <a:solidFill>
                  <a:srgbClr val="4D3A2F"/>
                </a:solidFill>
                <a:latin typeface="Calibri" panose="020F0502020204030204" pitchFamily="34" charset="0"/>
                <a:cs typeface="Franklin Gothic Book"/>
              </a:rPr>
              <a:t>e</a:t>
            </a:r>
            <a:r>
              <a:rPr dirty="0">
                <a:solidFill>
                  <a:srgbClr val="4D3A2F"/>
                </a:solidFill>
                <a:latin typeface="Calibri" panose="020F0502020204030204" pitchFamily="34" charset="0"/>
                <a:cs typeface="Franklin Gothic Book"/>
              </a:rPr>
              <a:t> </a:t>
            </a:r>
            <a:r>
              <a:rPr spc="-25" dirty="0">
                <a:solidFill>
                  <a:srgbClr val="00B050"/>
                </a:solidFill>
                <a:latin typeface="Calibri" panose="020F0502020204030204" pitchFamily="34" charset="0"/>
                <a:cs typeface="Franklin Gothic Book"/>
              </a:rPr>
              <a:t>m</a:t>
            </a:r>
            <a:r>
              <a:rPr spc="-10" dirty="0">
                <a:solidFill>
                  <a:srgbClr val="00B050"/>
                </a:solidFill>
                <a:latin typeface="Calibri" panose="020F0502020204030204" pitchFamily="34" charset="0"/>
                <a:cs typeface="Franklin Gothic Book"/>
              </a:rPr>
              <a:t>ess</a:t>
            </a:r>
            <a:r>
              <a:rPr spc="-5" dirty="0">
                <a:solidFill>
                  <a:srgbClr val="00B050"/>
                </a:solidFill>
                <a:latin typeface="Calibri" panose="020F0502020204030204" pitchFamily="34" charset="0"/>
                <a:cs typeface="Franklin Gothic Book"/>
              </a:rPr>
              <a:t>a</a:t>
            </a:r>
            <a:r>
              <a:rPr dirty="0">
                <a:solidFill>
                  <a:srgbClr val="00B050"/>
                </a:solidFill>
                <a:latin typeface="Calibri" panose="020F0502020204030204" pitchFamily="34" charset="0"/>
                <a:cs typeface="Franklin Gothic Book"/>
              </a:rPr>
              <a:t>ge</a:t>
            </a:r>
            <a:r>
              <a:rPr sz="2000" dirty="0">
                <a:solidFill>
                  <a:srgbClr val="4D3A2F"/>
                </a:solidFill>
                <a:latin typeface="Calibri" panose="020F0502020204030204" pitchFamily="34" charset="0"/>
                <a:cs typeface="Franklin Gothic Book"/>
              </a:rPr>
              <a:t>.</a:t>
            </a:r>
            <a:endParaRPr sz="2000" dirty="0">
              <a:solidFill>
                <a:prstClr val="black"/>
              </a:solidFill>
              <a:latin typeface="Calibri" panose="020F0502020204030204" pitchFamily="34" charset="0"/>
              <a:cs typeface="Franklin Gothic Book"/>
            </a:endParaRPr>
          </a:p>
        </p:txBody>
      </p:sp>
      <p:sp>
        <p:nvSpPr>
          <p:cNvPr id="5" name="object 5"/>
          <p:cNvSpPr/>
          <p:nvPr/>
        </p:nvSpPr>
        <p:spPr>
          <a:xfrm>
            <a:off x="1259839" y="2251710"/>
            <a:ext cx="6334760" cy="3540760"/>
          </a:xfrm>
          <a:prstGeom prst="rect">
            <a:avLst/>
          </a:prstGeom>
          <a:blipFill>
            <a:blip r:embed="rId2" cstate="print"/>
            <a:stretch>
              <a:fillRect/>
            </a:stretch>
          </a:blipFill>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8" name="object 8"/>
          <p:cNvSpPr/>
          <p:nvPr/>
        </p:nvSpPr>
        <p:spPr>
          <a:xfrm>
            <a:off x="96519" y="6183629"/>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9" name="object 9"/>
          <p:cNvSpPr/>
          <p:nvPr/>
        </p:nvSpPr>
        <p:spPr>
          <a:xfrm>
            <a:off x="581659" y="6708140"/>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0"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a:p>
        </p:txBody>
      </p:sp>
      <p:sp>
        <p:nvSpPr>
          <p:cNvPr id="12" name="Slide Number Placeholder 11">
            <a:extLst>
              <a:ext uri="{FF2B5EF4-FFF2-40B4-BE49-F238E27FC236}">
                <a16:creationId xmlns:a16="http://schemas.microsoft.com/office/drawing/2014/main" id="{03D7BA8C-C622-4E79-8D6C-8E7D5BB54743}"/>
              </a:ext>
            </a:extLst>
          </p:cNvPr>
          <p:cNvSpPr>
            <a:spLocks noGrp="1"/>
          </p:cNvSpPr>
          <p:nvPr>
            <p:ph type="sldNum" sz="quarter" idx="12"/>
          </p:nvPr>
        </p:nvSpPr>
        <p:spPr/>
        <p:txBody>
          <a:bodyPr/>
          <a:lstStyle/>
          <a:p>
            <a:fld id="{E31375A4-56A4-47D6-9801-1991572033F7}" type="slidenum">
              <a:rPr lang="en-US" smtClean="0">
                <a:solidFill>
                  <a:prstClr val="black"/>
                </a:solidFill>
              </a:rPr>
              <a:pPr/>
              <a:t>29</a:t>
            </a:fld>
            <a:endParaRPr lang="en-US">
              <a:solidFill>
                <a:prstClr val="black"/>
              </a:solidFill>
            </a:endParaRPr>
          </a:p>
        </p:txBody>
      </p:sp>
      <p:sp>
        <p:nvSpPr>
          <p:cNvPr id="6" name="Date Placeholder 5">
            <a:extLst>
              <a:ext uri="{FF2B5EF4-FFF2-40B4-BE49-F238E27FC236}">
                <a16:creationId xmlns:a16="http://schemas.microsoft.com/office/drawing/2014/main" id="{CD8B39A1-BF80-4775-BB59-C13C1077C7FA}"/>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1047272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2953" y="260648"/>
            <a:ext cx="7200900" cy="772005"/>
          </a:xfrm>
          <a:prstGeom prst="rect">
            <a:avLst/>
          </a:prstGeom>
        </p:spPr>
        <p:txBody>
          <a:bodyPr vert="horz" wrap="square" lIns="0" tIns="276859" rIns="0" bIns="0" rtlCol="0">
            <a:spAutoFit/>
          </a:bodyPr>
          <a:lstStyle/>
          <a:p>
            <a:pPr marL="8890" algn="ctr">
              <a:lnSpc>
                <a:spcPct val="100000"/>
              </a:lnSpc>
            </a:pPr>
            <a:r>
              <a:rPr lang="en-US" sz="3200" dirty="0">
                <a:latin typeface="Calibri" panose="020F0502020204030204" pitchFamily="34" charset="0"/>
              </a:rPr>
              <a:t>Four modes of communication</a:t>
            </a:r>
            <a:endParaRPr sz="3200" dirty="0">
              <a:latin typeface="Calibri" panose="020F0502020204030204" pitchFamily="34" charset="0"/>
            </a:endParaRPr>
          </a:p>
        </p:txBody>
      </p:sp>
      <p:sp>
        <p:nvSpPr>
          <p:cNvPr id="3" name="object 3"/>
          <p:cNvSpPr txBox="1"/>
          <p:nvPr/>
        </p:nvSpPr>
        <p:spPr>
          <a:xfrm>
            <a:off x="383540" y="1644650"/>
            <a:ext cx="5130165" cy="3031599"/>
          </a:xfrm>
          <a:prstGeom prst="rect">
            <a:avLst/>
          </a:prstGeom>
        </p:spPr>
        <p:txBody>
          <a:bodyPr vert="horz" wrap="square" lIns="0" tIns="0" rIns="0" bIns="0" rtlCol="0">
            <a:spAutoFit/>
          </a:bodyPr>
          <a:lstStyle/>
          <a:p>
            <a:pPr marL="621030" indent="-608330" fontAlgn="auto">
              <a:spcBef>
                <a:spcPts val="0"/>
              </a:spcBef>
              <a:spcAft>
                <a:spcPts val="0"/>
              </a:spcAft>
              <a:buClr>
                <a:srgbClr val="EFA12D"/>
              </a:buClr>
              <a:buSzPct val="69642"/>
              <a:buFont typeface="Franklin Gothic Book"/>
              <a:buAutoNum type="arabicPeriod"/>
              <a:tabLst>
                <a:tab pos="621030" algn="l"/>
                <a:tab pos="4355465" algn="l"/>
              </a:tabLst>
            </a:pPr>
            <a:r>
              <a:rPr sz="2800" spc="-5" dirty="0">
                <a:solidFill>
                  <a:srgbClr val="4D3A2F"/>
                </a:solidFill>
                <a:latin typeface="Calibri" panose="020F0502020204030204" pitchFamily="34" charset="0"/>
                <a:cs typeface="Franklin Gothic Book"/>
              </a:rPr>
              <a:t>S</a:t>
            </a:r>
            <a:r>
              <a:rPr sz="2800" spc="-10" dirty="0">
                <a:solidFill>
                  <a:srgbClr val="4D3A2F"/>
                </a:solidFill>
                <a:latin typeface="Calibri" panose="020F0502020204030204" pitchFamily="34" charset="0"/>
                <a:cs typeface="Franklin Gothic Book"/>
              </a:rPr>
              <a:t>p</a:t>
            </a:r>
            <a:r>
              <a:rPr sz="2800" spc="-25" dirty="0">
                <a:solidFill>
                  <a:srgbClr val="4D3A2F"/>
                </a:solidFill>
                <a:latin typeface="Calibri" panose="020F0502020204030204" pitchFamily="34" charset="0"/>
                <a:cs typeface="Franklin Gothic Book"/>
              </a:rPr>
              <a:t>e</a:t>
            </a:r>
            <a:r>
              <a:rPr sz="2800" spc="-5" dirty="0">
                <a:solidFill>
                  <a:srgbClr val="4D3A2F"/>
                </a:solidFill>
                <a:latin typeface="Calibri" panose="020F0502020204030204" pitchFamily="34" charset="0"/>
                <a:cs typeface="Franklin Gothic Book"/>
              </a:rPr>
              <a:t>aki</a:t>
            </a:r>
            <a:r>
              <a:rPr sz="2800" spc="-10" dirty="0">
                <a:solidFill>
                  <a:srgbClr val="4D3A2F"/>
                </a:solidFill>
                <a:latin typeface="Calibri" panose="020F0502020204030204" pitchFamily="34" charset="0"/>
                <a:cs typeface="Franklin Gothic Book"/>
              </a:rPr>
              <a:t>n</a:t>
            </a:r>
            <a:r>
              <a:rPr sz="2800" dirty="0">
                <a:solidFill>
                  <a:srgbClr val="4D3A2F"/>
                </a:solidFill>
                <a:latin typeface="Calibri" panose="020F0502020204030204" pitchFamily="34" charset="0"/>
                <a:cs typeface="Franklin Gothic Book"/>
              </a:rPr>
              <a:t>g	</a:t>
            </a:r>
            <a:r>
              <a:rPr sz="2800" spc="-5" dirty="0">
                <a:solidFill>
                  <a:srgbClr val="4D3A2F"/>
                </a:solidFill>
                <a:latin typeface="Calibri" panose="020F0502020204030204" pitchFamily="34" charset="0"/>
                <a:cs typeface="Franklin Gothic Book"/>
              </a:rPr>
              <a:t>2</a:t>
            </a:r>
            <a:r>
              <a:rPr sz="2800" dirty="0">
                <a:solidFill>
                  <a:srgbClr val="4D3A2F"/>
                </a:solidFill>
                <a:latin typeface="Calibri" panose="020F0502020204030204" pitchFamily="34" charset="0"/>
                <a:cs typeface="Franklin Gothic Book"/>
              </a:rPr>
              <a:t>3</a:t>
            </a:r>
            <a:r>
              <a:rPr sz="2800" spc="-10" dirty="0">
                <a:solidFill>
                  <a:srgbClr val="4D3A2F"/>
                </a:solidFill>
                <a:latin typeface="Calibri" panose="020F0502020204030204" pitchFamily="34" charset="0"/>
                <a:cs typeface="Franklin Gothic Book"/>
              </a:rPr>
              <a:t> </a:t>
            </a:r>
            <a:r>
              <a:rPr sz="2800" dirty="0">
                <a:solidFill>
                  <a:srgbClr val="4D3A2F"/>
                </a:solidFill>
                <a:latin typeface="Calibri" panose="020F0502020204030204" pitchFamily="34" charset="0"/>
                <a:cs typeface="Franklin Gothic Book"/>
              </a:rPr>
              <a:t>%</a:t>
            </a:r>
            <a:endParaRPr sz="2800" dirty="0">
              <a:solidFill>
                <a:prstClr val="black"/>
              </a:solidFill>
              <a:latin typeface="Calibri" panose="020F0502020204030204" pitchFamily="34" charset="0"/>
              <a:cs typeface="Franklin Gothic Book"/>
            </a:endParaRPr>
          </a:p>
          <a:p>
            <a:pPr fontAlgn="auto">
              <a:lnSpc>
                <a:spcPts val="3300"/>
              </a:lnSpc>
              <a:spcBef>
                <a:spcPts val="60"/>
              </a:spcBef>
              <a:spcAft>
                <a:spcPts val="0"/>
              </a:spcAft>
              <a:buClr>
                <a:srgbClr val="EFA12D"/>
              </a:buClr>
              <a:buFont typeface="Franklin Gothic Book"/>
              <a:buAutoNum type="arabicPeriod"/>
            </a:pPr>
            <a:endParaRPr sz="3300" dirty="0">
              <a:solidFill>
                <a:prstClr val="black"/>
              </a:solidFill>
              <a:latin typeface="Calibri" panose="020F0502020204030204" pitchFamily="34" charset="0"/>
            </a:endParaRPr>
          </a:p>
          <a:p>
            <a:pPr marL="621030" indent="-608330" fontAlgn="auto">
              <a:spcBef>
                <a:spcPts val="0"/>
              </a:spcBef>
              <a:spcAft>
                <a:spcPts val="0"/>
              </a:spcAft>
              <a:buClr>
                <a:srgbClr val="EFA12D"/>
              </a:buClr>
              <a:buSzPct val="69642"/>
              <a:buFont typeface="Franklin Gothic Book"/>
              <a:buAutoNum type="arabicPeriod"/>
              <a:tabLst>
                <a:tab pos="621030" algn="l"/>
                <a:tab pos="4355465" algn="l"/>
              </a:tabLst>
            </a:pPr>
            <a:r>
              <a:rPr sz="2800" spc="-80" dirty="0">
                <a:solidFill>
                  <a:srgbClr val="4D3A2F"/>
                </a:solidFill>
                <a:latin typeface="Calibri" panose="020F0502020204030204" pitchFamily="34" charset="0"/>
                <a:cs typeface="Franklin Gothic Book"/>
              </a:rPr>
              <a:t>R</a:t>
            </a:r>
            <a:r>
              <a:rPr sz="2800" spc="-20" dirty="0">
                <a:solidFill>
                  <a:srgbClr val="4D3A2F"/>
                </a:solidFill>
                <a:latin typeface="Calibri" panose="020F0502020204030204" pitchFamily="34" charset="0"/>
                <a:cs typeface="Franklin Gothic Book"/>
              </a:rPr>
              <a:t>e</a:t>
            </a:r>
            <a:r>
              <a:rPr sz="2800" spc="-30" dirty="0">
                <a:solidFill>
                  <a:srgbClr val="4D3A2F"/>
                </a:solidFill>
                <a:latin typeface="Calibri" panose="020F0502020204030204" pitchFamily="34" charset="0"/>
                <a:cs typeface="Franklin Gothic Book"/>
              </a:rPr>
              <a:t>a</a:t>
            </a:r>
            <a:r>
              <a:rPr sz="2800" spc="-25" dirty="0">
                <a:solidFill>
                  <a:srgbClr val="4D3A2F"/>
                </a:solidFill>
                <a:latin typeface="Calibri" panose="020F0502020204030204" pitchFamily="34" charset="0"/>
                <a:cs typeface="Franklin Gothic Book"/>
              </a:rPr>
              <a:t>d</a:t>
            </a:r>
            <a:r>
              <a:rPr sz="2800" spc="-5" dirty="0">
                <a:solidFill>
                  <a:srgbClr val="4D3A2F"/>
                </a:solidFill>
                <a:latin typeface="Calibri" panose="020F0502020204030204" pitchFamily="34" charset="0"/>
                <a:cs typeface="Franklin Gothic Book"/>
              </a:rPr>
              <a:t>i</a:t>
            </a:r>
            <a:r>
              <a:rPr sz="2800" spc="-10" dirty="0">
                <a:solidFill>
                  <a:srgbClr val="4D3A2F"/>
                </a:solidFill>
                <a:latin typeface="Calibri" panose="020F0502020204030204" pitchFamily="34" charset="0"/>
                <a:cs typeface="Franklin Gothic Book"/>
              </a:rPr>
              <a:t>n</a:t>
            </a:r>
            <a:r>
              <a:rPr sz="2800" dirty="0">
                <a:solidFill>
                  <a:srgbClr val="4D3A2F"/>
                </a:solidFill>
                <a:latin typeface="Calibri" panose="020F0502020204030204" pitchFamily="34" charset="0"/>
                <a:cs typeface="Franklin Gothic Book"/>
              </a:rPr>
              <a:t>g	</a:t>
            </a:r>
            <a:r>
              <a:rPr sz="2800" spc="-25" dirty="0">
                <a:solidFill>
                  <a:srgbClr val="4D3A2F"/>
                </a:solidFill>
                <a:latin typeface="Calibri" panose="020F0502020204030204" pitchFamily="34" charset="0"/>
                <a:cs typeface="Franklin Gothic Book"/>
              </a:rPr>
              <a:t>1</a:t>
            </a:r>
            <a:r>
              <a:rPr sz="2800" spc="-5" dirty="0">
                <a:solidFill>
                  <a:srgbClr val="4D3A2F"/>
                </a:solidFill>
                <a:latin typeface="Calibri" panose="020F0502020204030204" pitchFamily="34" charset="0"/>
                <a:cs typeface="Franklin Gothic Book"/>
              </a:rPr>
              <a:t>3%</a:t>
            </a:r>
            <a:endParaRPr sz="2800" dirty="0">
              <a:solidFill>
                <a:prstClr val="black"/>
              </a:solidFill>
              <a:latin typeface="Calibri" panose="020F0502020204030204" pitchFamily="34" charset="0"/>
              <a:cs typeface="Franklin Gothic Book"/>
            </a:endParaRPr>
          </a:p>
          <a:p>
            <a:pPr fontAlgn="auto">
              <a:lnSpc>
                <a:spcPts val="3300"/>
              </a:lnSpc>
              <a:spcBef>
                <a:spcPts val="59"/>
              </a:spcBef>
              <a:spcAft>
                <a:spcPts val="0"/>
              </a:spcAft>
              <a:buClr>
                <a:srgbClr val="EFA12D"/>
              </a:buClr>
              <a:buFont typeface="Franklin Gothic Book"/>
              <a:buAutoNum type="arabicPeriod"/>
            </a:pPr>
            <a:endParaRPr sz="3300" dirty="0">
              <a:solidFill>
                <a:prstClr val="black"/>
              </a:solidFill>
              <a:latin typeface="Calibri" panose="020F0502020204030204" pitchFamily="34" charset="0"/>
            </a:endParaRPr>
          </a:p>
          <a:p>
            <a:pPr marL="621030" indent="-608330" fontAlgn="auto">
              <a:spcBef>
                <a:spcPts val="0"/>
              </a:spcBef>
              <a:spcAft>
                <a:spcPts val="0"/>
              </a:spcAft>
              <a:buClr>
                <a:srgbClr val="EFA12D"/>
              </a:buClr>
              <a:buSzPct val="69642"/>
              <a:buFont typeface="Franklin Gothic Book"/>
              <a:buAutoNum type="arabicPeriod"/>
              <a:tabLst>
                <a:tab pos="621030" algn="l"/>
                <a:tab pos="4355465" algn="l"/>
              </a:tabLst>
            </a:pPr>
            <a:r>
              <a:rPr sz="2800" spc="-30" dirty="0">
                <a:solidFill>
                  <a:srgbClr val="4D3A2F"/>
                </a:solidFill>
                <a:latin typeface="Calibri" panose="020F0502020204030204" pitchFamily="34" charset="0"/>
                <a:cs typeface="Franklin Gothic Book"/>
              </a:rPr>
              <a:t>L</a:t>
            </a:r>
            <a:r>
              <a:rPr sz="2800" spc="-15" dirty="0">
                <a:solidFill>
                  <a:srgbClr val="4D3A2F"/>
                </a:solidFill>
                <a:latin typeface="Calibri" panose="020F0502020204030204" pitchFamily="34" charset="0"/>
                <a:cs typeface="Franklin Gothic Book"/>
              </a:rPr>
              <a:t>is</a:t>
            </a:r>
            <a:r>
              <a:rPr sz="2800" spc="-65" dirty="0">
                <a:solidFill>
                  <a:srgbClr val="4D3A2F"/>
                </a:solidFill>
                <a:latin typeface="Calibri" panose="020F0502020204030204" pitchFamily="34" charset="0"/>
                <a:cs typeface="Franklin Gothic Book"/>
              </a:rPr>
              <a:t>t</a:t>
            </a:r>
            <a:r>
              <a:rPr sz="2800" spc="-25" dirty="0">
                <a:solidFill>
                  <a:srgbClr val="4D3A2F"/>
                </a:solidFill>
                <a:latin typeface="Calibri" panose="020F0502020204030204" pitchFamily="34" charset="0"/>
                <a:cs typeface="Franklin Gothic Book"/>
              </a:rPr>
              <a:t>e</a:t>
            </a:r>
            <a:r>
              <a:rPr sz="2800" spc="-20" dirty="0">
                <a:solidFill>
                  <a:srgbClr val="4D3A2F"/>
                </a:solidFill>
                <a:latin typeface="Calibri" panose="020F0502020204030204" pitchFamily="34" charset="0"/>
                <a:cs typeface="Franklin Gothic Book"/>
              </a:rPr>
              <a:t>n</a:t>
            </a:r>
            <a:r>
              <a:rPr sz="2800" spc="-15" dirty="0">
                <a:solidFill>
                  <a:srgbClr val="4D3A2F"/>
                </a:solidFill>
                <a:latin typeface="Calibri" panose="020F0502020204030204" pitchFamily="34" charset="0"/>
                <a:cs typeface="Franklin Gothic Book"/>
              </a:rPr>
              <a:t>i</a:t>
            </a:r>
            <a:r>
              <a:rPr sz="2800" spc="-30" dirty="0">
                <a:solidFill>
                  <a:srgbClr val="4D3A2F"/>
                </a:solidFill>
                <a:latin typeface="Calibri" panose="020F0502020204030204" pitchFamily="34" charset="0"/>
                <a:cs typeface="Franklin Gothic Book"/>
              </a:rPr>
              <a:t>n</a:t>
            </a:r>
            <a:r>
              <a:rPr sz="2800" dirty="0">
                <a:solidFill>
                  <a:srgbClr val="4D3A2F"/>
                </a:solidFill>
                <a:latin typeface="Calibri" panose="020F0502020204030204" pitchFamily="34" charset="0"/>
                <a:cs typeface="Franklin Gothic Book"/>
              </a:rPr>
              <a:t>g	</a:t>
            </a:r>
            <a:r>
              <a:rPr sz="2800" spc="-5" dirty="0">
                <a:solidFill>
                  <a:srgbClr val="4D3A2F"/>
                </a:solidFill>
                <a:latin typeface="Calibri" panose="020F0502020204030204" pitchFamily="34" charset="0"/>
                <a:cs typeface="Franklin Gothic Book"/>
              </a:rPr>
              <a:t>5</a:t>
            </a:r>
            <a:r>
              <a:rPr sz="2800" dirty="0">
                <a:solidFill>
                  <a:srgbClr val="4D3A2F"/>
                </a:solidFill>
                <a:latin typeface="Calibri" panose="020F0502020204030204" pitchFamily="34" charset="0"/>
                <a:cs typeface="Franklin Gothic Book"/>
              </a:rPr>
              <a:t>5%</a:t>
            </a:r>
            <a:endParaRPr sz="2800" dirty="0">
              <a:solidFill>
                <a:prstClr val="black"/>
              </a:solidFill>
              <a:latin typeface="Calibri" panose="020F0502020204030204" pitchFamily="34" charset="0"/>
              <a:cs typeface="Franklin Gothic Book"/>
            </a:endParaRPr>
          </a:p>
          <a:p>
            <a:pPr fontAlgn="auto">
              <a:lnSpc>
                <a:spcPts val="3300"/>
              </a:lnSpc>
              <a:spcBef>
                <a:spcPts val="60"/>
              </a:spcBef>
              <a:spcAft>
                <a:spcPts val="0"/>
              </a:spcAft>
              <a:buClr>
                <a:srgbClr val="EFA12D"/>
              </a:buClr>
              <a:buFont typeface="Franklin Gothic Book"/>
              <a:buAutoNum type="arabicPeriod"/>
            </a:pPr>
            <a:endParaRPr sz="3300" dirty="0">
              <a:solidFill>
                <a:prstClr val="black"/>
              </a:solidFill>
              <a:latin typeface="Calibri" panose="020F0502020204030204" pitchFamily="34" charset="0"/>
            </a:endParaRPr>
          </a:p>
          <a:p>
            <a:pPr marL="621030" indent="-608330" fontAlgn="auto">
              <a:spcBef>
                <a:spcPts val="0"/>
              </a:spcBef>
              <a:spcAft>
                <a:spcPts val="0"/>
              </a:spcAft>
              <a:buClr>
                <a:srgbClr val="EFA12D"/>
              </a:buClr>
              <a:buSzPct val="69642"/>
              <a:buFont typeface="Franklin Gothic Book"/>
              <a:buAutoNum type="arabicPeriod"/>
              <a:tabLst>
                <a:tab pos="621030" algn="l"/>
                <a:tab pos="4355465" algn="l"/>
              </a:tabLst>
            </a:pPr>
            <a:r>
              <a:rPr sz="2800" spc="-90" dirty="0">
                <a:solidFill>
                  <a:srgbClr val="4D3A2F"/>
                </a:solidFill>
                <a:latin typeface="Calibri" panose="020F0502020204030204" pitchFamily="34" charset="0"/>
                <a:cs typeface="Franklin Gothic Book"/>
              </a:rPr>
              <a:t>W</a:t>
            </a:r>
            <a:r>
              <a:rPr sz="2800" spc="-10" dirty="0">
                <a:solidFill>
                  <a:srgbClr val="4D3A2F"/>
                </a:solidFill>
                <a:latin typeface="Calibri" panose="020F0502020204030204" pitchFamily="34" charset="0"/>
                <a:cs typeface="Franklin Gothic Book"/>
              </a:rPr>
              <a:t>r</a:t>
            </a:r>
            <a:r>
              <a:rPr sz="2800" spc="-15" dirty="0">
                <a:solidFill>
                  <a:srgbClr val="4D3A2F"/>
                </a:solidFill>
                <a:latin typeface="Calibri" panose="020F0502020204030204" pitchFamily="34" charset="0"/>
                <a:cs typeface="Franklin Gothic Book"/>
              </a:rPr>
              <a:t>i</a:t>
            </a:r>
            <a:r>
              <a:rPr sz="2800" spc="-5" dirty="0">
                <a:solidFill>
                  <a:srgbClr val="4D3A2F"/>
                </a:solidFill>
                <a:latin typeface="Calibri" panose="020F0502020204030204" pitchFamily="34" charset="0"/>
                <a:cs typeface="Franklin Gothic Book"/>
              </a:rPr>
              <a:t>t</a:t>
            </a:r>
            <a:r>
              <a:rPr sz="2800" spc="-15" dirty="0">
                <a:solidFill>
                  <a:srgbClr val="4D3A2F"/>
                </a:solidFill>
                <a:latin typeface="Calibri" panose="020F0502020204030204" pitchFamily="34" charset="0"/>
                <a:cs typeface="Franklin Gothic Book"/>
              </a:rPr>
              <a:t>i</a:t>
            </a:r>
            <a:r>
              <a:rPr sz="2800" spc="-20" dirty="0">
                <a:solidFill>
                  <a:srgbClr val="4D3A2F"/>
                </a:solidFill>
                <a:latin typeface="Calibri" panose="020F0502020204030204" pitchFamily="34" charset="0"/>
                <a:cs typeface="Franklin Gothic Book"/>
              </a:rPr>
              <a:t>n</a:t>
            </a:r>
            <a:r>
              <a:rPr sz="2800" dirty="0">
                <a:solidFill>
                  <a:srgbClr val="4D3A2F"/>
                </a:solidFill>
                <a:latin typeface="Calibri" panose="020F0502020204030204" pitchFamily="34" charset="0"/>
                <a:cs typeface="Franklin Gothic Book"/>
              </a:rPr>
              <a:t>g	</a:t>
            </a:r>
            <a:r>
              <a:rPr sz="2800" spc="-5" dirty="0">
                <a:solidFill>
                  <a:srgbClr val="4D3A2F"/>
                </a:solidFill>
                <a:latin typeface="Calibri" panose="020F0502020204030204" pitchFamily="34" charset="0"/>
                <a:cs typeface="Franklin Gothic Book"/>
              </a:rPr>
              <a:t>9%</a:t>
            </a:r>
            <a:endParaRPr sz="2800" dirty="0">
              <a:solidFill>
                <a:prstClr val="black"/>
              </a:solidFill>
              <a:latin typeface="Calibri" panose="020F0502020204030204" pitchFamily="34" charset="0"/>
              <a:cs typeface="Franklin Gothic Book"/>
            </a:endParaRPr>
          </a:p>
        </p:txBody>
      </p:sp>
      <p:sp>
        <p:nvSpPr>
          <p:cNvPr id="4" name="object 4"/>
          <p:cNvSpPr/>
          <p:nvPr/>
        </p:nvSpPr>
        <p:spPr>
          <a:xfrm>
            <a:off x="4067944" y="3284984"/>
            <a:ext cx="1943100" cy="575310"/>
          </a:xfrm>
          <a:custGeom>
            <a:avLst/>
            <a:gdLst/>
            <a:ahLst/>
            <a:cxnLst/>
            <a:rect l="l" t="t" r="r" b="b"/>
            <a:pathLst>
              <a:path w="1943100" h="575310">
                <a:moveTo>
                  <a:pt x="0" y="288289"/>
                </a:moveTo>
                <a:lnTo>
                  <a:pt x="1269" y="273050"/>
                </a:lnTo>
                <a:lnTo>
                  <a:pt x="5079" y="257810"/>
                </a:lnTo>
                <a:lnTo>
                  <a:pt x="33019" y="213360"/>
                </a:lnTo>
                <a:lnTo>
                  <a:pt x="64769" y="184150"/>
                </a:lnTo>
                <a:lnTo>
                  <a:pt x="105409" y="157480"/>
                </a:lnTo>
                <a:lnTo>
                  <a:pt x="156209" y="130810"/>
                </a:lnTo>
                <a:lnTo>
                  <a:pt x="215900" y="106680"/>
                </a:lnTo>
                <a:lnTo>
                  <a:pt x="284479" y="83819"/>
                </a:lnTo>
                <a:lnTo>
                  <a:pt x="321309" y="73660"/>
                </a:lnTo>
                <a:lnTo>
                  <a:pt x="359409" y="64769"/>
                </a:lnTo>
                <a:lnTo>
                  <a:pt x="400050" y="54610"/>
                </a:lnTo>
                <a:lnTo>
                  <a:pt x="441959" y="46989"/>
                </a:lnTo>
                <a:lnTo>
                  <a:pt x="485139" y="38100"/>
                </a:lnTo>
                <a:lnTo>
                  <a:pt x="530859" y="31750"/>
                </a:lnTo>
                <a:lnTo>
                  <a:pt x="576579" y="25400"/>
                </a:lnTo>
                <a:lnTo>
                  <a:pt x="623569" y="19050"/>
                </a:lnTo>
                <a:lnTo>
                  <a:pt x="671829" y="13969"/>
                </a:lnTo>
                <a:lnTo>
                  <a:pt x="720089" y="10160"/>
                </a:lnTo>
                <a:lnTo>
                  <a:pt x="769619" y="6350"/>
                </a:lnTo>
                <a:lnTo>
                  <a:pt x="819150" y="3810"/>
                </a:lnTo>
                <a:lnTo>
                  <a:pt x="869950" y="1269"/>
                </a:lnTo>
                <a:lnTo>
                  <a:pt x="920750" y="0"/>
                </a:lnTo>
                <a:lnTo>
                  <a:pt x="971550" y="0"/>
                </a:lnTo>
                <a:lnTo>
                  <a:pt x="1022350" y="0"/>
                </a:lnTo>
                <a:lnTo>
                  <a:pt x="1073150" y="1269"/>
                </a:lnTo>
                <a:lnTo>
                  <a:pt x="1123950" y="3810"/>
                </a:lnTo>
                <a:lnTo>
                  <a:pt x="1173479" y="6350"/>
                </a:lnTo>
                <a:lnTo>
                  <a:pt x="1223009" y="10160"/>
                </a:lnTo>
                <a:lnTo>
                  <a:pt x="1271269" y="13969"/>
                </a:lnTo>
                <a:lnTo>
                  <a:pt x="1319529" y="19050"/>
                </a:lnTo>
                <a:lnTo>
                  <a:pt x="1366519" y="25400"/>
                </a:lnTo>
                <a:lnTo>
                  <a:pt x="1412239" y="31750"/>
                </a:lnTo>
                <a:lnTo>
                  <a:pt x="1457959" y="38100"/>
                </a:lnTo>
                <a:lnTo>
                  <a:pt x="1501139" y="46989"/>
                </a:lnTo>
                <a:lnTo>
                  <a:pt x="1543050" y="54610"/>
                </a:lnTo>
                <a:lnTo>
                  <a:pt x="1583689" y="64769"/>
                </a:lnTo>
                <a:lnTo>
                  <a:pt x="1621789" y="73660"/>
                </a:lnTo>
                <a:lnTo>
                  <a:pt x="1658619" y="83819"/>
                </a:lnTo>
                <a:lnTo>
                  <a:pt x="1727200" y="106680"/>
                </a:lnTo>
                <a:lnTo>
                  <a:pt x="1786889" y="130810"/>
                </a:lnTo>
                <a:lnTo>
                  <a:pt x="1837689" y="157480"/>
                </a:lnTo>
                <a:lnTo>
                  <a:pt x="1878329" y="184150"/>
                </a:lnTo>
                <a:lnTo>
                  <a:pt x="1910079" y="213360"/>
                </a:lnTo>
                <a:lnTo>
                  <a:pt x="1938019" y="257810"/>
                </a:lnTo>
                <a:lnTo>
                  <a:pt x="1943100" y="288289"/>
                </a:lnTo>
                <a:lnTo>
                  <a:pt x="1931669" y="332739"/>
                </a:lnTo>
                <a:lnTo>
                  <a:pt x="1896109" y="377189"/>
                </a:lnTo>
                <a:lnTo>
                  <a:pt x="1859279" y="405130"/>
                </a:lnTo>
                <a:lnTo>
                  <a:pt x="1812289" y="431800"/>
                </a:lnTo>
                <a:lnTo>
                  <a:pt x="1757679" y="457200"/>
                </a:lnTo>
                <a:lnTo>
                  <a:pt x="1694179" y="480060"/>
                </a:lnTo>
                <a:lnTo>
                  <a:pt x="1621789" y="501650"/>
                </a:lnTo>
                <a:lnTo>
                  <a:pt x="1583689" y="511810"/>
                </a:lnTo>
                <a:lnTo>
                  <a:pt x="1543050" y="520700"/>
                </a:lnTo>
                <a:lnTo>
                  <a:pt x="1501139" y="528319"/>
                </a:lnTo>
                <a:lnTo>
                  <a:pt x="1457959" y="537210"/>
                </a:lnTo>
                <a:lnTo>
                  <a:pt x="1412239" y="543560"/>
                </a:lnTo>
                <a:lnTo>
                  <a:pt x="1366519" y="549910"/>
                </a:lnTo>
                <a:lnTo>
                  <a:pt x="1319529" y="556260"/>
                </a:lnTo>
                <a:lnTo>
                  <a:pt x="1271269" y="561339"/>
                </a:lnTo>
                <a:lnTo>
                  <a:pt x="1223009" y="565150"/>
                </a:lnTo>
                <a:lnTo>
                  <a:pt x="1173479" y="568960"/>
                </a:lnTo>
                <a:lnTo>
                  <a:pt x="1123950" y="571500"/>
                </a:lnTo>
                <a:lnTo>
                  <a:pt x="1073150" y="574039"/>
                </a:lnTo>
                <a:lnTo>
                  <a:pt x="1022350" y="575310"/>
                </a:lnTo>
                <a:lnTo>
                  <a:pt x="971550" y="575310"/>
                </a:lnTo>
                <a:lnTo>
                  <a:pt x="920750" y="574039"/>
                </a:lnTo>
                <a:lnTo>
                  <a:pt x="869950" y="574039"/>
                </a:lnTo>
                <a:lnTo>
                  <a:pt x="819150" y="571500"/>
                </a:lnTo>
                <a:lnTo>
                  <a:pt x="769619" y="568960"/>
                </a:lnTo>
                <a:lnTo>
                  <a:pt x="720089" y="565150"/>
                </a:lnTo>
                <a:lnTo>
                  <a:pt x="671829" y="561339"/>
                </a:lnTo>
                <a:lnTo>
                  <a:pt x="623569" y="556260"/>
                </a:lnTo>
                <a:lnTo>
                  <a:pt x="576579" y="549910"/>
                </a:lnTo>
                <a:lnTo>
                  <a:pt x="530859" y="543560"/>
                </a:lnTo>
                <a:lnTo>
                  <a:pt x="486409" y="535939"/>
                </a:lnTo>
                <a:lnTo>
                  <a:pt x="443229" y="528319"/>
                </a:lnTo>
                <a:lnTo>
                  <a:pt x="400050" y="520700"/>
                </a:lnTo>
                <a:lnTo>
                  <a:pt x="360679" y="510539"/>
                </a:lnTo>
                <a:lnTo>
                  <a:pt x="321309" y="501650"/>
                </a:lnTo>
                <a:lnTo>
                  <a:pt x="284479" y="490219"/>
                </a:lnTo>
                <a:lnTo>
                  <a:pt x="217169" y="468630"/>
                </a:lnTo>
                <a:lnTo>
                  <a:pt x="156209" y="444500"/>
                </a:lnTo>
                <a:lnTo>
                  <a:pt x="105409" y="417830"/>
                </a:lnTo>
                <a:lnTo>
                  <a:pt x="64769" y="391160"/>
                </a:lnTo>
                <a:lnTo>
                  <a:pt x="33019" y="361950"/>
                </a:lnTo>
                <a:lnTo>
                  <a:pt x="5079" y="317500"/>
                </a:lnTo>
                <a:lnTo>
                  <a:pt x="0" y="288289"/>
                </a:lnTo>
                <a:close/>
              </a:path>
            </a:pathLst>
          </a:custGeom>
          <a:ln w="25518">
            <a:solidFill>
              <a:srgbClr val="FF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5" name="object 5"/>
          <p:cNvSpPr/>
          <p:nvPr/>
        </p:nvSpPr>
        <p:spPr>
          <a:xfrm>
            <a:off x="3995420" y="3644900"/>
            <a:ext cx="0" cy="0"/>
          </a:xfrm>
          <a:custGeom>
            <a:avLst/>
            <a:gdLst/>
            <a:ahLst/>
            <a:cxnLst/>
            <a:rect l="l" t="t" r="r" b="b"/>
            <a:pathLst>
              <a:path>
                <a:moveTo>
                  <a:pt x="0" y="0"/>
                </a:moveTo>
                <a:lnTo>
                  <a:pt x="0" y="0"/>
                </a:lnTo>
              </a:path>
            </a:pathLst>
          </a:custGeom>
          <a:ln w="25518">
            <a:solidFill>
              <a:srgbClr val="FF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6" name="object 6"/>
          <p:cNvSpPr/>
          <p:nvPr/>
        </p:nvSpPr>
        <p:spPr>
          <a:xfrm>
            <a:off x="5939790" y="4220209"/>
            <a:ext cx="0" cy="0"/>
          </a:xfrm>
          <a:custGeom>
            <a:avLst/>
            <a:gdLst/>
            <a:ahLst/>
            <a:cxnLst/>
            <a:rect l="l" t="t" r="r" b="b"/>
            <a:pathLst>
              <a:path>
                <a:moveTo>
                  <a:pt x="0" y="0"/>
                </a:moveTo>
                <a:lnTo>
                  <a:pt x="0" y="0"/>
                </a:lnTo>
              </a:path>
            </a:pathLst>
          </a:custGeom>
          <a:ln w="25518">
            <a:solidFill>
              <a:srgbClr val="FF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7" name="object 7"/>
          <p:cNvSpPr txBox="1"/>
          <p:nvPr/>
        </p:nvSpPr>
        <p:spPr>
          <a:xfrm>
            <a:off x="6343308" y="3298207"/>
            <a:ext cx="1820545" cy="559435"/>
          </a:xfrm>
          <a:prstGeom prst="rect">
            <a:avLst/>
          </a:prstGeom>
        </p:spPr>
        <p:txBody>
          <a:bodyPr vert="horz" wrap="square" lIns="0" tIns="0" rIns="0" bIns="0" rtlCol="0">
            <a:spAutoFit/>
          </a:bodyPr>
          <a:lstStyle/>
          <a:p>
            <a:pPr marL="12700" marR="6350" fontAlgn="auto">
              <a:spcBef>
                <a:spcPts val="0"/>
              </a:spcBef>
              <a:spcAft>
                <a:spcPts val="0"/>
              </a:spcAft>
            </a:pPr>
            <a:r>
              <a:rPr spc="-5" dirty="0">
                <a:solidFill>
                  <a:srgbClr val="FF0000"/>
                </a:solidFill>
                <a:latin typeface="Calibri" panose="020F0502020204030204" pitchFamily="34" charset="0"/>
                <a:cs typeface="Arial"/>
              </a:rPr>
              <a:t>Sc</a:t>
            </a:r>
            <a:r>
              <a:rPr spc="-10" dirty="0">
                <a:solidFill>
                  <a:srgbClr val="FF0000"/>
                </a:solidFill>
                <a:latin typeface="Calibri" panose="020F0502020204030204" pitchFamily="34" charset="0"/>
                <a:cs typeface="Arial"/>
              </a:rPr>
              <a:t>i</a:t>
            </a:r>
            <a:r>
              <a:rPr spc="-5" dirty="0">
                <a:solidFill>
                  <a:srgbClr val="FF0000"/>
                </a:solidFill>
                <a:latin typeface="Calibri" panose="020F0502020204030204" pitchFamily="34" charset="0"/>
                <a:cs typeface="Arial"/>
              </a:rPr>
              <a:t>e</a:t>
            </a:r>
            <a:r>
              <a:rPr spc="-15" dirty="0">
                <a:solidFill>
                  <a:srgbClr val="FF0000"/>
                </a:solidFill>
                <a:latin typeface="Calibri" panose="020F0502020204030204" pitchFamily="34" charset="0"/>
                <a:cs typeface="Arial"/>
              </a:rPr>
              <a:t>n</a:t>
            </a:r>
            <a:r>
              <a:rPr dirty="0">
                <a:solidFill>
                  <a:srgbClr val="FF0000"/>
                </a:solidFill>
                <a:latin typeface="Calibri" panose="020F0502020204030204" pitchFamily="34" charset="0"/>
                <a:cs typeface="Arial"/>
              </a:rPr>
              <a:t>t</a:t>
            </a:r>
            <a:r>
              <a:rPr spc="-5" dirty="0">
                <a:solidFill>
                  <a:srgbClr val="FF0000"/>
                </a:solidFill>
                <a:latin typeface="Calibri" panose="020F0502020204030204" pitchFamily="34" charset="0"/>
                <a:cs typeface="Arial"/>
              </a:rPr>
              <a:t>if</a:t>
            </a:r>
            <a:r>
              <a:rPr spc="-15" dirty="0">
                <a:solidFill>
                  <a:srgbClr val="FF0000"/>
                </a:solidFill>
                <a:latin typeface="Calibri" panose="020F0502020204030204" pitchFamily="34" charset="0"/>
                <a:cs typeface="Arial"/>
              </a:rPr>
              <a:t>i</a:t>
            </a:r>
            <a:r>
              <a:rPr spc="5" dirty="0">
                <a:solidFill>
                  <a:srgbClr val="FF0000"/>
                </a:solidFill>
                <a:latin typeface="Calibri" panose="020F0502020204030204" pitchFamily="34" charset="0"/>
                <a:cs typeface="Arial"/>
              </a:rPr>
              <a:t>c</a:t>
            </a:r>
            <a:r>
              <a:rPr spc="-15" dirty="0">
                <a:solidFill>
                  <a:srgbClr val="FF0000"/>
                </a:solidFill>
                <a:latin typeface="Calibri" panose="020F0502020204030204" pitchFamily="34" charset="0"/>
                <a:cs typeface="Arial"/>
              </a:rPr>
              <a:t>a</a:t>
            </a:r>
            <a:r>
              <a:rPr spc="-5" dirty="0">
                <a:solidFill>
                  <a:srgbClr val="FF0000"/>
                </a:solidFill>
                <a:latin typeface="Calibri" panose="020F0502020204030204" pitchFamily="34" charset="0"/>
                <a:cs typeface="Arial"/>
              </a:rPr>
              <a:t>l</a:t>
            </a:r>
            <a:r>
              <a:rPr spc="-10" dirty="0">
                <a:solidFill>
                  <a:srgbClr val="FF0000"/>
                </a:solidFill>
                <a:latin typeface="Calibri" panose="020F0502020204030204" pitchFamily="34" charset="0"/>
                <a:cs typeface="Arial"/>
              </a:rPr>
              <a:t>l</a:t>
            </a:r>
            <a:r>
              <a:rPr dirty="0">
                <a:solidFill>
                  <a:srgbClr val="FF0000"/>
                </a:solidFill>
                <a:latin typeface="Calibri" panose="020F0502020204030204" pitchFamily="34" charset="0"/>
                <a:cs typeface="Arial"/>
              </a:rPr>
              <a:t>y</a:t>
            </a:r>
            <a:r>
              <a:rPr spc="-25" dirty="0">
                <a:solidFill>
                  <a:srgbClr val="FF0000"/>
                </a:solidFill>
                <a:latin typeface="Calibri" panose="020F0502020204030204" pitchFamily="34" charset="0"/>
                <a:cs typeface="Arial"/>
              </a:rPr>
              <a:t> </a:t>
            </a:r>
            <a:r>
              <a:rPr spc="-5" dirty="0">
                <a:solidFill>
                  <a:srgbClr val="FF0000"/>
                </a:solidFill>
                <a:latin typeface="Calibri" panose="020F0502020204030204" pitchFamily="34" charset="0"/>
                <a:cs typeface="Arial"/>
              </a:rPr>
              <a:t>l</a:t>
            </a:r>
            <a:r>
              <a:rPr spc="-15" dirty="0">
                <a:solidFill>
                  <a:srgbClr val="FF0000"/>
                </a:solidFill>
                <a:latin typeface="Calibri" panose="020F0502020204030204" pitchFamily="34" charset="0"/>
                <a:cs typeface="Arial"/>
              </a:rPr>
              <a:t>east</a:t>
            </a:r>
            <a:r>
              <a:rPr spc="-10" dirty="0">
                <a:solidFill>
                  <a:srgbClr val="FF0000"/>
                </a:solidFill>
                <a:latin typeface="Calibri" panose="020F0502020204030204" pitchFamily="34" charset="0"/>
                <a:cs typeface="Arial"/>
              </a:rPr>
              <a:t> </a:t>
            </a:r>
            <a:r>
              <a:rPr spc="-15" dirty="0">
                <a:solidFill>
                  <a:srgbClr val="FF0000"/>
                </a:solidFill>
                <a:latin typeface="Calibri" panose="020F0502020204030204" pitchFamily="34" charset="0"/>
                <a:cs typeface="Arial"/>
              </a:rPr>
              <a:t>u</a:t>
            </a:r>
            <a:r>
              <a:rPr spc="-5" dirty="0">
                <a:solidFill>
                  <a:srgbClr val="FF0000"/>
                </a:solidFill>
                <a:latin typeface="Calibri" panose="020F0502020204030204" pitchFamily="34" charset="0"/>
                <a:cs typeface="Arial"/>
              </a:rPr>
              <a:t>n</a:t>
            </a:r>
            <a:r>
              <a:rPr spc="-15" dirty="0">
                <a:solidFill>
                  <a:srgbClr val="FF0000"/>
                </a:solidFill>
                <a:latin typeface="Calibri" panose="020F0502020204030204" pitchFamily="34" charset="0"/>
                <a:cs typeface="Arial"/>
              </a:rPr>
              <a:t>d</a:t>
            </a:r>
            <a:r>
              <a:rPr spc="-5" dirty="0">
                <a:solidFill>
                  <a:srgbClr val="FF0000"/>
                </a:solidFill>
                <a:latin typeface="Calibri" panose="020F0502020204030204" pitchFamily="34" charset="0"/>
                <a:cs typeface="Arial"/>
              </a:rPr>
              <a:t>erstood</a:t>
            </a:r>
            <a:endParaRPr dirty="0">
              <a:solidFill>
                <a:srgbClr val="FF0000"/>
              </a:solidFill>
              <a:latin typeface="Calibri" panose="020F0502020204030204" pitchFamily="34" charset="0"/>
              <a:cs typeface="Arial"/>
            </a:endParaRPr>
          </a:p>
        </p:txBody>
      </p:sp>
      <p:sp>
        <p:nvSpPr>
          <p:cNvPr id="10" name="object 10"/>
          <p:cNvSpPr/>
          <p:nvPr/>
        </p:nvSpPr>
        <p:spPr>
          <a:xfrm>
            <a:off x="96519" y="6183629"/>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1" name="object 11"/>
          <p:cNvSpPr/>
          <p:nvPr/>
        </p:nvSpPr>
        <p:spPr>
          <a:xfrm>
            <a:off x="581659" y="6708140"/>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2"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a:p>
        </p:txBody>
      </p:sp>
      <p:sp>
        <p:nvSpPr>
          <p:cNvPr id="14" name="Slide Number Placeholder 13">
            <a:extLst>
              <a:ext uri="{FF2B5EF4-FFF2-40B4-BE49-F238E27FC236}">
                <a16:creationId xmlns:a16="http://schemas.microsoft.com/office/drawing/2014/main" id="{9FC33178-FE5A-4D21-A801-D3AA2B0B77C8}"/>
              </a:ext>
            </a:extLst>
          </p:cNvPr>
          <p:cNvSpPr>
            <a:spLocks noGrp="1"/>
          </p:cNvSpPr>
          <p:nvPr>
            <p:ph type="sldNum" sz="quarter" idx="12"/>
          </p:nvPr>
        </p:nvSpPr>
        <p:spPr/>
        <p:txBody>
          <a:bodyPr/>
          <a:lstStyle/>
          <a:p>
            <a:fld id="{E31375A4-56A4-47D6-9801-1991572033F7}" type="slidenum">
              <a:rPr lang="en-US" smtClean="0">
                <a:solidFill>
                  <a:prstClr val="black"/>
                </a:solidFill>
              </a:rPr>
              <a:pPr/>
              <a:t>30</a:t>
            </a:fld>
            <a:endParaRPr lang="en-US">
              <a:solidFill>
                <a:prstClr val="black"/>
              </a:solidFill>
            </a:endParaRPr>
          </a:p>
        </p:txBody>
      </p:sp>
      <p:sp>
        <p:nvSpPr>
          <p:cNvPr id="8" name="Date Placeholder 7">
            <a:extLst>
              <a:ext uri="{FF2B5EF4-FFF2-40B4-BE49-F238E27FC236}">
                <a16:creationId xmlns:a16="http://schemas.microsoft.com/office/drawing/2014/main" id="{DFE234EA-DBE2-5BF2-8032-A17790BFE76A}"/>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3893318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1550" y="-78066"/>
            <a:ext cx="7200900" cy="1046439"/>
          </a:xfrm>
          <a:prstGeom prst="rect">
            <a:avLst/>
          </a:prstGeom>
        </p:spPr>
        <p:txBody>
          <a:bodyPr vert="horz" wrap="square" lIns="0" tIns="365759" rIns="0" bIns="0" rtlCol="0">
            <a:spAutoFit/>
          </a:bodyPr>
          <a:lstStyle/>
          <a:p>
            <a:pPr marL="12700" algn="ctr">
              <a:lnSpc>
                <a:spcPct val="100000"/>
              </a:lnSpc>
            </a:pPr>
            <a:r>
              <a:rPr lang="en-US" sz="4400" dirty="0">
                <a:latin typeface="Calibri" panose="020F0502020204030204" pitchFamily="34" charset="0"/>
              </a:rPr>
              <a:t>Communication concepts</a:t>
            </a:r>
            <a:endParaRPr sz="4400" dirty="0">
              <a:latin typeface="Calibri" panose="020F0502020204030204" pitchFamily="34" charset="0"/>
            </a:endParaRPr>
          </a:p>
        </p:txBody>
      </p:sp>
      <p:sp>
        <p:nvSpPr>
          <p:cNvPr id="7" name="object 7"/>
          <p:cNvSpPr txBox="1">
            <a:spLocks noGrp="1"/>
          </p:cNvSpPr>
          <p:nvPr>
            <p:ph idx="1"/>
          </p:nvPr>
        </p:nvSpPr>
        <p:spPr>
          <a:xfrm>
            <a:off x="179389" y="1412776"/>
            <a:ext cx="7920930" cy="4358936"/>
          </a:xfrm>
          <a:prstGeom prst="rect">
            <a:avLst/>
          </a:prstGeom>
        </p:spPr>
        <p:txBody>
          <a:bodyPr vert="horz" wrap="square" lIns="0" tIns="1522780" rIns="0" bIns="0" rtlCol="0">
            <a:spAutoFit/>
          </a:bodyPr>
          <a:lstStyle/>
          <a:p>
            <a:pPr marL="491490" marR="58419">
              <a:lnSpc>
                <a:spcPct val="100400"/>
              </a:lnSpc>
            </a:pPr>
            <a:r>
              <a:rPr lang="en-US" sz="2000" b="1" spc="-20" dirty="0">
                <a:latin typeface="Calibri" panose="020F0502020204030204" pitchFamily="34" charset="0"/>
                <a:cs typeface="Franklin Gothic Book"/>
              </a:rPr>
              <a:t>A</a:t>
            </a:r>
            <a:r>
              <a:rPr lang="en-US" sz="2000" b="1" spc="-5" dirty="0">
                <a:latin typeface="Calibri" panose="020F0502020204030204" pitchFamily="34" charset="0"/>
                <a:cs typeface="Franklin Gothic Book"/>
              </a:rPr>
              <a:t>c</a:t>
            </a:r>
            <a:r>
              <a:rPr lang="en-US" sz="2000" b="1" dirty="0">
                <a:latin typeface="Calibri" panose="020F0502020204030204" pitchFamily="34" charset="0"/>
                <a:cs typeface="Franklin Gothic Book"/>
              </a:rPr>
              <a:t>t</a:t>
            </a:r>
            <a:r>
              <a:rPr lang="en-US" sz="2000" b="1" spc="-5" dirty="0">
                <a:latin typeface="Calibri" panose="020F0502020204030204" pitchFamily="34" charset="0"/>
                <a:cs typeface="Franklin Gothic Book"/>
              </a:rPr>
              <a:t>i</a:t>
            </a:r>
            <a:r>
              <a:rPr lang="en-US" sz="2000" b="1" spc="-25" dirty="0">
                <a:latin typeface="Calibri" panose="020F0502020204030204" pitchFamily="34" charset="0"/>
                <a:cs typeface="Franklin Gothic Book"/>
              </a:rPr>
              <a:t>v</a:t>
            </a:r>
            <a:r>
              <a:rPr lang="en-US" sz="2000" b="1" spc="-15" dirty="0">
                <a:latin typeface="Calibri" panose="020F0502020204030204" pitchFamily="34" charset="0"/>
                <a:cs typeface="Franklin Gothic Book"/>
              </a:rPr>
              <a:t>e</a:t>
            </a:r>
            <a:r>
              <a:rPr lang="en-US" sz="2000" b="1" spc="25" dirty="0">
                <a:latin typeface="Calibri" panose="020F0502020204030204" pitchFamily="34" charset="0"/>
                <a:cs typeface="Franklin Gothic Book"/>
              </a:rPr>
              <a:t> L</a:t>
            </a:r>
            <a:r>
              <a:rPr lang="en-US" sz="2000" b="1" spc="5" dirty="0">
                <a:latin typeface="Calibri" panose="020F0502020204030204" pitchFamily="34" charset="0"/>
                <a:cs typeface="Franklin Gothic Book"/>
              </a:rPr>
              <a:t>i</a:t>
            </a:r>
            <a:r>
              <a:rPr lang="en-US" sz="2000" b="1" spc="-10" dirty="0">
                <a:latin typeface="Calibri" panose="020F0502020204030204" pitchFamily="34" charset="0"/>
                <a:cs typeface="Franklin Gothic Book"/>
              </a:rPr>
              <a:t>s</a:t>
            </a:r>
            <a:r>
              <a:rPr lang="en-US" sz="2000" b="1" spc="-40" dirty="0">
                <a:latin typeface="Calibri" panose="020F0502020204030204" pitchFamily="34" charset="0"/>
                <a:cs typeface="Franklin Gothic Book"/>
              </a:rPr>
              <a:t>t</a:t>
            </a:r>
            <a:r>
              <a:rPr lang="en-US" sz="2000" b="1" dirty="0">
                <a:latin typeface="Calibri" panose="020F0502020204030204" pitchFamily="34" charset="0"/>
                <a:cs typeface="Franklin Gothic Book"/>
              </a:rPr>
              <a:t>e</a:t>
            </a:r>
            <a:r>
              <a:rPr lang="en-US" sz="2000" b="1" spc="-5" dirty="0">
                <a:latin typeface="Calibri" panose="020F0502020204030204" pitchFamily="34" charset="0"/>
                <a:cs typeface="Franklin Gothic Book"/>
              </a:rPr>
              <a:t>n</a:t>
            </a:r>
            <a:r>
              <a:rPr lang="en-US" sz="2000" b="1" spc="5" dirty="0">
                <a:latin typeface="Calibri" panose="020F0502020204030204" pitchFamily="34" charset="0"/>
                <a:cs typeface="Franklin Gothic Book"/>
              </a:rPr>
              <a:t>i</a:t>
            </a:r>
            <a:r>
              <a:rPr lang="en-US" sz="2000" b="1" spc="-5" dirty="0">
                <a:latin typeface="Calibri" panose="020F0502020204030204" pitchFamily="34" charset="0"/>
                <a:cs typeface="Franklin Gothic Book"/>
              </a:rPr>
              <a:t>n</a:t>
            </a:r>
            <a:r>
              <a:rPr lang="en-US" sz="2000" b="1" dirty="0">
                <a:latin typeface="Calibri" panose="020F0502020204030204" pitchFamily="34" charset="0"/>
                <a:cs typeface="Franklin Gothic Book"/>
              </a:rPr>
              <a:t>g</a:t>
            </a:r>
            <a:r>
              <a:rPr lang="en-US" sz="2000" b="1" spc="45" dirty="0">
                <a:latin typeface="Calibri" panose="020F0502020204030204" pitchFamily="34" charset="0"/>
                <a:cs typeface="Franklin Gothic Book"/>
              </a:rPr>
              <a:t> </a:t>
            </a:r>
            <a:r>
              <a:rPr lang="en-US" sz="2000" dirty="0">
                <a:latin typeface="Calibri" panose="020F0502020204030204" pitchFamily="34" charset="0"/>
              </a:rPr>
              <a:t>–</a:t>
            </a:r>
            <a:r>
              <a:rPr lang="en-US" sz="2000" spc="5" dirty="0">
                <a:latin typeface="Calibri" panose="020F0502020204030204" pitchFamily="34" charset="0"/>
              </a:rPr>
              <a:t> </a:t>
            </a:r>
            <a:r>
              <a:rPr lang="en-US" sz="2000" spc="-20" dirty="0">
                <a:latin typeface="Calibri" panose="020F0502020204030204" pitchFamily="34" charset="0"/>
              </a:rPr>
              <a:t>Th</a:t>
            </a:r>
            <a:r>
              <a:rPr lang="en-US" sz="2000" spc="-15" dirty="0">
                <a:latin typeface="Calibri" panose="020F0502020204030204" pitchFamily="34" charset="0"/>
              </a:rPr>
              <a:t>e</a:t>
            </a:r>
            <a:r>
              <a:rPr lang="en-US" sz="2000" spc="5" dirty="0">
                <a:latin typeface="Calibri" panose="020F0502020204030204" pitchFamily="34" charset="0"/>
              </a:rPr>
              <a:t> </a:t>
            </a:r>
            <a:r>
              <a:rPr lang="en-US" sz="2000" spc="-15" dirty="0">
                <a:latin typeface="Calibri" panose="020F0502020204030204" pitchFamily="34" charset="0"/>
              </a:rPr>
              <a:t>re</a:t>
            </a:r>
            <a:r>
              <a:rPr lang="en-US" sz="2000" spc="-5" dirty="0">
                <a:latin typeface="Calibri" panose="020F0502020204030204" pitchFamily="34" charset="0"/>
              </a:rPr>
              <a:t>cei</a:t>
            </a:r>
            <a:r>
              <a:rPr lang="en-US" sz="2000" spc="-45" dirty="0">
                <a:latin typeface="Calibri" panose="020F0502020204030204" pitchFamily="34" charset="0"/>
              </a:rPr>
              <a:t>v</a:t>
            </a:r>
            <a:r>
              <a:rPr lang="en-US" sz="2000" spc="-20" dirty="0">
                <a:latin typeface="Calibri" panose="020F0502020204030204" pitchFamily="34" charset="0"/>
              </a:rPr>
              <a:t>e</a:t>
            </a:r>
            <a:r>
              <a:rPr lang="en-US" sz="2000" spc="-10" dirty="0">
                <a:latin typeface="Calibri" panose="020F0502020204030204" pitchFamily="34" charset="0"/>
              </a:rPr>
              <a:t>r</a:t>
            </a:r>
            <a:r>
              <a:rPr lang="en-US" sz="2000" spc="5" dirty="0">
                <a:latin typeface="Calibri" panose="020F0502020204030204" pitchFamily="34" charset="0"/>
              </a:rPr>
              <a:t> </a:t>
            </a:r>
            <a:r>
              <a:rPr lang="en-US" sz="2000" spc="-5" dirty="0">
                <a:latin typeface="Calibri" panose="020F0502020204030204" pitchFamily="34" charset="0"/>
              </a:rPr>
              <a:t>c</a:t>
            </a:r>
            <a:r>
              <a:rPr lang="en-US" sz="2000" spc="-20" dirty="0">
                <a:latin typeface="Calibri" panose="020F0502020204030204" pitchFamily="34" charset="0"/>
              </a:rPr>
              <a:t>o</a:t>
            </a:r>
            <a:r>
              <a:rPr lang="en-US" sz="2000" spc="-15" dirty="0">
                <a:latin typeface="Calibri" panose="020F0502020204030204" pitchFamily="34" charset="0"/>
              </a:rPr>
              <a:t>n</a:t>
            </a:r>
            <a:r>
              <a:rPr lang="en-US" sz="2000" spc="-5" dirty="0">
                <a:latin typeface="Calibri" panose="020F0502020204030204" pitchFamily="34" charset="0"/>
              </a:rPr>
              <a:t>firm</a:t>
            </a:r>
            <a:r>
              <a:rPr lang="en-US" sz="2000" spc="-10" dirty="0">
                <a:latin typeface="Calibri" panose="020F0502020204030204" pitchFamily="34" charset="0"/>
              </a:rPr>
              <a:t>s</a:t>
            </a:r>
            <a:r>
              <a:rPr lang="en-US" sz="2000" dirty="0">
                <a:latin typeface="Calibri" panose="020F0502020204030204" pitchFamily="34" charset="0"/>
              </a:rPr>
              <a:t> </a:t>
            </a:r>
            <a:r>
              <a:rPr lang="en-US" sz="2000" spc="-20" dirty="0">
                <a:latin typeface="Calibri" panose="020F0502020204030204" pitchFamily="34" charset="0"/>
              </a:rPr>
              <a:t>t</a:t>
            </a:r>
            <a:r>
              <a:rPr lang="en-US" sz="2000" spc="-10" dirty="0">
                <a:latin typeface="Calibri" panose="020F0502020204030204" pitchFamily="34" charset="0"/>
              </a:rPr>
              <a:t>hat </a:t>
            </a:r>
            <a:r>
              <a:rPr lang="en-US" sz="2000" spc="-15" dirty="0">
                <a:latin typeface="Calibri" panose="020F0502020204030204" pitchFamily="34" charset="0"/>
              </a:rPr>
              <a:t>h</a:t>
            </a:r>
            <a:r>
              <a:rPr lang="en-US" sz="2000" spc="-10" dirty="0">
                <a:latin typeface="Calibri" panose="020F0502020204030204" pitchFamily="34" charset="0"/>
              </a:rPr>
              <a:t>e</a:t>
            </a:r>
            <a:r>
              <a:rPr lang="en-US" sz="2000" spc="-15" dirty="0">
                <a:latin typeface="Calibri" panose="020F0502020204030204" pitchFamily="34" charset="0"/>
              </a:rPr>
              <a:t>/</a:t>
            </a:r>
            <a:r>
              <a:rPr lang="en-US" sz="2000" spc="-20" dirty="0">
                <a:latin typeface="Calibri" panose="020F0502020204030204" pitchFamily="34" charset="0"/>
              </a:rPr>
              <a:t>s</a:t>
            </a:r>
            <a:r>
              <a:rPr lang="en-US" sz="2000" spc="-15" dirty="0">
                <a:latin typeface="Calibri" panose="020F0502020204030204" pitchFamily="34" charset="0"/>
              </a:rPr>
              <a:t>he</a:t>
            </a:r>
            <a:r>
              <a:rPr lang="en-US" sz="2000" spc="5" dirty="0">
                <a:latin typeface="Calibri" panose="020F0502020204030204" pitchFamily="34" charset="0"/>
              </a:rPr>
              <a:t> </a:t>
            </a:r>
            <a:r>
              <a:rPr lang="en-US" sz="2000" spc="-5" dirty="0">
                <a:latin typeface="Calibri" panose="020F0502020204030204" pitchFamily="34" charset="0"/>
              </a:rPr>
              <a:t>i</a:t>
            </a:r>
            <a:r>
              <a:rPr lang="en-US" sz="2000" dirty="0">
                <a:latin typeface="Calibri" panose="020F0502020204030204" pitchFamily="34" charset="0"/>
              </a:rPr>
              <a:t>s</a:t>
            </a:r>
            <a:r>
              <a:rPr lang="en-US" sz="2000" spc="-10" dirty="0">
                <a:latin typeface="Calibri" panose="020F0502020204030204" pitchFamily="34" charset="0"/>
              </a:rPr>
              <a:t> </a:t>
            </a:r>
            <a:r>
              <a:rPr lang="en-US" sz="2000" spc="-5" dirty="0">
                <a:latin typeface="Calibri" panose="020F0502020204030204" pitchFamily="34" charset="0"/>
              </a:rPr>
              <a:t>li</a:t>
            </a:r>
            <a:r>
              <a:rPr lang="en-US" sz="2000" spc="-10" dirty="0">
                <a:latin typeface="Calibri" panose="020F0502020204030204" pitchFamily="34" charset="0"/>
              </a:rPr>
              <a:t>s</a:t>
            </a:r>
            <a:r>
              <a:rPr lang="en-US" sz="2000" spc="-50" dirty="0">
                <a:latin typeface="Calibri" panose="020F0502020204030204" pitchFamily="34" charset="0"/>
              </a:rPr>
              <a:t>t</a:t>
            </a:r>
            <a:r>
              <a:rPr lang="en-US" sz="2000" spc="-20" dirty="0">
                <a:latin typeface="Calibri" panose="020F0502020204030204" pitchFamily="34" charset="0"/>
              </a:rPr>
              <a:t>e</a:t>
            </a:r>
            <a:r>
              <a:rPr lang="en-US" sz="2000" spc="-15" dirty="0">
                <a:latin typeface="Calibri" panose="020F0502020204030204" pitchFamily="34" charset="0"/>
              </a:rPr>
              <a:t>n</a:t>
            </a:r>
            <a:r>
              <a:rPr lang="en-US" sz="2000" spc="-5" dirty="0">
                <a:latin typeface="Calibri" panose="020F0502020204030204" pitchFamily="34" charset="0"/>
              </a:rPr>
              <a:t>i</a:t>
            </a:r>
            <a:r>
              <a:rPr lang="en-US" sz="2000" dirty="0">
                <a:latin typeface="Calibri" panose="020F0502020204030204" pitchFamily="34" charset="0"/>
              </a:rPr>
              <a:t>ng</a:t>
            </a:r>
            <a:r>
              <a:rPr lang="en-US" sz="2000" spc="5" dirty="0">
                <a:latin typeface="Calibri" panose="020F0502020204030204" pitchFamily="34" charset="0"/>
              </a:rPr>
              <a:t> </a:t>
            </a:r>
            <a:r>
              <a:rPr lang="en-US" sz="2000" spc="-35" dirty="0">
                <a:latin typeface="Calibri" panose="020F0502020204030204" pitchFamily="34" charset="0"/>
              </a:rPr>
              <a:t>b</a:t>
            </a:r>
            <a:r>
              <a:rPr lang="en-US" sz="2000" dirty="0">
                <a:latin typeface="Calibri" panose="020F0502020204030204" pitchFamily="34" charset="0"/>
              </a:rPr>
              <a:t>y </a:t>
            </a:r>
            <a:r>
              <a:rPr lang="en-US" sz="2000" spc="-15" dirty="0">
                <a:latin typeface="Calibri" panose="020F0502020204030204" pitchFamily="34" charset="0"/>
              </a:rPr>
              <a:t>a</a:t>
            </a:r>
            <a:r>
              <a:rPr lang="en-US" sz="2000" spc="5" dirty="0">
                <a:latin typeface="Calibri" panose="020F0502020204030204" pitchFamily="34" charset="0"/>
              </a:rPr>
              <a:t>g</a:t>
            </a:r>
            <a:r>
              <a:rPr lang="en-US" sz="2000" spc="-15" dirty="0">
                <a:latin typeface="Calibri" panose="020F0502020204030204" pitchFamily="34" charset="0"/>
              </a:rPr>
              <a:t>reein</a:t>
            </a:r>
            <a:r>
              <a:rPr lang="en-US" sz="2000" dirty="0">
                <a:latin typeface="Calibri" panose="020F0502020204030204" pitchFamily="34" charset="0"/>
              </a:rPr>
              <a:t>g </a:t>
            </a:r>
            <a:r>
              <a:rPr lang="en-US" sz="2000" spc="-15" dirty="0">
                <a:latin typeface="Calibri" panose="020F0502020204030204" pitchFamily="34" charset="0"/>
              </a:rPr>
              <a:t>and/o</a:t>
            </a:r>
            <a:r>
              <a:rPr lang="en-US" sz="2000" spc="-10" dirty="0">
                <a:latin typeface="Calibri" panose="020F0502020204030204" pitchFamily="34" charset="0"/>
              </a:rPr>
              <a:t>r</a:t>
            </a:r>
            <a:r>
              <a:rPr lang="en-US" sz="2000" spc="-5" dirty="0">
                <a:latin typeface="Calibri" panose="020F0502020204030204" pitchFamily="34" charset="0"/>
              </a:rPr>
              <a:t> </a:t>
            </a:r>
            <a:r>
              <a:rPr lang="en-US" sz="2000" spc="-10" dirty="0">
                <a:latin typeface="Calibri" panose="020F0502020204030204" pitchFamily="34" charset="0"/>
              </a:rPr>
              <a:t>as</a:t>
            </a:r>
            <a:r>
              <a:rPr lang="en-US" sz="2000" spc="-5" dirty="0">
                <a:latin typeface="Calibri" panose="020F0502020204030204" pitchFamily="34" charset="0"/>
              </a:rPr>
              <a:t>k</a:t>
            </a:r>
            <a:r>
              <a:rPr lang="en-US" sz="2000" spc="-10" dirty="0">
                <a:latin typeface="Calibri" panose="020F0502020204030204" pitchFamily="34" charset="0"/>
              </a:rPr>
              <a:t>i</a:t>
            </a:r>
            <a:r>
              <a:rPr lang="en-US" sz="2000" spc="-15" dirty="0">
                <a:latin typeface="Calibri" panose="020F0502020204030204" pitchFamily="34" charset="0"/>
              </a:rPr>
              <a:t>n</a:t>
            </a:r>
            <a:r>
              <a:rPr lang="en-US" sz="2000" dirty="0">
                <a:latin typeface="Calibri" panose="020F0502020204030204" pitchFamily="34" charset="0"/>
              </a:rPr>
              <a:t>g</a:t>
            </a:r>
            <a:r>
              <a:rPr lang="en-US" sz="2000" spc="5" dirty="0">
                <a:latin typeface="Calibri" panose="020F0502020204030204" pitchFamily="34" charset="0"/>
              </a:rPr>
              <a:t> </a:t>
            </a:r>
            <a:r>
              <a:rPr lang="en-US" sz="2000" spc="-60" dirty="0">
                <a:latin typeface="Calibri" panose="020F0502020204030204" pitchFamily="34" charset="0"/>
              </a:rPr>
              <a:t>f</a:t>
            </a:r>
            <a:r>
              <a:rPr lang="en-US" sz="2000" spc="-10" dirty="0">
                <a:latin typeface="Calibri" panose="020F0502020204030204" pitchFamily="34" charset="0"/>
              </a:rPr>
              <a:t>or</a:t>
            </a:r>
            <a:r>
              <a:rPr lang="en-US" sz="2000" spc="-5" dirty="0">
                <a:latin typeface="Calibri" panose="020F0502020204030204" pitchFamily="34" charset="0"/>
              </a:rPr>
              <a:t> </a:t>
            </a:r>
            <a:r>
              <a:rPr lang="en-US" sz="2000" spc="-15" dirty="0">
                <a:latin typeface="Calibri" panose="020F0502020204030204" pitchFamily="34" charset="0"/>
              </a:rPr>
              <a:t>cla</a:t>
            </a:r>
            <a:r>
              <a:rPr lang="en-US" sz="2000" spc="-5" dirty="0">
                <a:latin typeface="Calibri" panose="020F0502020204030204" pitchFamily="34" charset="0"/>
              </a:rPr>
              <a:t>rifi</a:t>
            </a:r>
            <a:r>
              <a:rPr lang="en-US" sz="2000" spc="5" dirty="0">
                <a:latin typeface="Calibri" panose="020F0502020204030204" pitchFamily="34" charset="0"/>
              </a:rPr>
              <a:t>c</a:t>
            </a:r>
            <a:r>
              <a:rPr lang="en-US" sz="2000" spc="-25" dirty="0">
                <a:latin typeface="Calibri" panose="020F0502020204030204" pitchFamily="34" charset="0"/>
              </a:rPr>
              <a:t>a</a:t>
            </a:r>
            <a:r>
              <a:rPr lang="en-US" sz="2000" spc="-10" dirty="0">
                <a:latin typeface="Calibri" panose="020F0502020204030204" pitchFamily="34" charset="0"/>
              </a:rPr>
              <a:t>tio</a:t>
            </a:r>
            <a:r>
              <a:rPr lang="en-US" sz="2000" spc="-15" dirty="0">
                <a:latin typeface="Calibri" panose="020F0502020204030204" pitchFamily="34" charset="0"/>
              </a:rPr>
              <a:t>n</a:t>
            </a:r>
            <a:r>
              <a:rPr lang="en-US" sz="2000" dirty="0">
                <a:latin typeface="Calibri" panose="020F0502020204030204" pitchFamily="34" charset="0"/>
              </a:rPr>
              <a:t>.</a:t>
            </a:r>
          </a:p>
          <a:p>
            <a:pPr marL="491490" marR="6350">
              <a:lnSpc>
                <a:spcPct val="100000"/>
              </a:lnSpc>
            </a:pPr>
            <a:r>
              <a:rPr lang="en-US" sz="2000" b="1" spc="-15" dirty="0">
                <a:latin typeface="Calibri" panose="020F0502020204030204" pitchFamily="34" charset="0"/>
                <a:cs typeface="Franklin Gothic Book"/>
              </a:rPr>
              <a:t>E</a:t>
            </a:r>
            <a:r>
              <a:rPr lang="en-US" sz="2000" b="1" spc="45" dirty="0">
                <a:latin typeface="Calibri" panose="020F0502020204030204" pitchFamily="34" charset="0"/>
                <a:cs typeface="Franklin Gothic Book"/>
              </a:rPr>
              <a:t>f</a:t>
            </a:r>
            <a:r>
              <a:rPr lang="en-US" sz="2000" b="1" spc="-40" dirty="0">
                <a:latin typeface="Calibri" panose="020F0502020204030204" pitchFamily="34" charset="0"/>
                <a:cs typeface="Franklin Gothic Book"/>
              </a:rPr>
              <a:t>f</a:t>
            </a:r>
            <a:r>
              <a:rPr lang="en-US" sz="2000" b="1" spc="-10" dirty="0">
                <a:latin typeface="Calibri" panose="020F0502020204030204" pitchFamily="34" charset="0"/>
                <a:cs typeface="Franklin Gothic Book"/>
              </a:rPr>
              <a:t>e</a:t>
            </a:r>
            <a:r>
              <a:rPr lang="en-US" sz="2000" b="1" spc="0" dirty="0">
                <a:latin typeface="Calibri" panose="020F0502020204030204" pitchFamily="34" charset="0"/>
                <a:cs typeface="Franklin Gothic Book"/>
              </a:rPr>
              <a:t>c</a:t>
            </a:r>
            <a:r>
              <a:rPr lang="en-US" sz="2000" b="1" spc="-10" dirty="0">
                <a:latin typeface="Calibri" panose="020F0502020204030204" pitchFamily="34" charset="0"/>
                <a:cs typeface="Franklin Gothic Book"/>
              </a:rPr>
              <a:t>t</a:t>
            </a:r>
            <a:r>
              <a:rPr lang="en-US" sz="2000" b="1" spc="5" dirty="0">
                <a:latin typeface="Calibri" panose="020F0502020204030204" pitchFamily="34" charset="0"/>
                <a:cs typeface="Franklin Gothic Book"/>
              </a:rPr>
              <a:t>i</a:t>
            </a:r>
            <a:r>
              <a:rPr lang="en-US" sz="2000" b="1" spc="-25" dirty="0">
                <a:latin typeface="Calibri" panose="020F0502020204030204" pitchFamily="34" charset="0"/>
                <a:cs typeface="Franklin Gothic Book"/>
              </a:rPr>
              <a:t>v</a:t>
            </a:r>
            <a:r>
              <a:rPr lang="en-US" sz="2000" b="1" spc="-15" dirty="0">
                <a:latin typeface="Calibri" panose="020F0502020204030204" pitchFamily="34" charset="0"/>
                <a:cs typeface="Franklin Gothic Book"/>
              </a:rPr>
              <a:t>e</a:t>
            </a:r>
            <a:r>
              <a:rPr lang="en-US" sz="2000" b="1" spc="25" dirty="0">
                <a:latin typeface="Calibri" panose="020F0502020204030204" pitchFamily="34" charset="0"/>
                <a:cs typeface="Franklin Gothic Book"/>
              </a:rPr>
              <a:t> </a:t>
            </a:r>
            <a:r>
              <a:rPr lang="en-US" sz="2000" b="1" spc="-5" dirty="0">
                <a:latin typeface="Calibri" panose="020F0502020204030204" pitchFamily="34" charset="0"/>
                <a:cs typeface="Franklin Gothic Book"/>
              </a:rPr>
              <a:t>L</a:t>
            </a:r>
            <a:r>
              <a:rPr lang="en-US" sz="2000" b="1" spc="15" dirty="0">
                <a:latin typeface="Calibri" panose="020F0502020204030204" pitchFamily="34" charset="0"/>
                <a:cs typeface="Franklin Gothic Book"/>
              </a:rPr>
              <a:t>i</a:t>
            </a:r>
            <a:r>
              <a:rPr lang="en-US" sz="2000" b="1" spc="-10" dirty="0">
                <a:latin typeface="Calibri" panose="020F0502020204030204" pitchFamily="34" charset="0"/>
                <a:cs typeface="Franklin Gothic Book"/>
              </a:rPr>
              <a:t>s</a:t>
            </a:r>
            <a:r>
              <a:rPr lang="en-US" sz="2000" b="1" spc="-40" dirty="0">
                <a:latin typeface="Calibri" panose="020F0502020204030204" pitchFamily="34" charset="0"/>
                <a:cs typeface="Franklin Gothic Book"/>
              </a:rPr>
              <a:t>t</a:t>
            </a:r>
            <a:r>
              <a:rPr lang="en-US" sz="2000" b="1" dirty="0">
                <a:latin typeface="Calibri" panose="020F0502020204030204" pitchFamily="34" charset="0"/>
                <a:cs typeface="Franklin Gothic Book"/>
              </a:rPr>
              <a:t>e</a:t>
            </a:r>
            <a:r>
              <a:rPr lang="en-US" sz="2000" b="1" spc="-5" dirty="0">
                <a:latin typeface="Calibri" panose="020F0502020204030204" pitchFamily="34" charset="0"/>
                <a:cs typeface="Franklin Gothic Book"/>
              </a:rPr>
              <a:t>n</a:t>
            </a:r>
            <a:r>
              <a:rPr lang="en-US" sz="2000" b="1" spc="5" dirty="0">
                <a:latin typeface="Calibri" panose="020F0502020204030204" pitchFamily="34" charset="0"/>
                <a:cs typeface="Franklin Gothic Book"/>
              </a:rPr>
              <a:t>i</a:t>
            </a:r>
            <a:r>
              <a:rPr lang="en-US" sz="2000" b="1" spc="-5" dirty="0">
                <a:latin typeface="Calibri" panose="020F0502020204030204" pitchFamily="34" charset="0"/>
                <a:cs typeface="Franklin Gothic Book"/>
              </a:rPr>
              <a:t>n</a:t>
            </a:r>
            <a:r>
              <a:rPr lang="en-US" sz="2000" b="1" dirty="0">
                <a:latin typeface="Calibri" panose="020F0502020204030204" pitchFamily="34" charset="0"/>
                <a:cs typeface="Franklin Gothic Book"/>
              </a:rPr>
              <a:t>g</a:t>
            </a:r>
            <a:r>
              <a:rPr lang="en-US" sz="2000" b="1" spc="45" dirty="0">
                <a:latin typeface="Calibri" panose="020F0502020204030204" pitchFamily="34" charset="0"/>
                <a:cs typeface="Franklin Gothic Book"/>
              </a:rPr>
              <a:t> </a:t>
            </a:r>
            <a:r>
              <a:rPr lang="en-US" sz="2000" dirty="0">
                <a:latin typeface="Calibri" panose="020F0502020204030204" pitchFamily="34" charset="0"/>
              </a:rPr>
              <a:t>–</a:t>
            </a:r>
            <a:r>
              <a:rPr lang="en-US" sz="2000" spc="5" dirty="0">
                <a:latin typeface="Calibri" panose="020F0502020204030204" pitchFamily="34" charset="0"/>
              </a:rPr>
              <a:t> </a:t>
            </a:r>
            <a:r>
              <a:rPr lang="en-US" sz="2000" spc="-35" dirty="0">
                <a:latin typeface="Calibri" panose="020F0502020204030204" pitchFamily="34" charset="0"/>
              </a:rPr>
              <a:t>W</a:t>
            </a:r>
            <a:r>
              <a:rPr lang="en-US" sz="2000" spc="-20" dirty="0">
                <a:latin typeface="Calibri" panose="020F0502020204030204" pitchFamily="34" charset="0"/>
              </a:rPr>
              <a:t>at</a:t>
            </a:r>
            <a:r>
              <a:rPr lang="en-US" sz="2000" spc="-5" dirty="0">
                <a:latin typeface="Calibri" panose="020F0502020204030204" pitchFamily="34" charset="0"/>
              </a:rPr>
              <a:t>c</a:t>
            </a:r>
            <a:r>
              <a:rPr lang="en-US" sz="2000" dirty="0">
                <a:latin typeface="Calibri" panose="020F0502020204030204" pitchFamily="34" charset="0"/>
              </a:rPr>
              <a:t>hing</a:t>
            </a:r>
            <a:r>
              <a:rPr lang="en-US" sz="2000" spc="5" dirty="0">
                <a:latin typeface="Calibri" panose="020F0502020204030204" pitchFamily="34" charset="0"/>
              </a:rPr>
              <a:t> </a:t>
            </a:r>
            <a:r>
              <a:rPr lang="en-US" sz="2000" spc="-20" dirty="0">
                <a:latin typeface="Calibri" panose="020F0502020204030204" pitchFamily="34" charset="0"/>
              </a:rPr>
              <a:t>th</a:t>
            </a:r>
            <a:r>
              <a:rPr lang="en-US" sz="2000" spc="-15" dirty="0">
                <a:latin typeface="Calibri" panose="020F0502020204030204" pitchFamily="34" charset="0"/>
              </a:rPr>
              <a:t>e</a:t>
            </a:r>
            <a:r>
              <a:rPr lang="en-US" sz="2000" spc="5" dirty="0">
                <a:latin typeface="Calibri" panose="020F0502020204030204" pitchFamily="34" charset="0"/>
              </a:rPr>
              <a:t> </a:t>
            </a:r>
            <a:r>
              <a:rPr lang="en-US" sz="2000" spc="-20" dirty="0">
                <a:latin typeface="Calibri" panose="020F0502020204030204" pitchFamily="34" charset="0"/>
              </a:rPr>
              <a:t>spea</a:t>
            </a:r>
            <a:r>
              <a:rPr lang="en-US" sz="2000" spc="-55" dirty="0">
                <a:latin typeface="Calibri" panose="020F0502020204030204" pitchFamily="34" charset="0"/>
              </a:rPr>
              <a:t>k</a:t>
            </a:r>
            <a:r>
              <a:rPr lang="en-US" sz="2000" spc="-20" dirty="0">
                <a:latin typeface="Calibri" panose="020F0502020204030204" pitchFamily="34" charset="0"/>
              </a:rPr>
              <a:t>e</a:t>
            </a:r>
            <a:r>
              <a:rPr lang="en-US" sz="2000" spc="-10" dirty="0">
                <a:latin typeface="Calibri" panose="020F0502020204030204" pitchFamily="34" charset="0"/>
              </a:rPr>
              <a:t>r</a:t>
            </a:r>
            <a:r>
              <a:rPr lang="en-US" sz="2000" spc="-5" dirty="0">
                <a:latin typeface="Calibri" panose="020F0502020204030204" pitchFamily="34" charset="0"/>
              </a:rPr>
              <a:t> </a:t>
            </a:r>
            <a:r>
              <a:rPr lang="en-US" sz="2000" spc="-50" dirty="0">
                <a:latin typeface="Calibri" panose="020F0502020204030204" pitchFamily="34" charset="0"/>
              </a:rPr>
              <a:t>t</a:t>
            </a:r>
            <a:r>
              <a:rPr lang="en-US" sz="2000" spc="-15" dirty="0">
                <a:latin typeface="Calibri" panose="020F0502020204030204" pitchFamily="34" charset="0"/>
              </a:rPr>
              <a:t>o</a:t>
            </a:r>
            <a:r>
              <a:rPr lang="en-US" sz="2000" spc="5" dirty="0">
                <a:latin typeface="Calibri" panose="020F0502020204030204" pitchFamily="34" charset="0"/>
              </a:rPr>
              <a:t> </a:t>
            </a:r>
            <a:r>
              <a:rPr lang="en-US" sz="2000" spc="-5" dirty="0">
                <a:latin typeface="Calibri" panose="020F0502020204030204" pitchFamily="34" charset="0"/>
              </a:rPr>
              <a:t>p</a:t>
            </a:r>
            <a:r>
              <a:rPr lang="en-US" sz="2000" spc="-10" dirty="0">
                <a:latin typeface="Calibri" panose="020F0502020204030204" pitchFamily="34" charset="0"/>
              </a:rPr>
              <a:t>i</a:t>
            </a:r>
            <a:r>
              <a:rPr lang="en-US" sz="2000" spc="-5" dirty="0">
                <a:latin typeface="Calibri" panose="020F0502020204030204" pitchFamily="34" charset="0"/>
              </a:rPr>
              <a:t>c</a:t>
            </a:r>
            <a:r>
              <a:rPr lang="en-US" sz="2000" spc="-10" dirty="0">
                <a:latin typeface="Calibri" panose="020F0502020204030204" pitchFamily="34" charset="0"/>
              </a:rPr>
              <a:t>k</a:t>
            </a:r>
            <a:r>
              <a:rPr lang="en-US" sz="2000" spc="5" dirty="0">
                <a:latin typeface="Calibri" panose="020F0502020204030204" pitchFamily="34" charset="0"/>
              </a:rPr>
              <a:t> </a:t>
            </a:r>
            <a:r>
              <a:rPr lang="en-US" sz="2000" spc="-20" dirty="0">
                <a:latin typeface="Calibri" panose="020F0502020204030204" pitchFamily="34" charset="0"/>
              </a:rPr>
              <a:t>u</a:t>
            </a:r>
            <a:r>
              <a:rPr lang="en-US" sz="2000" dirty="0">
                <a:latin typeface="Calibri" panose="020F0502020204030204" pitchFamily="34" charset="0"/>
              </a:rPr>
              <a:t>p</a:t>
            </a:r>
            <a:r>
              <a:rPr lang="en-US" sz="2000" spc="-5" dirty="0">
                <a:latin typeface="Calibri" panose="020F0502020204030204" pitchFamily="34" charset="0"/>
              </a:rPr>
              <a:t> p</a:t>
            </a:r>
            <a:r>
              <a:rPr lang="en-US" sz="2000" spc="-30" dirty="0">
                <a:latin typeface="Calibri" panose="020F0502020204030204" pitchFamily="34" charset="0"/>
              </a:rPr>
              <a:t>h</a:t>
            </a:r>
            <a:r>
              <a:rPr lang="en-US" sz="2000" spc="-10" dirty="0">
                <a:latin typeface="Calibri" panose="020F0502020204030204" pitchFamily="34" charset="0"/>
              </a:rPr>
              <a:t>y</a:t>
            </a:r>
            <a:r>
              <a:rPr lang="en-US" sz="2000" spc="-20" dirty="0">
                <a:latin typeface="Calibri" panose="020F0502020204030204" pitchFamily="34" charset="0"/>
              </a:rPr>
              <a:t>s</a:t>
            </a:r>
            <a:r>
              <a:rPr lang="en-US" sz="2000" spc="-10" dirty="0">
                <a:latin typeface="Calibri" panose="020F0502020204030204" pitchFamily="34" charset="0"/>
              </a:rPr>
              <a:t>i</a:t>
            </a:r>
            <a:r>
              <a:rPr lang="en-US" sz="2000" spc="-5" dirty="0">
                <a:latin typeface="Calibri" panose="020F0502020204030204" pitchFamily="34" charset="0"/>
              </a:rPr>
              <a:t>c</a:t>
            </a:r>
            <a:r>
              <a:rPr lang="en-US" sz="2000" spc="-10" dirty="0">
                <a:latin typeface="Calibri" panose="020F0502020204030204" pitchFamily="34" charset="0"/>
              </a:rPr>
              <a:t>al</a:t>
            </a:r>
            <a:r>
              <a:rPr lang="en-US" sz="2000" spc="-5" dirty="0">
                <a:latin typeface="Calibri" panose="020F0502020204030204" pitchFamily="34" charset="0"/>
              </a:rPr>
              <a:t> g</a:t>
            </a:r>
            <a:r>
              <a:rPr lang="en-US" sz="2000" spc="-20" dirty="0">
                <a:latin typeface="Calibri" panose="020F0502020204030204" pitchFamily="34" charset="0"/>
              </a:rPr>
              <a:t>e</a:t>
            </a:r>
            <a:r>
              <a:rPr lang="en-US" sz="2000" spc="-10" dirty="0">
                <a:latin typeface="Calibri" panose="020F0502020204030204" pitchFamily="34" charset="0"/>
              </a:rPr>
              <a:t>s</a:t>
            </a:r>
            <a:r>
              <a:rPr lang="en-US" sz="2000" spc="-20" dirty="0">
                <a:latin typeface="Calibri" panose="020F0502020204030204" pitchFamily="34" charset="0"/>
              </a:rPr>
              <a:t>t</a:t>
            </a:r>
            <a:r>
              <a:rPr lang="en-US" sz="2000" spc="-15" dirty="0">
                <a:latin typeface="Calibri" panose="020F0502020204030204" pitchFamily="34" charset="0"/>
              </a:rPr>
              <a:t>ure</a:t>
            </a:r>
            <a:r>
              <a:rPr lang="en-US" sz="2000" spc="-10" dirty="0">
                <a:latin typeface="Calibri" panose="020F0502020204030204" pitchFamily="34" charset="0"/>
              </a:rPr>
              <a:t>s</a:t>
            </a:r>
            <a:r>
              <a:rPr lang="en-US" sz="2000" dirty="0">
                <a:latin typeface="Calibri" panose="020F0502020204030204" pitchFamily="34" charset="0"/>
              </a:rPr>
              <a:t> </a:t>
            </a:r>
            <a:r>
              <a:rPr lang="en-US" sz="2000" spc="-15" dirty="0">
                <a:latin typeface="Calibri" panose="020F0502020204030204" pitchFamily="34" charset="0"/>
              </a:rPr>
              <a:t>and</a:t>
            </a:r>
            <a:r>
              <a:rPr lang="en-US" sz="2000" spc="-5" dirty="0">
                <a:latin typeface="Calibri" panose="020F0502020204030204" pitchFamily="34" charset="0"/>
              </a:rPr>
              <a:t> </a:t>
            </a:r>
            <a:r>
              <a:rPr lang="en-US" sz="2000" spc="-30" dirty="0">
                <a:latin typeface="Calibri" panose="020F0502020204030204" pitchFamily="34" charset="0"/>
              </a:rPr>
              <a:t>f</a:t>
            </a:r>
            <a:r>
              <a:rPr lang="en-US" sz="2000" spc="-15" dirty="0">
                <a:latin typeface="Calibri" panose="020F0502020204030204" pitchFamily="34" charset="0"/>
              </a:rPr>
              <a:t>a</a:t>
            </a:r>
            <a:r>
              <a:rPr lang="en-US" sz="2000" spc="-5" dirty="0">
                <a:latin typeface="Calibri" panose="020F0502020204030204" pitchFamily="34" charset="0"/>
              </a:rPr>
              <a:t>c</a:t>
            </a:r>
            <a:r>
              <a:rPr lang="en-US" sz="2000" spc="-10" dirty="0">
                <a:latin typeface="Calibri" panose="020F0502020204030204" pitchFamily="34" charset="0"/>
              </a:rPr>
              <a:t>ial</a:t>
            </a:r>
            <a:r>
              <a:rPr lang="en-US" sz="2000" spc="-5" dirty="0">
                <a:latin typeface="Calibri" panose="020F0502020204030204" pitchFamily="34" charset="0"/>
              </a:rPr>
              <a:t> </a:t>
            </a:r>
            <a:r>
              <a:rPr lang="en-US" sz="2000" spc="-50" dirty="0">
                <a:latin typeface="Calibri" panose="020F0502020204030204" pitchFamily="34" charset="0"/>
              </a:rPr>
              <a:t>e</a:t>
            </a:r>
            <a:r>
              <a:rPr lang="en-US" sz="2000" spc="-10" dirty="0">
                <a:latin typeface="Calibri" panose="020F0502020204030204" pitchFamily="34" charset="0"/>
              </a:rPr>
              <a:t>x</a:t>
            </a:r>
            <a:r>
              <a:rPr lang="en-US" sz="2000" spc="-15" dirty="0">
                <a:latin typeface="Calibri" panose="020F0502020204030204" pitchFamily="34" charset="0"/>
              </a:rPr>
              <a:t>pres</a:t>
            </a:r>
            <a:r>
              <a:rPr lang="en-US" sz="2000" spc="-20" dirty="0">
                <a:latin typeface="Calibri" panose="020F0502020204030204" pitchFamily="34" charset="0"/>
              </a:rPr>
              <a:t>s</a:t>
            </a:r>
            <a:r>
              <a:rPr lang="en-US" sz="2000" spc="-5" dirty="0">
                <a:latin typeface="Calibri" panose="020F0502020204030204" pitchFamily="34" charset="0"/>
              </a:rPr>
              <a:t>io</a:t>
            </a:r>
            <a:r>
              <a:rPr lang="en-US" sz="2000" dirty="0">
                <a:latin typeface="Calibri" panose="020F0502020204030204" pitchFamily="34" charset="0"/>
              </a:rPr>
              <a:t>n</a:t>
            </a:r>
            <a:r>
              <a:rPr lang="en-US" sz="2000" spc="-10" dirty="0">
                <a:latin typeface="Calibri" panose="020F0502020204030204" pitchFamily="34" charset="0"/>
              </a:rPr>
              <a:t>s</a:t>
            </a:r>
            <a:r>
              <a:rPr lang="en-US" sz="2000" dirty="0">
                <a:latin typeface="Calibri" panose="020F0502020204030204" pitchFamily="34" charset="0"/>
              </a:rPr>
              <a:t>, </a:t>
            </a:r>
            <a:r>
              <a:rPr lang="en-US" sz="2000" spc="-10" dirty="0">
                <a:latin typeface="Calibri" panose="020F0502020204030204" pitchFamily="34" charset="0"/>
              </a:rPr>
              <a:t>t</a:t>
            </a:r>
            <a:r>
              <a:rPr lang="en-US" sz="2000" dirty="0">
                <a:latin typeface="Calibri" panose="020F0502020204030204" pitchFamily="34" charset="0"/>
              </a:rPr>
              <a:t>h</a:t>
            </a:r>
            <a:r>
              <a:rPr lang="en-US" sz="2000" spc="-10" dirty="0">
                <a:latin typeface="Calibri" panose="020F0502020204030204" pitchFamily="34" charset="0"/>
              </a:rPr>
              <a:t>i</a:t>
            </a:r>
            <a:r>
              <a:rPr lang="en-US" sz="2000" spc="-15" dirty="0">
                <a:latin typeface="Calibri" panose="020F0502020204030204" pitchFamily="34" charset="0"/>
              </a:rPr>
              <a:t>n</a:t>
            </a:r>
            <a:r>
              <a:rPr lang="en-US" sz="2000" spc="-5" dirty="0">
                <a:latin typeface="Calibri" panose="020F0502020204030204" pitchFamily="34" charset="0"/>
              </a:rPr>
              <a:t>ki</a:t>
            </a:r>
            <a:r>
              <a:rPr lang="en-US" sz="2000" dirty="0">
                <a:latin typeface="Calibri" panose="020F0502020204030204" pitchFamily="34" charset="0"/>
              </a:rPr>
              <a:t>ng</a:t>
            </a:r>
            <a:r>
              <a:rPr lang="en-US" sz="2000" spc="5" dirty="0">
                <a:latin typeface="Calibri" panose="020F0502020204030204" pitchFamily="34" charset="0"/>
              </a:rPr>
              <a:t> </a:t>
            </a:r>
            <a:r>
              <a:rPr lang="en-US" sz="2000" spc="-25" dirty="0">
                <a:latin typeface="Calibri" panose="020F0502020204030204" pitchFamily="34" charset="0"/>
              </a:rPr>
              <a:t>a</a:t>
            </a:r>
            <a:r>
              <a:rPr lang="en-US" sz="2000" dirty="0">
                <a:latin typeface="Calibri" panose="020F0502020204030204" pitchFamily="34" charset="0"/>
              </a:rPr>
              <a:t>b</a:t>
            </a:r>
            <a:r>
              <a:rPr lang="en-US" sz="2000" spc="-10" dirty="0">
                <a:latin typeface="Calibri" panose="020F0502020204030204" pitchFamily="34" charset="0"/>
              </a:rPr>
              <a:t>o</a:t>
            </a:r>
            <a:r>
              <a:rPr lang="en-US" sz="2000" spc="-20" dirty="0">
                <a:latin typeface="Calibri" panose="020F0502020204030204" pitchFamily="34" charset="0"/>
              </a:rPr>
              <a:t>u</a:t>
            </a:r>
            <a:r>
              <a:rPr lang="en-US" sz="2000" spc="-10" dirty="0">
                <a:latin typeface="Calibri" panose="020F0502020204030204" pitchFamily="34" charset="0"/>
              </a:rPr>
              <a:t>t </a:t>
            </a:r>
            <a:r>
              <a:rPr lang="en-US" sz="2000" spc="5" dirty="0">
                <a:latin typeface="Calibri" panose="020F0502020204030204" pitchFamily="34" charset="0"/>
              </a:rPr>
              <a:t>w</a:t>
            </a:r>
            <a:r>
              <a:rPr lang="en-US" sz="2000" spc="-15" dirty="0">
                <a:latin typeface="Calibri" panose="020F0502020204030204" pitchFamily="34" charset="0"/>
              </a:rPr>
              <a:t>h</a:t>
            </a:r>
            <a:r>
              <a:rPr lang="en-US" sz="2000" spc="-25" dirty="0">
                <a:latin typeface="Calibri" panose="020F0502020204030204" pitchFamily="34" charset="0"/>
              </a:rPr>
              <a:t>a</a:t>
            </a:r>
            <a:r>
              <a:rPr lang="en-US" sz="2000" spc="-10" dirty="0">
                <a:latin typeface="Calibri" panose="020F0502020204030204" pitchFamily="34" charset="0"/>
              </a:rPr>
              <a:t>t</a:t>
            </a:r>
            <a:r>
              <a:rPr lang="en-US" sz="2000" dirty="0">
                <a:latin typeface="Calibri" panose="020F0502020204030204" pitchFamily="34" charset="0"/>
              </a:rPr>
              <a:t> </a:t>
            </a:r>
            <a:r>
              <a:rPr lang="en-US" sz="2000" spc="-30" dirty="0">
                <a:latin typeface="Calibri" panose="020F0502020204030204" pitchFamily="34" charset="0"/>
              </a:rPr>
              <a:t>y</a:t>
            </a:r>
            <a:r>
              <a:rPr lang="en-US" sz="2000" spc="-20" dirty="0">
                <a:latin typeface="Calibri" panose="020F0502020204030204" pitchFamily="34" charset="0"/>
              </a:rPr>
              <a:t>o</a:t>
            </a:r>
            <a:r>
              <a:rPr lang="en-US" sz="2000" spc="-15" dirty="0">
                <a:latin typeface="Calibri" panose="020F0502020204030204" pitchFamily="34" charset="0"/>
              </a:rPr>
              <a:t>u</a:t>
            </a:r>
            <a:r>
              <a:rPr lang="en-US" sz="2000" spc="5" dirty="0">
                <a:latin typeface="Calibri" panose="020F0502020204030204" pitchFamily="34" charset="0"/>
              </a:rPr>
              <a:t> </a:t>
            </a:r>
            <a:r>
              <a:rPr lang="en-US" sz="2000" spc="-20" dirty="0">
                <a:latin typeface="Calibri" panose="020F0502020204030204" pitchFamily="34" charset="0"/>
              </a:rPr>
              <a:t>s</a:t>
            </a:r>
            <a:r>
              <a:rPr lang="en-US" sz="2000" spc="-65" dirty="0">
                <a:latin typeface="Calibri" panose="020F0502020204030204" pitchFamily="34" charset="0"/>
              </a:rPr>
              <a:t>a</a:t>
            </a:r>
            <a:r>
              <a:rPr lang="en-US" sz="2000" dirty="0">
                <a:latin typeface="Calibri" panose="020F0502020204030204" pitchFamily="34" charset="0"/>
              </a:rPr>
              <a:t>y</a:t>
            </a:r>
            <a:r>
              <a:rPr lang="en-US" sz="2000" spc="5" dirty="0">
                <a:latin typeface="Calibri" panose="020F0502020204030204" pitchFamily="34" charset="0"/>
              </a:rPr>
              <a:t> </a:t>
            </a:r>
            <a:r>
              <a:rPr lang="en-US" sz="2000" dirty="0">
                <a:latin typeface="Calibri" panose="020F0502020204030204" pitchFamily="34" charset="0"/>
              </a:rPr>
              <a:t>b</a:t>
            </a:r>
            <a:r>
              <a:rPr lang="en-US" sz="2000" spc="-20" dirty="0">
                <a:latin typeface="Calibri" panose="020F0502020204030204" pitchFamily="34" charset="0"/>
              </a:rPr>
              <a:t>e</a:t>
            </a:r>
            <a:r>
              <a:rPr lang="en-US" sz="2000" spc="-60" dirty="0">
                <a:latin typeface="Calibri" panose="020F0502020204030204" pitchFamily="34" charset="0"/>
              </a:rPr>
              <a:t>f</a:t>
            </a:r>
            <a:r>
              <a:rPr lang="en-US" sz="2000" spc="-15" dirty="0">
                <a:latin typeface="Calibri" panose="020F0502020204030204" pitchFamily="34" charset="0"/>
              </a:rPr>
              <a:t>ore</a:t>
            </a:r>
            <a:r>
              <a:rPr lang="en-US" sz="2000" spc="5" dirty="0">
                <a:latin typeface="Calibri" panose="020F0502020204030204" pitchFamily="34" charset="0"/>
              </a:rPr>
              <a:t> </a:t>
            </a:r>
            <a:r>
              <a:rPr lang="en-US" sz="2000" spc="-15" dirty="0">
                <a:latin typeface="Calibri" panose="020F0502020204030204" pitchFamily="34" charset="0"/>
              </a:rPr>
              <a:t>r</a:t>
            </a:r>
            <a:r>
              <a:rPr lang="en-US" sz="2000" spc="-10" dirty="0">
                <a:latin typeface="Calibri" panose="020F0502020204030204" pitchFamily="34" charset="0"/>
              </a:rPr>
              <a:t>e</a:t>
            </a:r>
            <a:r>
              <a:rPr lang="en-US" sz="2000" spc="-20" dirty="0">
                <a:latin typeface="Calibri" panose="020F0502020204030204" pitchFamily="34" charset="0"/>
              </a:rPr>
              <a:t>spo</a:t>
            </a:r>
            <a:r>
              <a:rPr lang="en-US" sz="2000" spc="-15" dirty="0">
                <a:latin typeface="Calibri" panose="020F0502020204030204" pitchFamily="34" charset="0"/>
              </a:rPr>
              <a:t>nd</a:t>
            </a:r>
            <a:r>
              <a:rPr lang="en-US" sz="2000" spc="-5" dirty="0">
                <a:latin typeface="Calibri" panose="020F0502020204030204" pitchFamily="34" charset="0"/>
              </a:rPr>
              <a:t>i</a:t>
            </a:r>
            <a:r>
              <a:rPr lang="en-US" sz="2000" dirty="0">
                <a:latin typeface="Calibri" panose="020F0502020204030204" pitchFamily="34" charset="0"/>
              </a:rPr>
              <a:t>n</a:t>
            </a:r>
            <a:r>
              <a:rPr lang="en-US" sz="2000" spc="5" dirty="0">
                <a:latin typeface="Calibri" panose="020F0502020204030204" pitchFamily="34" charset="0"/>
              </a:rPr>
              <a:t>g</a:t>
            </a:r>
            <a:r>
              <a:rPr lang="en-US" sz="2000" dirty="0">
                <a:latin typeface="Calibri" panose="020F0502020204030204" pitchFamily="34" charset="0"/>
              </a:rPr>
              <a:t>, </a:t>
            </a:r>
            <a:r>
              <a:rPr lang="en-US" sz="2000" spc="-10" dirty="0">
                <a:latin typeface="Calibri" panose="020F0502020204030204" pitchFamily="34" charset="0"/>
              </a:rPr>
              <a:t>as</a:t>
            </a:r>
            <a:r>
              <a:rPr lang="en-US" sz="2000" spc="-5" dirty="0">
                <a:latin typeface="Calibri" panose="020F0502020204030204" pitchFamily="34" charset="0"/>
              </a:rPr>
              <a:t>ki</a:t>
            </a:r>
            <a:r>
              <a:rPr lang="en-US" sz="2000" spc="5" dirty="0">
                <a:latin typeface="Calibri" panose="020F0502020204030204" pitchFamily="34" charset="0"/>
              </a:rPr>
              <a:t>n</a:t>
            </a:r>
            <a:r>
              <a:rPr lang="en-US" sz="2000" dirty="0">
                <a:latin typeface="Calibri" panose="020F0502020204030204" pitchFamily="34" charset="0"/>
              </a:rPr>
              <a:t>g </a:t>
            </a:r>
            <a:r>
              <a:rPr lang="en-US" sz="2000" spc="-50" dirty="0">
                <a:latin typeface="Calibri" panose="020F0502020204030204" pitchFamily="34" charset="0"/>
              </a:rPr>
              <a:t>q</a:t>
            </a:r>
            <a:r>
              <a:rPr lang="en-US" sz="2000" spc="-20" dirty="0">
                <a:latin typeface="Calibri" panose="020F0502020204030204" pitchFamily="34" charset="0"/>
              </a:rPr>
              <a:t>u</a:t>
            </a:r>
            <a:r>
              <a:rPr lang="en-US" sz="2000" spc="-10" dirty="0">
                <a:latin typeface="Calibri" panose="020F0502020204030204" pitchFamily="34" charset="0"/>
              </a:rPr>
              <a:t>e</a:t>
            </a:r>
            <a:r>
              <a:rPr lang="en-US" sz="2000" spc="-20" dirty="0">
                <a:latin typeface="Calibri" panose="020F0502020204030204" pitchFamily="34" charset="0"/>
              </a:rPr>
              <a:t>st</a:t>
            </a:r>
            <a:r>
              <a:rPr lang="en-US" sz="2000" spc="-5" dirty="0">
                <a:latin typeface="Calibri" panose="020F0502020204030204" pitchFamily="34" charset="0"/>
              </a:rPr>
              <a:t>io</a:t>
            </a:r>
            <a:r>
              <a:rPr lang="en-US" sz="2000" dirty="0">
                <a:latin typeface="Calibri" panose="020F0502020204030204" pitchFamily="34" charset="0"/>
              </a:rPr>
              <a:t>n</a:t>
            </a:r>
            <a:r>
              <a:rPr lang="en-US" sz="2000" spc="-10" dirty="0">
                <a:latin typeface="Calibri" panose="020F0502020204030204" pitchFamily="34" charset="0"/>
              </a:rPr>
              <a:t>s</a:t>
            </a:r>
            <a:r>
              <a:rPr lang="en-US" sz="2000" dirty="0">
                <a:latin typeface="Calibri" panose="020F0502020204030204" pitchFamily="34" charset="0"/>
              </a:rPr>
              <a:t>, </a:t>
            </a:r>
            <a:r>
              <a:rPr lang="en-US" sz="2000" spc="-5" dirty="0">
                <a:latin typeface="Calibri" panose="020F0502020204030204" pitchFamily="34" charset="0"/>
              </a:rPr>
              <a:t>r</a:t>
            </a:r>
            <a:r>
              <a:rPr lang="en-US" sz="2000" spc="-20" dirty="0">
                <a:latin typeface="Calibri" panose="020F0502020204030204" pitchFamily="34" charset="0"/>
              </a:rPr>
              <a:t>epe</a:t>
            </a:r>
            <a:r>
              <a:rPr lang="en-US" sz="2000" spc="-15" dirty="0">
                <a:latin typeface="Calibri" panose="020F0502020204030204" pitchFamily="34" charset="0"/>
              </a:rPr>
              <a:t>a</a:t>
            </a:r>
            <a:r>
              <a:rPr lang="en-US" sz="2000" spc="-20" dirty="0">
                <a:latin typeface="Calibri" panose="020F0502020204030204" pitchFamily="34" charset="0"/>
              </a:rPr>
              <a:t>t</a:t>
            </a:r>
            <a:r>
              <a:rPr lang="en-US" sz="2000" spc="-5" dirty="0">
                <a:latin typeface="Calibri" panose="020F0502020204030204" pitchFamily="34" charset="0"/>
              </a:rPr>
              <a:t>i</a:t>
            </a:r>
            <a:r>
              <a:rPr lang="en-US" sz="2000" dirty="0">
                <a:latin typeface="Calibri" panose="020F0502020204030204" pitchFamily="34" charset="0"/>
              </a:rPr>
              <a:t>ng</a:t>
            </a:r>
            <a:r>
              <a:rPr lang="en-US" sz="2000" spc="5" dirty="0">
                <a:latin typeface="Calibri" panose="020F0502020204030204" pitchFamily="34" charset="0"/>
              </a:rPr>
              <a:t> </a:t>
            </a:r>
            <a:r>
              <a:rPr lang="en-US" sz="2000" spc="-25" dirty="0">
                <a:latin typeface="Calibri" panose="020F0502020204030204" pitchFamily="34" charset="0"/>
              </a:rPr>
              <a:t>a</a:t>
            </a:r>
            <a:r>
              <a:rPr lang="en-US" sz="2000" spc="-15" dirty="0">
                <a:latin typeface="Calibri" panose="020F0502020204030204" pitchFamily="34" charset="0"/>
              </a:rPr>
              <a:t>nd</a:t>
            </a:r>
            <a:r>
              <a:rPr lang="en-US" sz="2000" spc="5" dirty="0">
                <a:latin typeface="Calibri" panose="020F0502020204030204" pitchFamily="34" charset="0"/>
              </a:rPr>
              <a:t> </a:t>
            </a:r>
            <a:r>
              <a:rPr lang="en-US" sz="2000" spc="-10" dirty="0">
                <a:latin typeface="Calibri" panose="020F0502020204030204" pitchFamily="34" charset="0"/>
              </a:rPr>
              <a:t>p</a:t>
            </a:r>
            <a:r>
              <a:rPr lang="en-US" sz="2000" spc="-40" dirty="0">
                <a:latin typeface="Calibri" panose="020F0502020204030204" pitchFamily="34" charset="0"/>
              </a:rPr>
              <a:t>ro</a:t>
            </a:r>
            <a:r>
              <a:rPr lang="en-US" sz="2000" spc="-5" dirty="0">
                <a:latin typeface="Calibri" panose="020F0502020204030204" pitchFamily="34" charset="0"/>
              </a:rPr>
              <a:t>vi</a:t>
            </a:r>
            <a:r>
              <a:rPr lang="en-US" sz="2000" dirty="0">
                <a:latin typeface="Calibri" panose="020F0502020204030204" pitchFamily="34" charset="0"/>
              </a:rPr>
              <a:t>d</a:t>
            </a:r>
            <a:r>
              <a:rPr lang="en-US" sz="2000" spc="-10" dirty="0">
                <a:latin typeface="Calibri" panose="020F0502020204030204" pitchFamily="34" charset="0"/>
              </a:rPr>
              <a:t>i</a:t>
            </a:r>
            <a:r>
              <a:rPr lang="en-US" sz="2000" spc="-15" dirty="0">
                <a:latin typeface="Calibri" panose="020F0502020204030204" pitchFamily="34" charset="0"/>
              </a:rPr>
              <a:t>n</a:t>
            </a:r>
            <a:r>
              <a:rPr lang="en-US" sz="2000" dirty="0">
                <a:latin typeface="Calibri" panose="020F0502020204030204" pitchFamily="34" charset="0"/>
              </a:rPr>
              <a:t>g</a:t>
            </a:r>
            <a:r>
              <a:rPr lang="en-US" sz="2000" spc="5" dirty="0">
                <a:latin typeface="Calibri" panose="020F0502020204030204" pitchFamily="34" charset="0"/>
              </a:rPr>
              <a:t> </a:t>
            </a:r>
            <a:r>
              <a:rPr lang="en-US" sz="2000" spc="-60" dirty="0">
                <a:latin typeface="Calibri" panose="020F0502020204030204" pitchFamily="34" charset="0"/>
              </a:rPr>
              <a:t>f</a:t>
            </a:r>
            <a:r>
              <a:rPr lang="en-US" sz="2000" spc="-10" dirty="0">
                <a:latin typeface="Calibri" panose="020F0502020204030204" pitchFamily="34" charset="0"/>
              </a:rPr>
              <a:t>e</a:t>
            </a:r>
            <a:r>
              <a:rPr lang="en-US" sz="2000" spc="-20" dirty="0">
                <a:latin typeface="Calibri" panose="020F0502020204030204" pitchFamily="34" charset="0"/>
              </a:rPr>
              <a:t>e</a:t>
            </a:r>
            <a:r>
              <a:rPr lang="en-US" sz="2000" spc="-15" dirty="0">
                <a:latin typeface="Calibri" panose="020F0502020204030204" pitchFamily="34" charset="0"/>
              </a:rPr>
              <a:t>d</a:t>
            </a:r>
            <a:r>
              <a:rPr lang="en-US" sz="2000" dirty="0">
                <a:latin typeface="Calibri" panose="020F0502020204030204" pitchFamily="34" charset="0"/>
              </a:rPr>
              <a:t>b</a:t>
            </a:r>
            <a:r>
              <a:rPr lang="en-US" sz="2000" spc="-25" dirty="0">
                <a:latin typeface="Calibri" panose="020F0502020204030204" pitchFamily="34" charset="0"/>
              </a:rPr>
              <a:t>a</a:t>
            </a:r>
            <a:r>
              <a:rPr lang="en-US" sz="2000" spc="-5" dirty="0">
                <a:latin typeface="Calibri" panose="020F0502020204030204" pitchFamily="34" charset="0"/>
              </a:rPr>
              <a:t>c</a:t>
            </a:r>
            <a:r>
              <a:rPr lang="en-US" sz="2000" spc="0" dirty="0">
                <a:latin typeface="Calibri" panose="020F0502020204030204" pitchFamily="34" charset="0"/>
              </a:rPr>
              <a:t>k</a:t>
            </a:r>
            <a:r>
              <a:rPr lang="en-US" sz="2000" dirty="0">
                <a:latin typeface="Calibri" panose="020F0502020204030204" pitchFamily="34" charset="0"/>
              </a:rPr>
              <a:t>.</a:t>
            </a:r>
          </a:p>
          <a:p>
            <a:pPr marL="491490" marR="73660">
              <a:lnSpc>
                <a:spcPct val="100000"/>
              </a:lnSpc>
            </a:pPr>
            <a:r>
              <a:rPr lang="en-US" sz="2000" b="1" spc="-45" dirty="0">
                <a:latin typeface="Calibri" panose="020F0502020204030204" pitchFamily="34" charset="0"/>
                <a:cs typeface="Franklin Gothic Book"/>
              </a:rPr>
              <a:t>F</a:t>
            </a:r>
            <a:r>
              <a:rPr lang="en-US" sz="2000" b="1" dirty="0">
                <a:latin typeface="Calibri" panose="020F0502020204030204" pitchFamily="34" charset="0"/>
                <a:cs typeface="Franklin Gothic Book"/>
              </a:rPr>
              <a:t>e</a:t>
            </a:r>
            <a:r>
              <a:rPr lang="en-US" sz="2000" b="1" spc="-10" dirty="0">
                <a:latin typeface="Calibri" panose="020F0502020204030204" pitchFamily="34" charset="0"/>
                <a:cs typeface="Franklin Gothic Book"/>
              </a:rPr>
              <a:t>e</a:t>
            </a:r>
            <a:r>
              <a:rPr lang="en-US" sz="2000" b="1" spc="0" dirty="0">
                <a:latin typeface="Calibri" panose="020F0502020204030204" pitchFamily="34" charset="0"/>
                <a:cs typeface="Franklin Gothic Book"/>
              </a:rPr>
              <a:t>d</a:t>
            </a:r>
            <a:r>
              <a:rPr lang="en-US" sz="2000" b="1" spc="10" dirty="0">
                <a:latin typeface="Calibri" panose="020F0502020204030204" pitchFamily="34" charset="0"/>
                <a:cs typeface="Franklin Gothic Book"/>
              </a:rPr>
              <a:t>b</a:t>
            </a:r>
            <a:r>
              <a:rPr lang="en-US" sz="2000" b="1" spc="-5" dirty="0">
                <a:latin typeface="Calibri" panose="020F0502020204030204" pitchFamily="34" charset="0"/>
                <a:cs typeface="Franklin Gothic Book"/>
              </a:rPr>
              <a:t>a</a:t>
            </a:r>
            <a:r>
              <a:rPr lang="en-US" sz="2000" b="1" spc="0" dirty="0">
                <a:latin typeface="Calibri" panose="020F0502020204030204" pitchFamily="34" charset="0"/>
                <a:cs typeface="Franklin Gothic Book"/>
              </a:rPr>
              <a:t>c</a:t>
            </a:r>
            <a:r>
              <a:rPr lang="en-US" sz="2000" b="1" spc="-10" dirty="0">
                <a:latin typeface="Calibri" panose="020F0502020204030204" pitchFamily="34" charset="0"/>
                <a:cs typeface="Franklin Gothic Book"/>
              </a:rPr>
              <a:t>k</a:t>
            </a:r>
            <a:r>
              <a:rPr lang="en-US" sz="2000" spc="30" dirty="0">
                <a:latin typeface="Calibri" panose="020F0502020204030204" pitchFamily="34" charset="0"/>
                <a:cs typeface="Franklin Gothic Book"/>
              </a:rPr>
              <a:t> </a:t>
            </a:r>
            <a:r>
              <a:rPr lang="en-US" sz="2000" dirty="0">
                <a:latin typeface="Calibri" panose="020F0502020204030204" pitchFamily="34" charset="0"/>
              </a:rPr>
              <a:t>–</a:t>
            </a:r>
            <a:r>
              <a:rPr lang="en-US" sz="2000" spc="5" dirty="0">
                <a:latin typeface="Calibri" panose="020F0502020204030204" pitchFamily="34" charset="0"/>
              </a:rPr>
              <a:t> </a:t>
            </a:r>
            <a:r>
              <a:rPr lang="en-US" sz="2000" spc="-5" dirty="0">
                <a:latin typeface="Calibri" panose="020F0502020204030204" pitchFamily="34" charset="0"/>
              </a:rPr>
              <a:t>S</a:t>
            </a:r>
            <a:r>
              <a:rPr lang="en-US" sz="2000" spc="-50" dirty="0">
                <a:latin typeface="Calibri" panose="020F0502020204030204" pitchFamily="34" charset="0"/>
              </a:rPr>
              <a:t>a</a:t>
            </a:r>
            <a:r>
              <a:rPr lang="en-US" sz="2000" dirty="0">
                <a:latin typeface="Calibri" panose="020F0502020204030204" pitchFamily="34" charset="0"/>
              </a:rPr>
              <a:t>y</a:t>
            </a:r>
            <a:r>
              <a:rPr lang="en-US" sz="2000" spc="-10" dirty="0">
                <a:latin typeface="Calibri" panose="020F0502020204030204" pitchFamily="34" charset="0"/>
              </a:rPr>
              <a:t>i</a:t>
            </a:r>
            <a:r>
              <a:rPr lang="en-US" sz="2000" spc="-15" dirty="0">
                <a:latin typeface="Calibri" panose="020F0502020204030204" pitchFamily="34" charset="0"/>
              </a:rPr>
              <a:t>n</a:t>
            </a:r>
            <a:r>
              <a:rPr lang="en-US" sz="2000" dirty="0">
                <a:latin typeface="Calibri" panose="020F0502020204030204" pitchFamily="34" charset="0"/>
              </a:rPr>
              <a:t>g</a:t>
            </a:r>
            <a:r>
              <a:rPr lang="en-US" sz="2000" spc="5" dirty="0">
                <a:latin typeface="Calibri" panose="020F0502020204030204" pitchFamily="34" charset="0"/>
              </a:rPr>
              <a:t> </a:t>
            </a:r>
            <a:r>
              <a:rPr lang="en-US" sz="2000" spc="-20" dirty="0">
                <a:latin typeface="Calibri" panose="020F0502020204030204" pitchFamily="34" charset="0"/>
              </a:rPr>
              <a:t>t</a:t>
            </a:r>
            <a:r>
              <a:rPr lang="en-US" sz="2000" dirty="0">
                <a:latin typeface="Calibri" panose="020F0502020204030204" pitchFamily="34" charset="0"/>
              </a:rPr>
              <a:t>hin</a:t>
            </a:r>
            <a:r>
              <a:rPr lang="en-US" sz="2000" spc="5" dirty="0">
                <a:latin typeface="Calibri" panose="020F0502020204030204" pitchFamily="34" charset="0"/>
              </a:rPr>
              <a:t>g</a:t>
            </a:r>
            <a:r>
              <a:rPr lang="en-US" sz="2000" spc="-10" dirty="0">
                <a:latin typeface="Calibri" panose="020F0502020204030204" pitchFamily="34" charset="0"/>
              </a:rPr>
              <a:t>s </a:t>
            </a:r>
            <a:r>
              <a:rPr lang="en-US" sz="2000" spc="-5" dirty="0">
                <a:latin typeface="Calibri" panose="020F0502020204030204" pitchFamily="34" charset="0"/>
              </a:rPr>
              <a:t>li</a:t>
            </a:r>
            <a:r>
              <a:rPr lang="en-US" sz="2000" spc="-45" dirty="0">
                <a:latin typeface="Calibri" panose="020F0502020204030204" pitchFamily="34" charset="0"/>
              </a:rPr>
              <a:t>k</a:t>
            </a:r>
            <a:r>
              <a:rPr lang="en-US" sz="2000" spc="-20" dirty="0">
                <a:latin typeface="Calibri" panose="020F0502020204030204" pitchFamily="34" charset="0"/>
              </a:rPr>
              <a:t>e</a:t>
            </a:r>
            <a:r>
              <a:rPr lang="en-US" sz="2000" spc="-5" dirty="0">
                <a:latin typeface="Calibri" panose="020F0502020204030204" pitchFamily="34" charset="0"/>
              </a:rPr>
              <a:t>,</a:t>
            </a:r>
            <a:r>
              <a:rPr lang="en-US" sz="2000" spc="5" dirty="0">
                <a:latin typeface="Calibri" panose="020F0502020204030204" pitchFamily="34" charset="0"/>
              </a:rPr>
              <a:t> </a:t>
            </a:r>
            <a:r>
              <a:rPr lang="en-US" sz="2000" spc="-15" dirty="0">
                <a:latin typeface="Calibri" panose="020F0502020204030204" pitchFamily="34" charset="0"/>
              </a:rPr>
              <a:t>"Do</a:t>
            </a:r>
            <a:r>
              <a:rPr lang="en-US" sz="2000" spc="5" dirty="0">
                <a:latin typeface="Calibri" panose="020F0502020204030204" pitchFamily="34" charset="0"/>
              </a:rPr>
              <a:t> </a:t>
            </a:r>
            <a:r>
              <a:rPr lang="en-US" sz="2000" spc="-30" dirty="0">
                <a:latin typeface="Calibri" panose="020F0502020204030204" pitchFamily="34" charset="0"/>
              </a:rPr>
              <a:t>y</a:t>
            </a:r>
            <a:r>
              <a:rPr lang="en-US" sz="2000" spc="-10" dirty="0">
                <a:latin typeface="Calibri" panose="020F0502020204030204" pitchFamily="34" charset="0"/>
              </a:rPr>
              <a:t>o</a:t>
            </a:r>
            <a:r>
              <a:rPr lang="en-US" sz="2000" spc="-15" dirty="0">
                <a:latin typeface="Calibri" panose="020F0502020204030204" pitchFamily="34" charset="0"/>
              </a:rPr>
              <a:t>u</a:t>
            </a:r>
            <a:r>
              <a:rPr lang="en-US" sz="2000" spc="-5" dirty="0">
                <a:latin typeface="Calibri" panose="020F0502020204030204" pitchFamily="34" charset="0"/>
              </a:rPr>
              <a:t> </a:t>
            </a:r>
            <a:r>
              <a:rPr lang="en-US" sz="2000" spc="-20" dirty="0">
                <a:latin typeface="Calibri" panose="020F0502020204030204" pitchFamily="34" charset="0"/>
              </a:rPr>
              <a:t>u</a:t>
            </a:r>
            <a:r>
              <a:rPr lang="en-US" sz="2000" spc="-15" dirty="0">
                <a:latin typeface="Calibri" panose="020F0502020204030204" pitchFamily="34" charset="0"/>
              </a:rPr>
              <a:t>nd</a:t>
            </a:r>
            <a:r>
              <a:rPr lang="en-US" sz="2000" spc="-5" dirty="0">
                <a:latin typeface="Calibri" panose="020F0502020204030204" pitchFamily="34" charset="0"/>
              </a:rPr>
              <a:t>er</a:t>
            </a:r>
            <a:r>
              <a:rPr lang="en-US" sz="2000" spc="-20" dirty="0">
                <a:latin typeface="Calibri" panose="020F0502020204030204" pitchFamily="34" charset="0"/>
              </a:rPr>
              <a:t>st</a:t>
            </a:r>
            <a:r>
              <a:rPr lang="en-US" sz="2000" spc="-15" dirty="0">
                <a:latin typeface="Calibri" panose="020F0502020204030204" pitchFamily="34" charset="0"/>
              </a:rPr>
              <a:t>and</a:t>
            </a:r>
            <a:r>
              <a:rPr lang="en-US" sz="2000" spc="5" dirty="0">
                <a:latin typeface="Calibri" panose="020F0502020204030204" pitchFamily="34" charset="0"/>
              </a:rPr>
              <a:t> </a:t>
            </a:r>
            <a:r>
              <a:rPr lang="en-US" sz="2000" spc="-20" dirty="0">
                <a:latin typeface="Calibri" panose="020F0502020204030204" pitchFamily="34" charset="0"/>
              </a:rPr>
              <a:t>wh</a:t>
            </a:r>
            <a:r>
              <a:rPr lang="en-US" sz="2000" spc="-25" dirty="0">
                <a:latin typeface="Calibri" panose="020F0502020204030204" pitchFamily="34" charset="0"/>
              </a:rPr>
              <a:t>a</a:t>
            </a:r>
            <a:r>
              <a:rPr lang="en-US" sz="2000" spc="-10" dirty="0">
                <a:latin typeface="Calibri" panose="020F0502020204030204" pitchFamily="34" charset="0"/>
              </a:rPr>
              <a:t>t</a:t>
            </a:r>
            <a:r>
              <a:rPr lang="en-US" sz="2000" dirty="0">
                <a:latin typeface="Calibri" panose="020F0502020204030204" pitchFamily="34" charset="0"/>
              </a:rPr>
              <a:t> I</a:t>
            </a:r>
            <a:r>
              <a:rPr lang="en-US" sz="2000" spc="5" dirty="0">
                <a:latin typeface="Calibri" panose="020F0502020204030204" pitchFamily="34" charset="0"/>
              </a:rPr>
              <a:t> </a:t>
            </a:r>
            <a:r>
              <a:rPr lang="en-US" sz="2000" spc="-15" dirty="0">
                <a:latin typeface="Calibri" panose="020F0502020204030204" pitchFamily="34" charset="0"/>
              </a:rPr>
              <a:t>h</a:t>
            </a:r>
            <a:r>
              <a:rPr lang="en-US" sz="2000" spc="-65" dirty="0">
                <a:latin typeface="Calibri" panose="020F0502020204030204" pitchFamily="34" charset="0"/>
              </a:rPr>
              <a:t>a</a:t>
            </a:r>
            <a:r>
              <a:rPr lang="en-US" sz="2000" spc="-45" dirty="0">
                <a:latin typeface="Calibri" panose="020F0502020204030204" pitchFamily="34" charset="0"/>
              </a:rPr>
              <a:t>v</a:t>
            </a:r>
            <a:r>
              <a:rPr lang="en-US" sz="2000" spc="-15" dirty="0">
                <a:latin typeface="Calibri" panose="020F0502020204030204" pitchFamily="34" charset="0"/>
              </a:rPr>
              <a:t>e</a:t>
            </a:r>
            <a:r>
              <a:rPr lang="en-US" sz="2000" spc="5" dirty="0">
                <a:latin typeface="Calibri" panose="020F0502020204030204" pitchFamily="34" charset="0"/>
              </a:rPr>
              <a:t> </a:t>
            </a:r>
            <a:r>
              <a:rPr lang="en-US" sz="2000" spc="-50" dirty="0">
                <a:latin typeface="Calibri" panose="020F0502020204030204" pitchFamily="34" charset="0"/>
              </a:rPr>
              <a:t>e</a:t>
            </a:r>
            <a:r>
              <a:rPr lang="en-US" sz="2000" spc="-10" dirty="0">
                <a:latin typeface="Calibri" panose="020F0502020204030204" pitchFamily="34" charset="0"/>
              </a:rPr>
              <a:t>x</a:t>
            </a:r>
            <a:r>
              <a:rPr lang="en-US" sz="2000" spc="-5" dirty="0">
                <a:latin typeface="Calibri" panose="020F0502020204030204" pitchFamily="34" charset="0"/>
              </a:rPr>
              <a:t>p</a:t>
            </a:r>
            <a:r>
              <a:rPr lang="en-US" sz="2000" spc="-10" dirty="0">
                <a:latin typeface="Calibri" panose="020F0502020204030204" pitchFamily="34" charset="0"/>
              </a:rPr>
              <a:t>l</a:t>
            </a:r>
            <a:r>
              <a:rPr lang="en-US" sz="2000" spc="-15" dirty="0">
                <a:latin typeface="Calibri" panose="020F0502020204030204" pitchFamily="34" charset="0"/>
              </a:rPr>
              <a:t>a</a:t>
            </a:r>
            <a:r>
              <a:rPr lang="en-US" sz="2000" spc="-10" dirty="0">
                <a:latin typeface="Calibri" panose="020F0502020204030204" pitchFamily="34" charset="0"/>
              </a:rPr>
              <a:t>i</a:t>
            </a:r>
            <a:r>
              <a:rPr lang="en-US" sz="2000" spc="-5" dirty="0">
                <a:latin typeface="Calibri" panose="020F0502020204030204" pitchFamily="34" charset="0"/>
              </a:rPr>
              <a:t>n</a:t>
            </a:r>
            <a:r>
              <a:rPr lang="en-US" sz="2000" spc="-20" dirty="0">
                <a:latin typeface="Calibri" panose="020F0502020204030204" pitchFamily="34" charset="0"/>
              </a:rPr>
              <a:t>e</a:t>
            </a:r>
            <a:r>
              <a:rPr lang="en-US" sz="2000" spc="-15" dirty="0">
                <a:latin typeface="Calibri" panose="020F0502020204030204" pitchFamily="34" charset="0"/>
              </a:rPr>
              <a:t>d</a:t>
            </a:r>
            <a:r>
              <a:rPr lang="en-US" sz="2000" spc="-5" dirty="0">
                <a:latin typeface="Calibri" panose="020F0502020204030204" pitchFamily="34" charset="0"/>
              </a:rPr>
              <a:t>?" </a:t>
            </a:r>
            <a:r>
              <a:rPr lang="en-US" sz="2000" spc="-20" dirty="0">
                <a:latin typeface="Calibri" panose="020F0502020204030204" pitchFamily="34" charset="0"/>
              </a:rPr>
              <a:t>usu</a:t>
            </a:r>
            <a:r>
              <a:rPr lang="en-US" sz="2000" spc="-15" dirty="0">
                <a:latin typeface="Calibri" panose="020F0502020204030204" pitchFamily="34" charset="0"/>
              </a:rPr>
              <a:t>al</a:t>
            </a:r>
            <a:r>
              <a:rPr lang="en-US" sz="2000" spc="-5" dirty="0">
                <a:latin typeface="Calibri" panose="020F0502020204030204" pitchFamily="34" charset="0"/>
              </a:rPr>
              <a:t>l</a:t>
            </a:r>
            <a:r>
              <a:rPr lang="en-US" sz="2000" dirty="0">
                <a:latin typeface="Calibri" panose="020F0502020204030204" pitchFamily="34" charset="0"/>
              </a:rPr>
              <a:t>y </a:t>
            </a:r>
            <a:r>
              <a:rPr lang="en-US" sz="2000" spc="-15" dirty="0">
                <a:latin typeface="Calibri" panose="020F0502020204030204" pitchFamily="34" charset="0"/>
              </a:rPr>
              <a:t>a</a:t>
            </a:r>
            <a:r>
              <a:rPr lang="en-US" sz="2000" spc="-20" dirty="0">
                <a:latin typeface="Calibri" panose="020F0502020204030204" pitchFamily="34" charset="0"/>
              </a:rPr>
              <a:t>s</a:t>
            </a:r>
            <a:r>
              <a:rPr lang="en-US" sz="2000" spc="-55" dirty="0">
                <a:latin typeface="Calibri" panose="020F0502020204030204" pitchFamily="34" charset="0"/>
              </a:rPr>
              <a:t>k</a:t>
            </a:r>
            <a:r>
              <a:rPr lang="en-US" sz="2000" spc="-10" dirty="0">
                <a:latin typeface="Calibri" panose="020F0502020204030204" pitchFamily="34" charset="0"/>
              </a:rPr>
              <a:t>e</a:t>
            </a:r>
            <a:r>
              <a:rPr lang="en-US" sz="2000" spc="-15" dirty="0">
                <a:latin typeface="Calibri" panose="020F0502020204030204" pitchFamily="34" charset="0"/>
              </a:rPr>
              <a:t>d</a:t>
            </a:r>
            <a:r>
              <a:rPr lang="en-US" sz="2000" dirty="0">
                <a:latin typeface="Calibri" panose="020F0502020204030204" pitchFamily="34" charset="0"/>
              </a:rPr>
              <a:t> </a:t>
            </a:r>
            <a:r>
              <a:rPr lang="en-US" sz="2000" spc="-25" dirty="0">
                <a:latin typeface="Calibri" panose="020F0502020204030204" pitchFamily="34" charset="0"/>
              </a:rPr>
              <a:t>b</a:t>
            </a:r>
            <a:r>
              <a:rPr lang="en-US" sz="2000" dirty="0">
                <a:latin typeface="Calibri" panose="020F0502020204030204" pitchFamily="34" charset="0"/>
              </a:rPr>
              <a:t>y</a:t>
            </a:r>
            <a:r>
              <a:rPr lang="en-US" sz="2000" spc="-5" dirty="0">
                <a:latin typeface="Calibri" panose="020F0502020204030204" pitchFamily="34" charset="0"/>
              </a:rPr>
              <a:t> </a:t>
            </a:r>
            <a:r>
              <a:rPr lang="en-US" sz="2000" spc="-20" dirty="0">
                <a:latin typeface="Calibri" panose="020F0502020204030204" pitchFamily="34" charset="0"/>
              </a:rPr>
              <a:t>th</a:t>
            </a:r>
            <a:r>
              <a:rPr lang="en-US" sz="2000" spc="-15" dirty="0">
                <a:latin typeface="Calibri" panose="020F0502020204030204" pitchFamily="34" charset="0"/>
              </a:rPr>
              <a:t>e</a:t>
            </a:r>
            <a:r>
              <a:rPr lang="en-US" sz="2000" spc="5" dirty="0">
                <a:latin typeface="Calibri" panose="020F0502020204030204" pitchFamily="34" charset="0"/>
              </a:rPr>
              <a:t> </a:t>
            </a:r>
            <a:r>
              <a:rPr lang="en-US" sz="2000" spc="-20" dirty="0">
                <a:latin typeface="Calibri" panose="020F0502020204030204" pitchFamily="34" charset="0"/>
              </a:rPr>
              <a:t>se</a:t>
            </a:r>
            <a:r>
              <a:rPr lang="en-US" sz="2000" spc="-5" dirty="0">
                <a:latin typeface="Calibri" panose="020F0502020204030204" pitchFamily="34" charset="0"/>
              </a:rPr>
              <a:t>n</a:t>
            </a:r>
            <a:r>
              <a:rPr lang="en-US" sz="2000" spc="-15" dirty="0">
                <a:latin typeface="Calibri" panose="020F0502020204030204" pitchFamily="34" charset="0"/>
              </a:rPr>
              <a:t>d</a:t>
            </a:r>
            <a:r>
              <a:rPr lang="en-US" sz="2000" spc="-20" dirty="0">
                <a:latin typeface="Calibri" panose="020F0502020204030204" pitchFamily="34" charset="0"/>
              </a:rPr>
              <a:t>e</a:t>
            </a:r>
            <a:r>
              <a:rPr lang="en-US" sz="2000" spc="-120" dirty="0">
                <a:latin typeface="Calibri" panose="020F0502020204030204" pitchFamily="34" charset="0"/>
              </a:rPr>
              <a:t>r</a:t>
            </a:r>
            <a:r>
              <a:rPr lang="en-US" sz="2000" dirty="0">
                <a:latin typeface="Calibri" panose="020F0502020204030204" pitchFamily="34" charset="0"/>
              </a:rPr>
              <a:t>.</a:t>
            </a:r>
            <a:r>
              <a:rPr lang="en-US" sz="2000" spc="5" dirty="0">
                <a:latin typeface="Calibri" panose="020F0502020204030204" pitchFamily="34" charset="0"/>
              </a:rPr>
              <a:t> </a:t>
            </a:r>
            <a:r>
              <a:rPr lang="en-US" sz="2000" dirty="0">
                <a:latin typeface="Calibri" panose="020F0502020204030204" pitchFamily="34" charset="0"/>
              </a:rPr>
              <a:t>N</a:t>
            </a:r>
            <a:r>
              <a:rPr lang="en-US" sz="2000" spc="-10" dirty="0">
                <a:latin typeface="Calibri" panose="020F0502020204030204" pitchFamily="34" charset="0"/>
              </a:rPr>
              <a:t>o</a:t>
            </a:r>
            <a:r>
              <a:rPr lang="en-US" sz="2000" spc="-15" dirty="0">
                <a:latin typeface="Calibri" panose="020F0502020204030204" pitchFamily="34" charset="0"/>
              </a:rPr>
              <a:t>dd</a:t>
            </a:r>
            <a:r>
              <a:rPr lang="en-US" sz="2000" spc="-10" dirty="0">
                <a:latin typeface="Calibri" panose="020F0502020204030204" pitchFamily="34" charset="0"/>
              </a:rPr>
              <a:t>i</a:t>
            </a:r>
            <a:r>
              <a:rPr lang="en-US" sz="2000" spc="-15" dirty="0">
                <a:latin typeface="Calibri" panose="020F0502020204030204" pitchFamily="34" charset="0"/>
              </a:rPr>
              <a:t>n</a:t>
            </a:r>
            <a:r>
              <a:rPr lang="en-US" sz="2000" spc="5" dirty="0">
                <a:latin typeface="Calibri" panose="020F0502020204030204" pitchFamily="34" charset="0"/>
              </a:rPr>
              <a:t>g</a:t>
            </a:r>
            <a:r>
              <a:rPr lang="en-US" sz="2000" dirty="0">
                <a:latin typeface="Calibri" panose="020F0502020204030204" pitchFamily="34" charset="0"/>
              </a:rPr>
              <a:t>,</a:t>
            </a:r>
            <a:r>
              <a:rPr lang="en-US" sz="2000" spc="5" dirty="0">
                <a:latin typeface="Calibri" panose="020F0502020204030204" pitchFamily="34" charset="0"/>
              </a:rPr>
              <a:t> </a:t>
            </a:r>
            <a:r>
              <a:rPr lang="en-US" sz="2000" spc="-30" dirty="0">
                <a:latin typeface="Calibri" panose="020F0502020204030204" pitchFamily="34" charset="0"/>
              </a:rPr>
              <a:t>f</a:t>
            </a:r>
            <a:r>
              <a:rPr lang="en-US" sz="2000" spc="-15" dirty="0">
                <a:latin typeface="Calibri" panose="020F0502020204030204" pitchFamily="34" charset="0"/>
              </a:rPr>
              <a:t>a</a:t>
            </a:r>
            <a:r>
              <a:rPr lang="en-US" sz="2000" spc="-5" dirty="0">
                <a:latin typeface="Calibri" panose="020F0502020204030204" pitchFamily="34" charset="0"/>
              </a:rPr>
              <a:t>c</a:t>
            </a:r>
            <a:r>
              <a:rPr lang="en-US" sz="2000" spc="-10" dirty="0">
                <a:latin typeface="Calibri" panose="020F0502020204030204" pitchFamily="34" charset="0"/>
              </a:rPr>
              <a:t>ial</a:t>
            </a:r>
            <a:r>
              <a:rPr lang="en-US" sz="2000" spc="-5" dirty="0">
                <a:latin typeface="Calibri" panose="020F0502020204030204" pitchFamily="34" charset="0"/>
              </a:rPr>
              <a:t> </a:t>
            </a:r>
            <a:r>
              <a:rPr lang="en-US" sz="2000" spc="-60" dirty="0">
                <a:latin typeface="Calibri" panose="020F0502020204030204" pitchFamily="34" charset="0"/>
              </a:rPr>
              <a:t>e</a:t>
            </a:r>
            <a:r>
              <a:rPr lang="en-US" sz="2000" dirty="0">
                <a:latin typeface="Calibri" panose="020F0502020204030204" pitchFamily="34" charset="0"/>
              </a:rPr>
              <a:t>x</a:t>
            </a:r>
            <a:r>
              <a:rPr lang="en-US" sz="2000" spc="-15" dirty="0">
                <a:latin typeface="Calibri" panose="020F0502020204030204" pitchFamily="34" charset="0"/>
              </a:rPr>
              <a:t>pre</a:t>
            </a:r>
            <a:r>
              <a:rPr lang="en-US" sz="2000" spc="-20" dirty="0">
                <a:latin typeface="Calibri" panose="020F0502020204030204" pitchFamily="34" charset="0"/>
              </a:rPr>
              <a:t>s</a:t>
            </a:r>
            <a:r>
              <a:rPr lang="en-US" sz="2000" spc="-10" dirty="0">
                <a:latin typeface="Calibri" panose="020F0502020204030204" pitchFamily="34" charset="0"/>
              </a:rPr>
              <a:t>sio</a:t>
            </a:r>
            <a:r>
              <a:rPr lang="en-US" sz="2000" spc="-15" dirty="0">
                <a:latin typeface="Calibri" panose="020F0502020204030204" pitchFamily="34" charset="0"/>
              </a:rPr>
              <a:t>n</a:t>
            </a:r>
            <a:r>
              <a:rPr lang="en-US" sz="2000" dirty="0">
                <a:latin typeface="Calibri" panose="020F0502020204030204" pitchFamily="34" charset="0"/>
              </a:rPr>
              <a:t> </a:t>
            </a:r>
            <a:r>
              <a:rPr lang="en-US" sz="2000" spc="-10" dirty="0">
                <a:latin typeface="Calibri" panose="020F0502020204030204" pitchFamily="34" charset="0"/>
              </a:rPr>
              <a:t>of</a:t>
            </a:r>
            <a:r>
              <a:rPr lang="en-US" sz="2000" spc="-5" dirty="0">
                <a:latin typeface="Calibri" panose="020F0502020204030204" pitchFamily="34" charset="0"/>
              </a:rPr>
              <a:t> </a:t>
            </a:r>
            <a:r>
              <a:rPr lang="en-US" sz="2000" spc="-20" dirty="0">
                <a:latin typeface="Calibri" panose="020F0502020204030204" pitchFamily="34" charset="0"/>
              </a:rPr>
              <a:t>t</a:t>
            </a:r>
            <a:r>
              <a:rPr lang="en-US" sz="2000" spc="-15" dirty="0">
                <a:latin typeface="Calibri" panose="020F0502020204030204" pitchFamily="34" charset="0"/>
              </a:rPr>
              <a:t>he</a:t>
            </a:r>
            <a:r>
              <a:rPr lang="en-US" sz="2000" spc="5" dirty="0">
                <a:latin typeface="Calibri" panose="020F0502020204030204" pitchFamily="34" charset="0"/>
              </a:rPr>
              <a:t> </a:t>
            </a:r>
            <a:r>
              <a:rPr lang="en-US" sz="2000" spc="-15" dirty="0">
                <a:latin typeface="Calibri" panose="020F0502020204030204" pitchFamily="34" charset="0"/>
              </a:rPr>
              <a:t>re</a:t>
            </a:r>
            <a:r>
              <a:rPr lang="en-US" sz="2000" spc="-5" dirty="0">
                <a:latin typeface="Calibri" panose="020F0502020204030204" pitchFamily="34" charset="0"/>
              </a:rPr>
              <a:t>cei</a:t>
            </a:r>
            <a:r>
              <a:rPr lang="en-US" sz="2000" spc="-45" dirty="0">
                <a:latin typeface="Calibri" panose="020F0502020204030204" pitchFamily="34" charset="0"/>
              </a:rPr>
              <a:t>v</a:t>
            </a:r>
            <a:r>
              <a:rPr lang="en-US" sz="2000" spc="-10" dirty="0">
                <a:latin typeface="Calibri" panose="020F0502020204030204" pitchFamily="34" charset="0"/>
              </a:rPr>
              <a:t>er.</a:t>
            </a:r>
          </a:p>
        </p:txBody>
      </p:sp>
      <p:sp>
        <p:nvSpPr>
          <p:cNvPr id="3" name="object 3"/>
          <p:cNvSpPr txBox="1"/>
          <p:nvPr/>
        </p:nvSpPr>
        <p:spPr>
          <a:xfrm>
            <a:off x="382270" y="1598929"/>
            <a:ext cx="7823834" cy="925194"/>
          </a:xfrm>
          <a:prstGeom prst="rect">
            <a:avLst/>
          </a:prstGeom>
        </p:spPr>
        <p:txBody>
          <a:bodyPr vert="horz" wrap="square" lIns="0" tIns="0" rIns="0" bIns="0" rtlCol="0">
            <a:spAutoFit/>
          </a:bodyPr>
          <a:lstStyle/>
          <a:p>
            <a:pPr marL="12700" marR="6350" fontAlgn="auto">
              <a:spcBef>
                <a:spcPts val="0"/>
              </a:spcBef>
              <a:spcAft>
                <a:spcPts val="0"/>
              </a:spcAft>
            </a:pPr>
            <a:r>
              <a:rPr lang="en-US" sz="2000" spc="10" dirty="0">
                <a:solidFill>
                  <a:srgbClr val="00B050"/>
                </a:solidFill>
                <a:latin typeface="Calibri" panose="020F0502020204030204" pitchFamily="34" charset="0"/>
                <a:cs typeface="Franklin Gothic Book"/>
              </a:rPr>
              <a:t>N</a:t>
            </a:r>
            <a:r>
              <a:rPr lang="en-US" sz="2000" spc="-10" dirty="0">
                <a:solidFill>
                  <a:srgbClr val="00B050"/>
                </a:solidFill>
                <a:latin typeface="Calibri" panose="020F0502020204030204" pitchFamily="34" charset="0"/>
                <a:cs typeface="Franklin Gothic Book"/>
              </a:rPr>
              <a:t>o</a:t>
            </a:r>
            <a:r>
              <a:rPr lang="en-US" sz="2000" spc="-40" dirty="0">
                <a:solidFill>
                  <a:srgbClr val="00B050"/>
                </a:solidFill>
                <a:latin typeface="Calibri" panose="020F0502020204030204" pitchFamily="34" charset="0"/>
                <a:cs typeface="Franklin Gothic Book"/>
              </a:rPr>
              <a:t>n</a:t>
            </a:r>
            <a:r>
              <a:rPr lang="en-US" sz="2000" spc="-25" dirty="0">
                <a:solidFill>
                  <a:srgbClr val="00B050"/>
                </a:solidFill>
                <a:latin typeface="Calibri" panose="020F0502020204030204" pitchFamily="34" charset="0"/>
                <a:cs typeface="Franklin Gothic Book"/>
              </a:rPr>
              <a:t>v</a:t>
            </a:r>
            <a:r>
              <a:rPr lang="en-US" sz="2000" spc="-10" dirty="0">
                <a:solidFill>
                  <a:srgbClr val="00B050"/>
                </a:solidFill>
                <a:latin typeface="Calibri" panose="020F0502020204030204" pitchFamily="34" charset="0"/>
                <a:cs typeface="Franklin Gothic Book"/>
              </a:rPr>
              <a:t>e</a:t>
            </a:r>
            <a:r>
              <a:rPr lang="en-US" sz="2000" dirty="0">
                <a:solidFill>
                  <a:srgbClr val="00B050"/>
                </a:solidFill>
                <a:latin typeface="Calibri" panose="020F0502020204030204" pitchFamily="34" charset="0"/>
                <a:cs typeface="Franklin Gothic Book"/>
              </a:rPr>
              <a:t>r</a:t>
            </a:r>
            <a:r>
              <a:rPr lang="en-US" sz="2000" spc="10" dirty="0">
                <a:solidFill>
                  <a:srgbClr val="00B050"/>
                </a:solidFill>
                <a:latin typeface="Calibri" panose="020F0502020204030204" pitchFamily="34" charset="0"/>
                <a:cs typeface="Franklin Gothic Book"/>
              </a:rPr>
              <a:t>b</a:t>
            </a:r>
            <a:r>
              <a:rPr lang="en-US" sz="2000" spc="-5" dirty="0">
                <a:solidFill>
                  <a:srgbClr val="00B050"/>
                </a:solidFill>
                <a:latin typeface="Calibri" panose="020F0502020204030204" pitchFamily="34" charset="0"/>
                <a:cs typeface="Franklin Gothic Book"/>
              </a:rPr>
              <a:t>al</a:t>
            </a:r>
            <a:r>
              <a:rPr lang="en-US" sz="2000" spc="30" dirty="0">
                <a:solidFill>
                  <a:srgbClr val="4D3A2F"/>
                </a:solidFill>
                <a:latin typeface="Calibri" panose="020F0502020204030204" pitchFamily="34" charset="0"/>
                <a:cs typeface="Franklin Gothic Book"/>
              </a:rPr>
              <a:t> </a:t>
            </a:r>
            <a:r>
              <a:rPr lang="en-US" sz="2000" dirty="0">
                <a:solidFill>
                  <a:srgbClr val="4D3A2F"/>
                </a:solidFill>
                <a:latin typeface="Calibri" panose="020F0502020204030204" pitchFamily="34" charset="0"/>
                <a:cs typeface="Franklin Gothic Book"/>
              </a:rPr>
              <a:t>–</a:t>
            </a:r>
            <a:r>
              <a:rPr lang="en-US" sz="2000" spc="5" dirty="0">
                <a:solidFill>
                  <a:srgbClr val="4D3A2F"/>
                </a:solidFill>
                <a:latin typeface="Calibri" panose="020F0502020204030204" pitchFamily="34" charset="0"/>
                <a:cs typeface="Franklin Gothic Book"/>
              </a:rPr>
              <a:t> </a:t>
            </a:r>
            <a:r>
              <a:rPr lang="en-US" sz="2000" spc="-25" dirty="0">
                <a:solidFill>
                  <a:srgbClr val="4D3A2F"/>
                </a:solidFill>
                <a:latin typeface="Calibri" panose="020F0502020204030204" pitchFamily="34" charset="0"/>
                <a:cs typeface="Franklin Gothic Book"/>
              </a:rPr>
              <a:t>a</a:t>
            </a:r>
            <a:r>
              <a:rPr lang="en-US" sz="2000" dirty="0">
                <a:solidFill>
                  <a:srgbClr val="4D3A2F"/>
                </a:solidFill>
                <a:latin typeface="Calibri" panose="020F0502020204030204" pitchFamily="34" charset="0"/>
                <a:cs typeface="Franklin Gothic Book"/>
              </a:rPr>
              <a:t>b</a:t>
            </a:r>
            <a:r>
              <a:rPr lang="en-US" sz="2000" spc="-10" dirty="0">
                <a:solidFill>
                  <a:srgbClr val="4D3A2F"/>
                </a:solidFill>
                <a:latin typeface="Calibri" panose="020F0502020204030204" pitchFamily="34" charset="0"/>
                <a:cs typeface="Franklin Gothic Book"/>
              </a:rPr>
              <a:t>o</a:t>
            </a:r>
            <a:r>
              <a:rPr lang="en-US" sz="2000" spc="-20" dirty="0">
                <a:solidFill>
                  <a:srgbClr val="4D3A2F"/>
                </a:solidFill>
                <a:latin typeface="Calibri" panose="020F0502020204030204" pitchFamily="34" charset="0"/>
                <a:cs typeface="Franklin Gothic Book"/>
              </a:rPr>
              <a:t>u</a:t>
            </a:r>
            <a:r>
              <a:rPr lang="en-US" sz="2000" spc="-10" dirty="0">
                <a:solidFill>
                  <a:srgbClr val="4D3A2F"/>
                </a:solidFill>
                <a:latin typeface="Calibri" panose="020F0502020204030204" pitchFamily="34" charset="0"/>
                <a:cs typeface="Franklin Gothic Book"/>
              </a:rPr>
              <a:t>t </a:t>
            </a:r>
            <a:r>
              <a:rPr lang="en-US" sz="2000" spc="5" dirty="0">
                <a:solidFill>
                  <a:srgbClr val="4D3A2F"/>
                </a:solidFill>
                <a:latin typeface="Calibri" panose="020F0502020204030204" pitchFamily="34" charset="0"/>
                <a:cs typeface="Franklin Gothic Book"/>
              </a:rPr>
              <a:t>93</a:t>
            </a:r>
            <a:r>
              <a:rPr lang="en-US" sz="2000" dirty="0">
                <a:solidFill>
                  <a:srgbClr val="4D3A2F"/>
                </a:solidFill>
                <a:latin typeface="Calibri" panose="020F0502020204030204" pitchFamily="34" charset="0"/>
                <a:cs typeface="Franklin Gothic Book"/>
              </a:rPr>
              <a:t>%</a:t>
            </a:r>
            <a:r>
              <a:rPr lang="en-US" sz="2000" spc="-5" dirty="0">
                <a:solidFill>
                  <a:srgbClr val="4D3A2F"/>
                </a:solidFill>
                <a:latin typeface="Calibri" panose="020F0502020204030204" pitchFamily="34" charset="0"/>
                <a:cs typeface="Franklin Gothic Book"/>
              </a:rPr>
              <a:t> </a:t>
            </a:r>
            <a:r>
              <a:rPr lang="en-US" sz="2000" spc="-10" dirty="0">
                <a:solidFill>
                  <a:srgbClr val="4D3A2F"/>
                </a:solidFill>
                <a:latin typeface="Calibri" panose="020F0502020204030204" pitchFamily="34" charset="0"/>
                <a:cs typeface="Franklin Gothic Book"/>
              </a:rPr>
              <a:t>of</a:t>
            </a:r>
            <a:r>
              <a:rPr lang="en-US" sz="2000" spc="-5" dirty="0">
                <a:solidFill>
                  <a:srgbClr val="4D3A2F"/>
                </a:solidFill>
                <a:latin typeface="Calibri" panose="020F0502020204030204" pitchFamily="34" charset="0"/>
                <a:cs typeface="Franklin Gothic Book"/>
              </a:rPr>
              <a:t> </a:t>
            </a:r>
            <a:r>
              <a:rPr lang="en-US" sz="2000" spc="-15" dirty="0">
                <a:solidFill>
                  <a:srgbClr val="4D3A2F"/>
                </a:solidFill>
                <a:latin typeface="Calibri" panose="020F0502020204030204" pitchFamily="34" charset="0"/>
                <a:cs typeface="Franklin Gothic Book"/>
              </a:rPr>
              <a:t>al</a:t>
            </a:r>
            <a:r>
              <a:rPr lang="en-US" sz="2000" spc="-5" dirty="0">
                <a:solidFill>
                  <a:srgbClr val="4D3A2F"/>
                </a:solidFill>
                <a:latin typeface="Calibri" panose="020F0502020204030204" pitchFamily="34" charset="0"/>
                <a:cs typeface="Franklin Gothic Book"/>
              </a:rPr>
              <a:t>l </a:t>
            </a:r>
            <a:r>
              <a:rPr lang="en-US" sz="2000" spc="-20" dirty="0">
                <a:solidFill>
                  <a:srgbClr val="4D3A2F"/>
                </a:solidFill>
                <a:latin typeface="Calibri" panose="020F0502020204030204" pitchFamily="34" charset="0"/>
                <a:cs typeface="Franklin Gothic Book"/>
              </a:rPr>
              <a:t>pe</a:t>
            </a:r>
            <a:r>
              <a:rPr lang="en-US" sz="2000" dirty="0">
                <a:solidFill>
                  <a:srgbClr val="4D3A2F"/>
                </a:solidFill>
                <a:latin typeface="Calibri" panose="020F0502020204030204" pitchFamily="34" charset="0"/>
                <a:cs typeface="Franklin Gothic Book"/>
              </a:rPr>
              <a:t>r</a:t>
            </a:r>
            <a:r>
              <a:rPr lang="en-US" sz="2000" spc="-20" dirty="0">
                <a:solidFill>
                  <a:srgbClr val="4D3A2F"/>
                </a:solidFill>
                <a:latin typeface="Calibri" panose="020F0502020204030204" pitchFamily="34" charset="0"/>
                <a:cs typeface="Franklin Gothic Book"/>
              </a:rPr>
              <a:t>so</a:t>
            </a:r>
            <a:r>
              <a:rPr lang="en-US" sz="2000" spc="-15" dirty="0">
                <a:solidFill>
                  <a:srgbClr val="4D3A2F"/>
                </a:solidFill>
                <a:latin typeface="Calibri" panose="020F0502020204030204" pitchFamily="34" charset="0"/>
                <a:cs typeface="Franklin Gothic Book"/>
              </a:rPr>
              <a:t>n</a:t>
            </a:r>
            <a:r>
              <a:rPr lang="en-US" sz="2000" spc="10" dirty="0">
                <a:solidFill>
                  <a:srgbClr val="4D3A2F"/>
                </a:solidFill>
                <a:latin typeface="Calibri" panose="020F0502020204030204" pitchFamily="34" charset="0"/>
                <a:cs typeface="Franklin Gothic Book"/>
              </a:rPr>
              <a:t> </a:t>
            </a:r>
            <a:r>
              <a:rPr lang="en-US" sz="2000" spc="-60" dirty="0">
                <a:solidFill>
                  <a:srgbClr val="4D3A2F"/>
                </a:solidFill>
                <a:latin typeface="Calibri" panose="020F0502020204030204" pitchFamily="34" charset="0"/>
                <a:cs typeface="Franklin Gothic Book"/>
              </a:rPr>
              <a:t>t</a:t>
            </a:r>
            <a:r>
              <a:rPr lang="en-US" sz="2000" spc="-15" dirty="0">
                <a:solidFill>
                  <a:srgbClr val="4D3A2F"/>
                </a:solidFill>
                <a:latin typeface="Calibri" panose="020F0502020204030204" pitchFamily="34" charset="0"/>
                <a:cs typeface="Franklin Gothic Book"/>
              </a:rPr>
              <a:t>o</a:t>
            </a:r>
            <a:r>
              <a:rPr lang="en-US" sz="2000" spc="5" dirty="0">
                <a:solidFill>
                  <a:srgbClr val="4D3A2F"/>
                </a:solidFill>
                <a:latin typeface="Calibri" panose="020F0502020204030204" pitchFamily="34" charset="0"/>
                <a:cs typeface="Franklin Gothic Book"/>
              </a:rPr>
              <a:t> </a:t>
            </a:r>
            <a:r>
              <a:rPr lang="en-US" sz="2000" spc="-20" dirty="0">
                <a:solidFill>
                  <a:srgbClr val="4D3A2F"/>
                </a:solidFill>
                <a:latin typeface="Calibri" panose="020F0502020204030204" pitchFamily="34" charset="0"/>
                <a:cs typeface="Franklin Gothic Book"/>
              </a:rPr>
              <a:t>pe</a:t>
            </a:r>
            <a:r>
              <a:rPr lang="en-US" sz="2000" dirty="0">
                <a:solidFill>
                  <a:srgbClr val="4D3A2F"/>
                </a:solidFill>
                <a:latin typeface="Calibri" panose="020F0502020204030204" pitchFamily="34" charset="0"/>
                <a:cs typeface="Franklin Gothic Book"/>
              </a:rPr>
              <a:t>r</a:t>
            </a:r>
            <a:r>
              <a:rPr lang="en-US" sz="2000" spc="-20" dirty="0">
                <a:solidFill>
                  <a:srgbClr val="4D3A2F"/>
                </a:solidFill>
                <a:latin typeface="Calibri" panose="020F0502020204030204" pitchFamily="34" charset="0"/>
                <a:cs typeface="Franklin Gothic Book"/>
              </a:rPr>
              <a:t>s</a:t>
            </a:r>
            <a:r>
              <a:rPr lang="en-US" sz="2000" spc="-10" dirty="0">
                <a:solidFill>
                  <a:srgbClr val="4D3A2F"/>
                </a:solidFill>
                <a:latin typeface="Calibri" panose="020F0502020204030204" pitchFamily="34" charset="0"/>
                <a:cs typeface="Franklin Gothic Book"/>
              </a:rPr>
              <a:t>o</a:t>
            </a:r>
            <a:r>
              <a:rPr lang="en-US" sz="2000" spc="-15" dirty="0">
                <a:solidFill>
                  <a:srgbClr val="4D3A2F"/>
                </a:solidFill>
                <a:latin typeface="Calibri" panose="020F0502020204030204" pitchFamily="34" charset="0"/>
                <a:cs typeface="Franklin Gothic Book"/>
              </a:rPr>
              <a:t>n</a:t>
            </a:r>
            <a:r>
              <a:rPr lang="en-US" sz="2000" dirty="0">
                <a:solidFill>
                  <a:srgbClr val="4D3A2F"/>
                </a:solidFill>
                <a:latin typeface="Calibri" panose="020F0502020204030204" pitchFamily="34" charset="0"/>
                <a:cs typeface="Franklin Gothic Book"/>
              </a:rPr>
              <a:t> </a:t>
            </a:r>
            <a:r>
              <a:rPr lang="en-US" sz="2000" spc="-5" dirty="0">
                <a:solidFill>
                  <a:srgbClr val="4D3A2F"/>
                </a:solidFill>
                <a:latin typeface="Calibri" panose="020F0502020204030204" pitchFamily="34" charset="0"/>
                <a:cs typeface="Franklin Gothic Book"/>
              </a:rPr>
              <a:t>c</a:t>
            </a:r>
            <a:r>
              <a:rPr lang="en-US" sz="2000" spc="-20" dirty="0">
                <a:solidFill>
                  <a:srgbClr val="4D3A2F"/>
                </a:solidFill>
                <a:latin typeface="Calibri" panose="020F0502020204030204" pitchFamily="34" charset="0"/>
                <a:cs typeface="Franklin Gothic Book"/>
              </a:rPr>
              <a:t>om</a:t>
            </a:r>
            <a:r>
              <a:rPr lang="en-US" sz="2000" spc="-10" dirty="0">
                <a:solidFill>
                  <a:srgbClr val="4D3A2F"/>
                </a:solidFill>
                <a:latin typeface="Calibri" panose="020F0502020204030204" pitchFamily="34" charset="0"/>
                <a:cs typeface="Franklin Gothic Book"/>
              </a:rPr>
              <a:t>m</a:t>
            </a:r>
            <a:r>
              <a:rPr lang="en-US" sz="2000" spc="-20" dirty="0">
                <a:solidFill>
                  <a:srgbClr val="4D3A2F"/>
                </a:solidFill>
                <a:latin typeface="Calibri" panose="020F0502020204030204" pitchFamily="34" charset="0"/>
                <a:cs typeface="Franklin Gothic Book"/>
              </a:rPr>
              <a:t>u</a:t>
            </a:r>
            <a:r>
              <a:rPr lang="en-US" sz="2000" spc="-15" dirty="0">
                <a:solidFill>
                  <a:srgbClr val="4D3A2F"/>
                </a:solidFill>
                <a:latin typeface="Calibri" panose="020F0502020204030204" pitchFamily="34" charset="0"/>
                <a:cs typeface="Franklin Gothic Book"/>
              </a:rPr>
              <a:t>n</a:t>
            </a:r>
            <a:r>
              <a:rPr lang="en-US" sz="2000" spc="-10" dirty="0">
                <a:solidFill>
                  <a:srgbClr val="4D3A2F"/>
                </a:solidFill>
                <a:latin typeface="Calibri" panose="020F0502020204030204" pitchFamily="34" charset="0"/>
                <a:cs typeface="Franklin Gothic Book"/>
              </a:rPr>
              <a:t>i</a:t>
            </a:r>
            <a:r>
              <a:rPr lang="en-US" sz="2000" spc="-5" dirty="0">
                <a:solidFill>
                  <a:srgbClr val="4D3A2F"/>
                </a:solidFill>
                <a:latin typeface="Calibri" panose="020F0502020204030204" pitchFamily="34" charset="0"/>
                <a:cs typeface="Franklin Gothic Book"/>
              </a:rPr>
              <a:t>c</a:t>
            </a:r>
            <a:r>
              <a:rPr lang="en-US" sz="2000" spc="-15" dirty="0">
                <a:solidFill>
                  <a:srgbClr val="4D3A2F"/>
                </a:solidFill>
                <a:latin typeface="Calibri" panose="020F0502020204030204" pitchFamily="34" charset="0"/>
                <a:cs typeface="Franklin Gothic Book"/>
              </a:rPr>
              <a:t>a</a:t>
            </a:r>
            <a:r>
              <a:rPr lang="en-US" sz="2000" spc="-20" dirty="0">
                <a:solidFill>
                  <a:srgbClr val="4D3A2F"/>
                </a:solidFill>
                <a:latin typeface="Calibri" panose="020F0502020204030204" pitchFamily="34" charset="0"/>
                <a:cs typeface="Franklin Gothic Book"/>
              </a:rPr>
              <a:t>t</a:t>
            </a:r>
            <a:r>
              <a:rPr lang="en-US" sz="2000" spc="-10" dirty="0">
                <a:solidFill>
                  <a:srgbClr val="4D3A2F"/>
                </a:solidFill>
                <a:latin typeface="Calibri" panose="020F0502020204030204" pitchFamily="34" charset="0"/>
                <a:cs typeface="Franklin Gothic Book"/>
              </a:rPr>
              <a:t>ions</a:t>
            </a:r>
            <a:r>
              <a:rPr lang="en-US" sz="2000" dirty="0">
                <a:solidFill>
                  <a:srgbClr val="4D3A2F"/>
                </a:solidFill>
                <a:latin typeface="Calibri" panose="020F0502020204030204" pitchFamily="34" charset="0"/>
                <a:cs typeface="Franklin Gothic Book"/>
              </a:rPr>
              <a:t> </a:t>
            </a:r>
            <a:r>
              <a:rPr lang="en-US" sz="2000" spc="-25" dirty="0">
                <a:solidFill>
                  <a:srgbClr val="4D3A2F"/>
                </a:solidFill>
                <a:latin typeface="Calibri" panose="020F0502020204030204" pitchFamily="34" charset="0"/>
                <a:cs typeface="Franklin Gothic Book"/>
              </a:rPr>
              <a:t>a</a:t>
            </a:r>
            <a:r>
              <a:rPr lang="en-US" sz="2000" spc="-15" dirty="0">
                <a:solidFill>
                  <a:srgbClr val="4D3A2F"/>
                </a:solidFill>
                <a:latin typeface="Calibri" panose="020F0502020204030204" pitchFamily="34" charset="0"/>
                <a:cs typeface="Franklin Gothic Book"/>
              </a:rPr>
              <a:t>re</a:t>
            </a:r>
            <a:r>
              <a:rPr lang="en-US" sz="2000" spc="5" dirty="0">
                <a:solidFill>
                  <a:srgbClr val="4D3A2F"/>
                </a:solidFill>
                <a:latin typeface="Calibri" panose="020F0502020204030204" pitchFamily="34" charset="0"/>
                <a:cs typeface="Franklin Gothic Book"/>
              </a:rPr>
              <a:t> </a:t>
            </a:r>
            <a:r>
              <a:rPr lang="en-US" sz="2000" spc="-15" dirty="0">
                <a:solidFill>
                  <a:srgbClr val="4D3A2F"/>
                </a:solidFill>
                <a:latin typeface="Calibri" panose="020F0502020204030204" pitchFamily="34" charset="0"/>
                <a:cs typeface="Franklin Gothic Book"/>
              </a:rPr>
              <a:t>n</a:t>
            </a:r>
            <a:r>
              <a:rPr lang="en-US" sz="2000" spc="-10" dirty="0">
                <a:solidFill>
                  <a:srgbClr val="4D3A2F"/>
                </a:solidFill>
                <a:latin typeface="Calibri" panose="020F0502020204030204" pitchFamily="34" charset="0"/>
                <a:cs typeface="Franklin Gothic Book"/>
              </a:rPr>
              <a:t>o</a:t>
            </a:r>
            <a:r>
              <a:rPr lang="en-US" sz="2000" spc="-15" dirty="0">
                <a:solidFill>
                  <a:srgbClr val="4D3A2F"/>
                </a:solidFill>
                <a:latin typeface="Calibri" panose="020F0502020204030204" pitchFamily="34" charset="0"/>
                <a:cs typeface="Franklin Gothic Book"/>
              </a:rPr>
              <a:t>n</a:t>
            </a:r>
            <a:r>
              <a:rPr lang="en-US" sz="2000" dirty="0">
                <a:solidFill>
                  <a:srgbClr val="4D3A2F"/>
                </a:solidFill>
                <a:latin typeface="Calibri" panose="020F0502020204030204" pitchFamily="34" charset="0"/>
                <a:cs typeface="Franklin Gothic Book"/>
              </a:rPr>
              <a:t>- </a:t>
            </a:r>
            <a:r>
              <a:rPr lang="en-US" sz="2000" spc="-45" dirty="0">
                <a:solidFill>
                  <a:srgbClr val="4D3A2F"/>
                </a:solidFill>
                <a:latin typeface="Calibri" panose="020F0502020204030204" pitchFamily="34" charset="0"/>
                <a:cs typeface="Franklin Gothic Book"/>
              </a:rPr>
              <a:t>v</a:t>
            </a:r>
            <a:r>
              <a:rPr lang="en-US" sz="2000" spc="-15" dirty="0">
                <a:solidFill>
                  <a:srgbClr val="4D3A2F"/>
                </a:solidFill>
                <a:latin typeface="Calibri" panose="020F0502020204030204" pitchFamily="34" charset="0"/>
                <a:cs typeface="Franklin Gothic Book"/>
              </a:rPr>
              <a:t>erba</a:t>
            </a:r>
            <a:r>
              <a:rPr lang="en-US" sz="2000" spc="-10" dirty="0">
                <a:solidFill>
                  <a:srgbClr val="4D3A2F"/>
                </a:solidFill>
                <a:latin typeface="Calibri" panose="020F0502020204030204" pitchFamily="34" charset="0"/>
                <a:cs typeface="Franklin Gothic Book"/>
              </a:rPr>
              <a:t>l.</a:t>
            </a:r>
            <a:endParaRPr lang="en-US" sz="2000" dirty="0">
              <a:solidFill>
                <a:prstClr val="black"/>
              </a:solidFill>
              <a:latin typeface="Calibri" panose="020F0502020204030204" pitchFamily="34" charset="0"/>
              <a:cs typeface="Franklin Gothic Book"/>
            </a:endParaRPr>
          </a:p>
          <a:p>
            <a:pPr marL="12700" fontAlgn="auto">
              <a:spcBef>
                <a:spcPts val="0"/>
              </a:spcBef>
              <a:spcAft>
                <a:spcPts val="0"/>
              </a:spcAft>
            </a:pPr>
            <a:r>
              <a:rPr lang="en-US" sz="2000" spc="-20" dirty="0">
                <a:solidFill>
                  <a:srgbClr val="00B050"/>
                </a:solidFill>
                <a:latin typeface="Calibri" panose="020F0502020204030204" pitchFamily="34" charset="0"/>
                <a:cs typeface="Franklin Gothic Book"/>
              </a:rPr>
              <a:t>Bo</a:t>
            </a:r>
            <a:r>
              <a:rPr lang="en-US" sz="2000" spc="-15" dirty="0">
                <a:solidFill>
                  <a:srgbClr val="00B050"/>
                </a:solidFill>
                <a:latin typeface="Calibri" panose="020F0502020204030204" pitchFamily="34" charset="0"/>
                <a:cs typeface="Franklin Gothic Book"/>
              </a:rPr>
              <a:t>d</a:t>
            </a:r>
            <a:r>
              <a:rPr lang="en-US" sz="2000" dirty="0">
                <a:solidFill>
                  <a:srgbClr val="00B050"/>
                </a:solidFill>
                <a:latin typeface="Calibri" panose="020F0502020204030204" pitchFamily="34" charset="0"/>
                <a:cs typeface="Franklin Gothic Book"/>
              </a:rPr>
              <a:t>y</a:t>
            </a:r>
            <a:r>
              <a:rPr lang="en-US" sz="2000" spc="5" dirty="0">
                <a:solidFill>
                  <a:srgbClr val="00B050"/>
                </a:solidFill>
                <a:latin typeface="Calibri" panose="020F0502020204030204" pitchFamily="34" charset="0"/>
                <a:cs typeface="Franklin Gothic Book"/>
              </a:rPr>
              <a:t> </a:t>
            </a:r>
            <a:r>
              <a:rPr lang="en-US" sz="2000" spc="-15" dirty="0">
                <a:solidFill>
                  <a:srgbClr val="00B050"/>
                </a:solidFill>
                <a:latin typeface="Calibri" panose="020F0502020204030204" pitchFamily="34" charset="0"/>
                <a:cs typeface="Franklin Gothic Book"/>
              </a:rPr>
              <a:t>L</a:t>
            </a:r>
            <a:r>
              <a:rPr lang="en-US" sz="2000" spc="-25" dirty="0">
                <a:solidFill>
                  <a:srgbClr val="00B050"/>
                </a:solidFill>
                <a:latin typeface="Calibri" panose="020F0502020204030204" pitchFamily="34" charset="0"/>
                <a:cs typeface="Franklin Gothic Book"/>
              </a:rPr>
              <a:t>a</a:t>
            </a:r>
            <a:r>
              <a:rPr lang="en-US" sz="2000" spc="-5" dirty="0">
                <a:solidFill>
                  <a:srgbClr val="00B050"/>
                </a:solidFill>
                <a:latin typeface="Calibri" panose="020F0502020204030204" pitchFamily="34" charset="0"/>
                <a:cs typeface="Franklin Gothic Book"/>
              </a:rPr>
              <a:t>ng</a:t>
            </a:r>
            <a:r>
              <a:rPr lang="en-US" sz="2000" spc="-20" dirty="0">
                <a:solidFill>
                  <a:srgbClr val="00B050"/>
                </a:solidFill>
                <a:latin typeface="Calibri" panose="020F0502020204030204" pitchFamily="34" charset="0"/>
                <a:cs typeface="Franklin Gothic Book"/>
              </a:rPr>
              <a:t>u</a:t>
            </a:r>
            <a:r>
              <a:rPr lang="en-US" sz="2000" spc="-15" dirty="0">
                <a:solidFill>
                  <a:srgbClr val="00B050"/>
                </a:solidFill>
                <a:latin typeface="Calibri" panose="020F0502020204030204" pitchFamily="34" charset="0"/>
                <a:cs typeface="Franklin Gothic Book"/>
              </a:rPr>
              <a:t>a</a:t>
            </a:r>
            <a:r>
              <a:rPr lang="en-US" sz="2000" spc="-5" dirty="0">
                <a:solidFill>
                  <a:srgbClr val="00B050"/>
                </a:solidFill>
                <a:latin typeface="Calibri" panose="020F0502020204030204" pitchFamily="34" charset="0"/>
                <a:cs typeface="Franklin Gothic Book"/>
              </a:rPr>
              <a:t>g</a:t>
            </a:r>
            <a:r>
              <a:rPr lang="en-US" sz="2000" spc="-15" dirty="0">
                <a:solidFill>
                  <a:srgbClr val="00B050"/>
                </a:solidFill>
                <a:latin typeface="Calibri" panose="020F0502020204030204" pitchFamily="34" charset="0"/>
                <a:cs typeface="Franklin Gothic Book"/>
              </a:rPr>
              <a:t>e</a:t>
            </a:r>
            <a:r>
              <a:rPr lang="en-US" sz="2000" spc="5" dirty="0">
                <a:solidFill>
                  <a:srgbClr val="00B050"/>
                </a:solidFill>
                <a:latin typeface="Calibri" panose="020F0502020204030204" pitchFamily="34" charset="0"/>
                <a:cs typeface="Franklin Gothic Book"/>
              </a:rPr>
              <a:t> </a:t>
            </a:r>
            <a:r>
              <a:rPr lang="en-US" sz="2000" spc="-5" dirty="0">
                <a:solidFill>
                  <a:srgbClr val="4D3A2F"/>
                </a:solidFill>
                <a:latin typeface="Calibri" panose="020F0502020204030204" pitchFamily="34" charset="0"/>
                <a:cs typeface="Franklin Gothic Book"/>
              </a:rPr>
              <a:t>5</a:t>
            </a:r>
            <a:r>
              <a:rPr lang="en-US" sz="2000" spc="5" dirty="0">
                <a:solidFill>
                  <a:srgbClr val="4D3A2F"/>
                </a:solidFill>
                <a:latin typeface="Calibri" panose="020F0502020204030204" pitchFamily="34" charset="0"/>
                <a:cs typeface="Franklin Gothic Book"/>
              </a:rPr>
              <a:t>5</a:t>
            </a:r>
            <a:r>
              <a:rPr lang="en-US" sz="2000" dirty="0">
                <a:solidFill>
                  <a:srgbClr val="4D3A2F"/>
                </a:solidFill>
                <a:latin typeface="Calibri" panose="020F0502020204030204" pitchFamily="34" charset="0"/>
                <a:cs typeface="Franklin Gothic Book"/>
              </a:rPr>
              <a:t>%</a:t>
            </a:r>
            <a:endParaRPr lang="en-US" sz="2000" dirty="0">
              <a:solidFill>
                <a:prstClr val="black"/>
              </a:solidFill>
              <a:latin typeface="Calibri" panose="020F0502020204030204" pitchFamily="34" charset="0"/>
              <a:cs typeface="Franklin Gothic Book"/>
            </a:endParaRPr>
          </a:p>
        </p:txBody>
      </p:sp>
      <p:sp>
        <p:nvSpPr>
          <p:cNvPr id="5" name="object 5"/>
          <p:cNvSpPr txBox="1"/>
          <p:nvPr/>
        </p:nvSpPr>
        <p:spPr>
          <a:xfrm>
            <a:off x="382270" y="2513329"/>
            <a:ext cx="5299710" cy="315595"/>
          </a:xfrm>
          <a:prstGeom prst="rect">
            <a:avLst/>
          </a:prstGeom>
        </p:spPr>
        <p:txBody>
          <a:bodyPr vert="horz" wrap="square" lIns="0" tIns="0" rIns="0" bIns="0" rtlCol="0">
            <a:spAutoFit/>
          </a:bodyPr>
          <a:lstStyle/>
          <a:p>
            <a:pPr marL="12700" fontAlgn="auto">
              <a:spcBef>
                <a:spcPts val="0"/>
              </a:spcBef>
              <a:spcAft>
                <a:spcPts val="0"/>
              </a:spcAft>
            </a:pPr>
            <a:r>
              <a:rPr lang="en-US" sz="2000" spc="-135" dirty="0">
                <a:solidFill>
                  <a:srgbClr val="00B050"/>
                </a:solidFill>
                <a:latin typeface="Calibri" panose="020F0502020204030204" pitchFamily="34" charset="0"/>
                <a:cs typeface="Franklin Gothic Book"/>
              </a:rPr>
              <a:t>T</a:t>
            </a:r>
            <a:r>
              <a:rPr lang="en-US" sz="2000" spc="-20" dirty="0">
                <a:solidFill>
                  <a:srgbClr val="00B050"/>
                </a:solidFill>
                <a:latin typeface="Calibri" panose="020F0502020204030204" pitchFamily="34" charset="0"/>
                <a:cs typeface="Franklin Gothic Book"/>
              </a:rPr>
              <a:t>o</a:t>
            </a:r>
            <a:r>
              <a:rPr lang="en-US" sz="2000" spc="-15" dirty="0">
                <a:solidFill>
                  <a:srgbClr val="00B050"/>
                </a:solidFill>
                <a:latin typeface="Calibri" panose="020F0502020204030204" pitchFamily="34" charset="0"/>
                <a:cs typeface="Franklin Gothic Book"/>
              </a:rPr>
              <a:t>ne</a:t>
            </a:r>
            <a:r>
              <a:rPr lang="en-US" sz="2000" spc="5" dirty="0">
                <a:solidFill>
                  <a:srgbClr val="00B050"/>
                </a:solidFill>
                <a:latin typeface="Calibri" panose="020F0502020204030204" pitchFamily="34" charset="0"/>
                <a:cs typeface="Franklin Gothic Book"/>
              </a:rPr>
              <a:t> </a:t>
            </a:r>
            <a:r>
              <a:rPr lang="en-US" sz="2000" spc="-10" dirty="0">
                <a:solidFill>
                  <a:srgbClr val="00B050"/>
                </a:solidFill>
                <a:latin typeface="Calibri" panose="020F0502020204030204" pitchFamily="34" charset="0"/>
                <a:cs typeface="Franklin Gothic Book"/>
              </a:rPr>
              <a:t>of</a:t>
            </a:r>
            <a:r>
              <a:rPr lang="en-US" sz="2000" spc="-5" dirty="0">
                <a:solidFill>
                  <a:srgbClr val="00B050"/>
                </a:solidFill>
                <a:latin typeface="Calibri" panose="020F0502020204030204" pitchFamily="34" charset="0"/>
                <a:cs typeface="Franklin Gothic Book"/>
              </a:rPr>
              <a:t> </a:t>
            </a:r>
            <a:r>
              <a:rPr lang="en-US" sz="2000" spc="-25" dirty="0">
                <a:solidFill>
                  <a:srgbClr val="00B050"/>
                </a:solidFill>
                <a:latin typeface="Calibri" panose="020F0502020204030204" pitchFamily="34" charset="0"/>
                <a:cs typeface="Franklin Gothic Book"/>
              </a:rPr>
              <a:t>v</a:t>
            </a:r>
            <a:r>
              <a:rPr lang="en-US" sz="2000" spc="-15" dirty="0">
                <a:solidFill>
                  <a:srgbClr val="00B050"/>
                </a:solidFill>
                <a:latin typeface="Calibri" panose="020F0502020204030204" pitchFamily="34" charset="0"/>
                <a:cs typeface="Franklin Gothic Book"/>
              </a:rPr>
              <a:t>oice</a:t>
            </a:r>
            <a:r>
              <a:rPr lang="en-US" sz="2000" spc="5" dirty="0">
                <a:solidFill>
                  <a:srgbClr val="00B050"/>
                </a:solidFill>
                <a:latin typeface="Calibri" panose="020F0502020204030204" pitchFamily="34" charset="0"/>
                <a:cs typeface="Franklin Gothic Book"/>
              </a:rPr>
              <a:t> </a:t>
            </a:r>
            <a:r>
              <a:rPr lang="en-US" sz="2000" spc="5" dirty="0">
                <a:solidFill>
                  <a:srgbClr val="4D3A2F"/>
                </a:solidFill>
                <a:latin typeface="Calibri" panose="020F0502020204030204" pitchFamily="34" charset="0"/>
                <a:cs typeface="Franklin Gothic Book"/>
              </a:rPr>
              <a:t>3</a:t>
            </a:r>
            <a:r>
              <a:rPr lang="en-US" sz="2000" spc="-5" dirty="0">
                <a:solidFill>
                  <a:srgbClr val="4D3A2F"/>
                </a:solidFill>
                <a:latin typeface="Calibri" panose="020F0502020204030204" pitchFamily="34" charset="0"/>
                <a:cs typeface="Franklin Gothic Book"/>
              </a:rPr>
              <a:t>8%</a:t>
            </a:r>
            <a:r>
              <a:rPr lang="en-US" sz="2000" dirty="0">
                <a:solidFill>
                  <a:srgbClr val="4D3A2F"/>
                </a:solidFill>
                <a:latin typeface="Calibri" panose="020F0502020204030204" pitchFamily="34" charset="0"/>
                <a:cs typeface="Franklin Gothic Book"/>
              </a:rPr>
              <a:t>,</a:t>
            </a:r>
            <a:r>
              <a:rPr lang="en-US" sz="2000" spc="5" dirty="0">
                <a:solidFill>
                  <a:srgbClr val="4D3A2F"/>
                </a:solidFill>
                <a:latin typeface="Calibri" panose="020F0502020204030204" pitchFamily="34" charset="0"/>
                <a:cs typeface="Franklin Gothic Book"/>
              </a:rPr>
              <a:t> </a:t>
            </a:r>
            <a:r>
              <a:rPr lang="en-US" sz="2000" spc="-5" dirty="0">
                <a:solidFill>
                  <a:srgbClr val="4D3A2F"/>
                </a:solidFill>
                <a:latin typeface="Calibri" panose="020F0502020204030204" pitchFamily="34" charset="0"/>
                <a:cs typeface="Franklin Gothic Book"/>
              </a:rPr>
              <a:t>c</a:t>
            </a:r>
            <a:r>
              <a:rPr lang="en-US" sz="2000" spc="-15" dirty="0">
                <a:solidFill>
                  <a:srgbClr val="4D3A2F"/>
                </a:solidFill>
                <a:latin typeface="Calibri" panose="020F0502020204030204" pitchFamily="34" charset="0"/>
                <a:cs typeface="Franklin Gothic Book"/>
              </a:rPr>
              <a:t>h</a:t>
            </a:r>
            <a:r>
              <a:rPr lang="en-US" sz="2000" spc="-25" dirty="0">
                <a:solidFill>
                  <a:srgbClr val="4D3A2F"/>
                </a:solidFill>
                <a:latin typeface="Calibri" panose="020F0502020204030204" pitchFamily="34" charset="0"/>
                <a:cs typeface="Franklin Gothic Book"/>
              </a:rPr>
              <a:t>a</a:t>
            </a:r>
            <a:r>
              <a:rPr lang="en-US" sz="2000" spc="-5" dirty="0">
                <a:solidFill>
                  <a:srgbClr val="4D3A2F"/>
                </a:solidFill>
                <a:latin typeface="Calibri" panose="020F0502020204030204" pitchFamily="34" charset="0"/>
                <a:cs typeface="Franklin Gothic Book"/>
              </a:rPr>
              <a:t>ng</a:t>
            </a:r>
            <a:r>
              <a:rPr lang="en-US" sz="2000" spc="-20" dirty="0">
                <a:solidFill>
                  <a:srgbClr val="4D3A2F"/>
                </a:solidFill>
                <a:latin typeface="Calibri" panose="020F0502020204030204" pitchFamily="34" charset="0"/>
                <a:cs typeface="Franklin Gothic Book"/>
              </a:rPr>
              <a:t>e</a:t>
            </a:r>
            <a:r>
              <a:rPr lang="en-US" sz="2000" spc="-10" dirty="0">
                <a:solidFill>
                  <a:srgbClr val="4D3A2F"/>
                </a:solidFill>
                <a:latin typeface="Calibri" panose="020F0502020204030204" pitchFamily="34" charset="0"/>
                <a:cs typeface="Franklin Gothic Book"/>
              </a:rPr>
              <a:t>s</a:t>
            </a:r>
            <a:r>
              <a:rPr lang="en-US" sz="2000" dirty="0">
                <a:solidFill>
                  <a:srgbClr val="4D3A2F"/>
                </a:solidFill>
                <a:latin typeface="Calibri" panose="020F0502020204030204" pitchFamily="34" charset="0"/>
                <a:cs typeface="Franklin Gothic Book"/>
              </a:rPr>
              <a:t> </a:t>
            </a:r>
            <a:r>
              <a:rPr lang="en-US" sz="2000" spc="-50" dirty="0">
                <a:solidFill>
                  <a:srgbClr val="4D3A2F"/>
                </a:solidFill>
                <a:latin typeface="Calibri" panose="020F0502020204030204" pitchFamily="34" charset="0"/>
                <a:cs typeface="Franklin Gothic Book"/>
              </a:rPr>
              <a:t>t</a:t>
            </a:r>
            <a:r>
              <a:rPr lang="en-US" sz="2000" spc="-15" dirty="0">
                <a:solidFill>
                  <a:srgbClr val="4D3A2F"/>
                </a:solidFill>
                <a:latin typeface="Calibri" panose="020F0502020204030204" pitchFamily="34" charset="0"/>
                <a:cs typeface="Franklin Gothic Book"/>
              </a:rPr>
              <a:t>o</a:t>
            </a:r>
            <a:r>
              <a:rPr lang="en-US" sz="2000" spc="-5" dirty="0">
                <a:solidFill>
                  <a:srgbClr val="4D3A2F"/>
                </a:solidFill>
                <a:latin typeface="Calibri" panose="020F0502020204030204" pitchFamily="34" charset="0"/>
                <a:cs typeface="Franklin Gothic Book"/>
              </a:rPr>
              <a:t> </a:t>
            </a:r>
            <a:r>
              <a:rPr lang="en-US" sz="2000" spc="5" dirty="0">
                <a:solidFill>
                  <a:srgbClr val="4D3A2F"/>
                </a:solidFill>
                <a:latin typeface="Calibri" panose="020F0502020204030204" pitchFamily="34" charset="0"/>
                <a:cs typeface="Franklin Gothic Book"/>
              </a:rPr>
              <a:t>86</a:t>
            </a:r>
            <a:r>
              <a:rPr lang="en-US" sz="2000" dirty="0">
                <a:solidFill>
                  <a:srgbClr val="4D3A2F"/>
                </a:solidFill>
                <a:latin typeface="Calibri" panose="020F0502020204030204" pitchFamily="34" charset="0"/>
                <a:cs typeface="Franklin Gothic Book"/>
              </a:rPr>
              <a:t>%</a:t>
            </a:r>
            <a:r>
              <a:rPr lang="en-US" sz="2000" spc="-5" dirty="0">
                <a:solidFill>
                  <a:srgbClr val="4D3A2F"/>
                </a:solidFill>
                <a:latin typeface="Calibri" panose="020F0502020204030204" pitchFamily="34" charset="0"/>
                <a:cs typeface="Franklin Gothic Book"/>
              </a:rPr>
              <a:t> </a:t>
            </a:r>
            <a:r>
              <a:rPr lang="en-US" sz="2000" spc="-20" dirty="0">
                <a:solidFill>
                  <a:srgbClr val="4D3A2F"/>
                </a:solidFill>
                <a:latin typeface="Calibri" panose="020F0502020204030204" pitchFamily="34" charset="0"/>
                <a:cs typeface="Franklin Gothic Book"/>
              </a:rPr>
              <a:t>o</a:t>
            </a:r>
            <a:r>
              <a:rPr lang="en-US" sz="2000" spc="-15" dirty="0">
                <a:solidFill>
                  <a:srgbClr val="4D3A2F"/>
                </a:solidFill>
                <a:latin typeface="Calibri" panose="020F0502020204030204" pitchFamily="34" charset="0"/>
                <a:cs typeface="Franklin Gothic Book"/>
              </a:rPr>
              <a:t>n</a:t>
            </a:r>
            <a:r>
              <a:rPr lang="en-US" sz="2000" spc="10" dirty="0">
                <a:solidFill>
                  <a:srgbClr val="4D3A2F"/>
                </a:solidFill>
                <a:latin typeface="Calibri" panose="020F0502020204030204" pitchFamily="34" charset="0"/>
                <a:cs typeface="Franklin Gothic Book"/>
              </a:rPr>
              <a:t> </a:t>
            </a:r>
            <a:r>
              <a:rPr lang="en-US" sz="2000" spc="-20" dirty="0">
                <a:solidFill>
                  <a:srgbClr val="4D3A2F"/>
                </a:solidFill>
                <a:latin typeface="Calibri" panose="020F0502020204030204" pitchFamily="34" charset="0"/>
                <a:cs typeface="Franklin Gothic Book"/>
              </a:rPr>
              <a:t>t</a:t>
            </a:r>
            <a:r>
              <a:rPr lang="en-US" sz="2000" spc="-15" dirty="0">
                <a:solidFill>
                  <a:srgbClr val="4D3A2F"/>
                </a:solidFill>
                <a:latin typeface="Calibri" panose="020F0502020204030204" pitchFamily="34" charset="0"/>
                <a:cs typeface="Franklin Gothic Book"/>
              </a:rPr>
              <a:t>he</a:t>
            </a:r>
            <a:r>
              <a:rPr lang="en-US" sz="2000" spc="5" dirty="0">
                <a:solidFill>
                  <a:srgbClr val="4D3A2F"/>
                </a:solidFill>
                <a:latin typeface="Calibri" panose="020F0502020204030204" pitchFamily="34" charset="0"/>
                <a:cs typeface="Franklin Gothic Book"/>
              </a:rPr>
              <a:t> </a:t>
            </a:r>
            <a:r>
              <a:rPr lang="en-US" sz="2000" spc="-20" dirty="0">
                <a:solidFill>
                  <a:srgbClr val="4D3A2F"/>
                </a:solidFill>
                <a:latin typeface="Calibri" panose="020F0502020204030204" pitchFamily="34" charset="0"/>
                <a:cs typeface="Franklin Gothic Book"/>
              </a:rPr>
              <a:t>pho</a:t>
            </a:r>
            <a:r>
              <a:rPr lang="en-US" sz="2000" spc="-15" dirty="0">
                <a:solidFill>
                  <a:srgbClr val="4D3A2F"/>
                </a:solidFill>
                <a:latin typeface="Calibri" panose="020F0502020204030204" pitchFamily="34" charset="0"/>
                <a:cs typeface="Franklin Gothic Book"/>
              </a:rPr>
              <a:t>ne</a:t>
            </a:r>
            <a:endParaRPr lang="en-US" sz="2000" dirty="0">
              <a:solidFill>
                <a:prstClr val="black"/>
              </a:solidFill>
              <a:latin typeface="Calibri" panose="020F0502020204030204" pitchFamily="34" charset="0"/>
              <a:cs typeface="Franklin Gothic Book"/>
            </a:endParaRPr>
          </a:p>
        </p:txBody>
      </p:sp>
      <p:sp>
        <p:nvSpPr>
          <p:cNvPr id="12" name="object 12"/>
          <p:cNvSpPr/>
          <p:nvPr/>
        </p:nvSpPr>
        <p:spPr>
          <a:xfrm>
            <a:off x="96519" y="6183629"/>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3" name="object 13"/>
          <p:cNvSpPr/>
          <p:nvPr/>
        </p:nvSpPr>
        <p:spPr>
          <a:xfrm>
            <a:off x="581659" y="6708140"/>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4"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a:p>
        </p:txBody>
      </p:sp>
      <p:sp>
        <p:nvSpPr>
          <p:cNvPr id="9" name="Slide Number Placeholder 8">
            <a:extLst>
              <a:ext uri="{FF2B5EF4-FFF2-40B4-BE49-F238E27FC236}">
                <a16:creationId xmlns:a16="http://schemas.microsoft.com/office/drawing/2014/main" id="{E423075A-7351-4919-BF34-6AB382394353}"/>
              </a:ext>
            </a:extLst>
          </p:cNvPr>
          <p:cNvSpPr>
            <a:spLocks noGrp="1"/>
          </p:cNvSpPr>
          <p:nvPr>
            <p:ph type="sldNum" sz="quarter" idx="12"/>
          </p:nvPr>
        </p:nvSpPr>
        <p:spPr/>
        <p:txBody>
          <a:bodyPr/>
          <a:lstStyle/>
          <a:p>
            <a:fld id="{E31375A4-56A4-47D6-9801-1991572033F7}" type="slidenum">
              <a:rPr lang="en-US" smtClean="0">
                <a:solidFill>
                  <a:prstClr val="black"/>
                </a:solidFill>
              </a:rPr>
              <a:pPr/>
              <a:t>31</a:t>
            </a:fld>
            <a:endParaRPr lang="en-US">
              <a:solidFill>
                <a:prstClr val="black"/>
              </a:solidFill>
            </a:endParaRPr>
          </a:p>
        </p:txBody>
      </p:sp>
      <p:sp>
        <p:nvSpPr>
          <p:cNvPr id="4" name="Date Placeholder 3">
            <a:extLst>
              <a:ext uri="{FF2B5EF4-FFF2-40B4-BE49-F238E27FC236}">
                <a16:creationId xmlns:a16="http://schemas.microsoft.com/office/drawing/2014/main" id="{BAFAFCEA-09B3-F87C-B75B-DBFD0094C64C}"/>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1230068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idx="1"/>
          </p:nvPr>
        </p:nvSpPr>
        <p:spPr>
          <a:xfrm>
            <a:off x="955810" y="1550788"/>
            <a:ext cx="7200900" cy="4298613"/>
          </a:xfrm>
          <a:prstGeom prst="rect">
            <a:avLst/>
          </a:prstGeom>
        </p:spPr>
        <p:txBody>
          <a:bodyPr vert="horz" wrap="square" lIns="0" tIns="0" rIns="0" bIns="0" rtlCol="0">
            <a:spAutoFit/>
          </a:bodyPr>
          <a:lstStyle/>
          <a:p>
            <a:pPr marL="457200" indent="-457200">
              <a:lnSpc>
                <a:spcPct val="100000"/>
              </a:lnSpc>
            </a:pPr>
            <a:r>
              <a:rPr sz="3200" u="heavy" spc="-25" dirty="0">
                <a:latin typeface="Calibri" panose="020F0502020204030204" pitchFamily="34" charset="0"/>
              </a:rPr>
              <a:t>S</a:t>
            </a:r>
            <a:r>
              <a:rPr sz="3200" u="heavy" spc="-20" dirty="0">
                <a:latin typeface="Calibri" panose="020F0502020204030204" pitchFamily="34" charset="0"/>
              </a:rPr>
              <a:t>elect</a:t>
            </a:r>
            <a:r>
              <a:rPr sz="3200" u="heavy" spc="-5" dirty="0">
                <a:latin typeface="Calibri" panose="020F0502020204030204" pitchFamily="34" charset="0"/>
              </a:rPr>
              <a:t>i</a:t>
            </a:r>
            <a:r>
              <a:rPr sz="3200" u="heavy" spc="-45" dirty="0">
                <a:latin typeface="Calibri" panose="020F0502020204030204" pitchFamily="34" charset="0"/>
              </a:rPr>
              <a:t>v</a:t>
            </a:r>
            <a:r>
              <a:rPr sz="3200" u="heavy" spc="-20" dirty="0">
                <a:latin typeface="Calibri" panose="020F0502020204030204" pitchFamily="34" charset="0"/>
              </a:rPr>
              <a:t>e</a:t>
            </a:r>
            <a:r>
              <a:rPr sz="3200" u="heavy" dirty="0">
                <a:latin typeface="Calibri" panose="020F0502020204030204" pitchFamily="34" charset="0"/>
              </a:rPr>
              <a:t> </a:t>
            </a:r>
            <a:r>
              <a:rPr sz="3200" u="heavy" spc="-75" dirty="0">
                <a:latin typeface="Calibri" panose="020F0502020204030204" pitchFamily="34" charset="0"/>
              </a:rPr>
              <a:t>A</a:t>
            </a:r>
            <a:r>
              <a:rPr sz="3200" u="heavy" spc="-10" dirty="0">
                <a:latin typeface="Calibri" panose="020F0502020204030204" pitchFamily="34" charset="0"/>
              </a:rPr>
              <a:t>t</a:t>
            </a:r>
            <a:r>
              <a:rPr sz="3200" u="heavy" spc="-65" dirty="0">
                <a:latin typeface="Calibri" panose="020F0502020204030204" pitchFamily="34" charset="0"/>
              </a:rPr>
              <a:t>t</a:t>
            </a:r>
            <a:r>
              <a:rPr sz="3200" u="heavy" spc="-25" dirty="0">
                <a:latin typeface="Calibri" panose="020F0502020204030204" pitchFamily="34" charset="0"/>
              </a:rPr>
              <a:t>e</a:t>
            </a:r>
            <a:r>
              <a:rPr sz="3200" u="heavy" spc="-15" dirty="0">
                <a:latin typeface="Calibri" panose="020F0502020204030204" pitchFamily="34" charset="0"/>
              </a:rPr>
              <a:t>nt</a:t>
            </a:r>
            <a:r>
              <a:rPr sz="3200" u="heavy" spc="-5" dirty="0">
                <a:latin typeface="Calibri" panose="020F0502020204030204" pitchFamily="34" charset="0"/>
              </a:rPr>
              <a:t>i</a:t>
            </a:r>
            <a:r>
              <a:rPr sz="3200" u="heavy" spc="-20" dirty="0">
                <a:latin typeface="Calibri" panose="020F0502020204030204" pitchFamily="34" charset="0"/>
              </a:rPr>
              <a:t>o</a:t>
            </a:r>
            <a:r>
              <a:rPr sz="3200" u="heavy" dirty="0">
                <a:latin typeface="Calibri" panose="020F0502020204030204" pitchFamily="34" charset="0"/>
              </a:rPr>
              <a:t>n</a:t>
            </a:r>
            <a:r>
              <a:rPr sz="3200" dirty="0">
                <a:latin typeface="Calibri" panose="020F0502020204030204" pitchFamily="34" charset="0"/>
              </a:rPr>
              <a:t>,</a:t>
            </a:r>
            <a:r>
              <a:rPr sz="3200" spc="5" dirty="0">
                <a:latin typeface="Calibri" panose="020F0502020204030204" pitchFamily="34" charset="0"/>
              </a:rPr>
              <a:t> </a:t>
            </a:r>
            <a:r>
              <a:rPr sz="3200" spc="-45" dirty="0">
                <a:latin typeface="Calibri" panose="020F0502020204030204" pitchFamily="34" charset="0"/>
              </a:rPr>
              <a:t>w</a:t>
            </a:r>
            <a:r>
              <a:rPr sz="3200" spc="-20" dirty="0">
                <a:latin typeface="Calibri" panose="020F0502020204030204" pitchFamily="34" charset="0"/>
              </a:rPr>
              <a:t>e</a:t>
            </a:r>
            <a:r>
              <a:rPr sz="3200" dirty="0">
                <a:latin typeface="Calibri" panose="020F0502020204030204" pitchFamily="34" charset="0"/>
              </a:rPr>
              <a:t> </a:t>
            </a:r>
            <a:r>
              <a:rPr sz="3200" spc="-20" dirty="0">
                <a:latin typeface="Calibri" panose="020F0502020204030204" pitchFamily="34" charset="0"/>
              </a:rPr>
              <a:t>de</a:t>
            </a:r>
            <a:r>
              <a:rPr sz="3200" spc="-5" dirty="0">
                <a:latin typeface="Calibri" panose="020F0502020204030204" pitchFamily="34" charset="0"/>
              </a:rPr>
              <a:t>ci</a:t>
            </a:r>
            <a:r>
              <a:rPr sz="3200" spc="-20" dirty="0">
                <a:latin typeface="Calibri" panose="020F0502020204030204" pitchFamily="34" charset="0"/>
              </a:rPr>
              <a:t>de</a:t>
            </a:r>
            <a:r>
              <a:rPr sz="3200" dirty="0">
                <a:latin typeface="Calibri" panose="020F0502020204030204" pitchFamily="34" charset="0"/>
              </a:rPr>
              <a:t> </a:t>
            </a:r>
            <a:r>
              <a:rPr sz="3200" spc="-10" dirty="0">
                <a:solidFill>
                  <a:srgbClr val="00B050"/>
                </a:solidFill>
                <a:latin typeface="Calibri" panose="020F0502020204030204" pitchFamily="34" charset="0"/>
              </a:rPr>
              <a:t>w</a:t>
            </a:r>
            <a:r>
              <a:rPr sz="3200" spc="-25" dirty="0">
                <a:solidFill>
                  <a:srgbClr val="00B050"/>
                </a:solidFill>
                <a:latin typeface="Calibri" panose="020F0502020204030204" pitchFamily="34" charset="0"/>
              </a:rPr>
              <a:t>ha</a:t>
            </a:r>
            <a:r>
              <a:rPr sz="3200" spc="-10" dirty="0">
                <a:solidFill>
                  <a:srgbClr val="00B050"/>
                </a:solidFill>
                <a:latin typeface="Calibri" panose="020F0502020204030204" pitchFamily="34" charset="0"/>
              </a:rPr>
              <a:t>t</a:t>
            </a:r>
            <a:r>
              <a:rPr sz="3200" spc="-5" dirty="0">
                <a:latin typeface="Calibri" panose="020F0502020204030204" pitchFamily="34" charset="0"/>
              </a:rPr>
              <a:t> </a:t>
            </a:r>
            <a:r>
              <a:rPr sz="3200" spc="-65" dirty="0">
                <a:latin typeface="Calibri" panose="020F0502020204030204" pitchFamily="34" charset="0"/>
              </a:rPr>
              <a:t>t</a:t>
            </a:r>
            <a:r>
              <a:rPr sz="3200" spc="-20" dirty="0">
                <a:latin typeface="Calibri" panose="020F0502020204030204" pitchFamily="34" charset="0"/>
              </a:rPr>
              <a:t>o</a:t>
            </a:r>
            <a:r>
              <a:rPr sz="3200" spc="10" dirty="0">
                <a:latin typeface="Calibri" panose="020F0502020204030204" pitchFamily="34" charset="0"/>
              </a:rPr>
              <a:t> </a:t>
            </a:r>
            <a:r>
              <a:rPr sz="3200" spc="-80" dirty="0">
                <a:latin typeface="Calibri" panose="020F0502020204030204" pitchFamily="34" charset="0"/>
              </a:rPr>
              <a:t>f</a:t>
            </a:r>
            <a:r>
              <a:rPr sz="3200" spc="-25" dirty="0">
                <a:latin typeface="Calibri" panose="020F0502020204030204" pitchFamily="34" charset="0"/>
              </a:rPr>
              <a:t>oc</a:t>
            </a:r>
            <a:r>
              <a:rPr sz="3200" spc="-20" dirty="0">
                <a:latin typeface="Calibri" panose="020F0502020204030204" pitchFamily="34" charset="0"/>
              </a:rPr>
              <a:t>us</a:t>
            </a:r>
            <a:r>
              <a:rPr sz="3200" dirty="0">
                <a:latin typeface="Calibri" panose="020F0502020204030204" pitchFamily="34" charset="0"/>
              </a:rPr>
              <a:t> </a:t>
            </a:r>
            <a:r>
              <a:rPr sz="3200" spc="-20" dirty="0">
                <a:latin typeface="Calibri" panose="020F0502020204030204" pitchFamily="34" charset="0"/>
              </a:rPr>
              <a:t>on</a:t>
            </a:r>
            <a:r>
              <a:rPr sz="3200" dirty="0">
                <a:latin typeface="Calibri" panose="020F0502020204030204" pitchFamily="34" charset="0"/>
              </a:rPr>
              <a:t>.</a:t>
            </a:r>
            <a:endParaRPr lang="en-US" sz="3200" dirty="0">
              <a:latin typeface="Calibri" panose="020F0502020204030204" pitchFamily="34" charset="0"/>
            </a:endParaRPr>
          </a:p>
          <a:p>
            <a:pPr marL="457200" indent="-457200">
              <a:lnSpc>
                <a:spcPct val="100000"/>
              </a:lnSpc>
            </a:pPr>
            <a:r>
              <a:rPr sz="3200" u="heavy" spc="-25" dirty="0">
                <a:latin typeface="Calibri" panose="020F0502020204030204" pitchFamily="34" charset="0"/>
              </a:rPr>
              <a:t>S</a:t>
            </a:r>
            <a:r>
              <a:rPr sz="3200" u="heavy" spc="-20" dirty="0">
                <a:latin typeface="Calibri" panose="020F0502020204030204" pitchFamily="34" charset="0"/>
              </a:rPr>
              <a:t>elect</a:t>
            </a:r>
            <a:r>
              <a:rPr sz="3200" u="heavy" spc="-5" dirty="0">
                <a:latin typeface="Calibri" panose="020F0502020204030204" pitchFamily="34" charset="0"/>
              </a:rPr>
              <a:t>i</a:t>
            </a:r>
            <a:r>
              <a:rPr sz="3200" u="heavy" spc="-45" dirty="0">
                <a:latin typeface="Calibri" panose="020F0502020204030204" pitchFamily="34" charset="0"/>
              </a:rPr>
              <a:t>v</a:t>
            </a:r>
            <a:r>
              <a:rPr sz="3200" u="heavy" spc="-20" dirty="0">
                <a:latin typeface="Calibri" panose="020F0502020204030204" pitchFamily="34" charset="0"/>
              </a:rPr>
              <a:t>e</a:t>
            </a:r>
            <a:r>
              <a:rPr sz="3200" u="heavy" dirty="0">
                <a:latin typeface="Calibri" panose="020F0502020204030204" pitchFamily="34" charset="0"/>
              </a:rPr>
              <a:t> </a:t>
            </a:r>
            <a:r>
              <a:rPr sz="3200" u="heavy" spc="-15" dirty="0">
                <a:latin typeface="Calibri" panose="020F0502020204030204" pitchFamily="34" charset="0"/>
              </a:rPr>
              <a:t>In</a:t>
            </a:r>
            <a:r>
              <a:rPr sz="3200" u="heavy" spc="-80" dirty="0">
                <a:latin typeface="Calibri" panose="020F0502020204030204" pitchFamily="34" charset="0"/>
              </a:rPr>
              <a:t>t</a:t>
            </a:r>
            <a:r>
              <a:rPr sz="3200" u="heavy" spc="-20" dirty="0">
                <a:latin typeface="Calibri" panose="020F0502020204030204" pitchFamily="34" charset="0"/>
              </a:rPr>
              <a:t>er</a:t>
            </a:r>
            <a:r>
              <a:rPr sz="3200" u="heavy" spc="5" dirty="0">
                <a:latin typeface="Calibri" panose="020F0502020204030204" pitchFamily="34" charset="0"/>
              </a:rPr>
              <a:t>p</a:t>
            </a:r>
            <a:r>
              <a:rPr sz="3200" u="heavy" spc="-20" dirty="0">
                <a:latin typeface="Calibri" panose="020F0502020204030204" pitchFamily="34" charset="0"/>
              </a:rPr>
              <a:t>ret</a:t>
            </a:r>
            <a:r>
              <a:rPr sz="3200" u="heavy" spc="-25" dirty="0">
                <a:latin typeface="Calibri" panose="020F0502020204030204" pitchFamily="34" charset="0"/>
              </a:rPr>
              <a:t>a</a:t>
            </a:r>
            <a:r>
              <a:rPr sz="3200" u="heavy" spc="-20" dirty="0">
                <a:latin typeface="Calibri" panose="020F0502020204030204" pitchFamily="34" charset="0"/>
              </a:rPr>
              <a:t>t</a:t>
            </a:r>
            <a:r>
              <a:rPr sz="3200" u="heavy" dirty="0">
                <a:latin typeface="Calibri" panose="020F0502020204030204" pitchFamily="34" charset="0"/>
              </a:rPr>
              <a:t>i</a:t>
            </a:r>
            <a:r>
              <a:rPr sz="3200" u="heavy" spc="-20" dirty="0">
                <a:latin typeface="Calibri" panose="020F0502020204030204" pitchFamily="34" charset="0"/>
              </a:rPr>
              <a:t>o</a:t>
            </a:r>
            <a:r>
              <a:rPr sz="3200" u="heavy" spc="15" dirty="0">
                <a:latin typeface="Calibri" panose="020F0502020204030204" pitchFamily="34" charset="0"/>
              </a:rPr>
              <a:t>n</a:t>
            </a:r>
            <a:r>
              <a:rPr sz="3200" dirty="0">
                <a:latin typeface="Calibri" panose="020F0502020204030204" pitchFamily="34" charset="0"/>
              </a:rPr>
              <a:t>, </a:t>
            </a:r>
            <a:r>
              <a:rPr sz="3200" spc="-45" dirty="0">
                <a:latin typeface="Calibri" panose="020F0502020204030204" pitchFamily="34" charset="0"/>
              </a:rPr>
              <a:t>w</a:t>
            </a:r>
            <a:r>
              <a:rPr sz="3200" spc="-20" dirty="0">
                <a:latin typeface="Calibri" panose="020F0502020204030204" pitchFamily="34" charset="0"/>
              </a:rPr>
              <a:t>e</a:t>
            </a:r>
            <a:r>
              <a:rPr sz="3200" dirty="0">
                <a:latin typeface="Calibri" panose="020F0502020204030204" pitchFamily="34" charset="0"/>
              </a:rPr>
              <a:t> </a:t>
            </a:r>
            <a:r>
              <a:rPr sz="3200" spc="5" dirty="0">
                <a:latin typeface="Calibri" panose="020F0502020204030204" pitchFamily="34" charset="0"/>
              </a:rPr>
              <a:t>p</a:t>
            </a:r>
            <a:r>
              <a:rPr sz="3200" spc="-20" dirty="0">
                <a:latin typeface="Calibri" panose="020F0502020204030204" pitchFamily="34" charset="0"/>
              </a:rPr>
              <a:t>l</a:t>
            </a:r>
            <a:r>
              <a:rPr sz="3200" spc="-25" dirty="0">
                <a:latin typeface="Calibri" panose="020F0502020204030204" pitchFamily="34" charset="0"/>
              </a:rPr>
              <a:t>ac</a:t>
            </a:r>
            <a:r>
              <a:rPr sz="3200" spc="-20" dirty="0">
                <a:latin typeface="Calibri" panose="020F0502020204030204" pitchFamily="34" charset="0"/>
              </a:rPr>
              <a:t>e</a:t>
            </a:r>
            <a:r>
              <a:rPr sz="3200" dirty="0">
                <a:latin typeface="Calibri" panose="020F0502020204030204" pitchFamily="34" charset="0"/>
              </a:rPr>
              <a:t> </a:t>
            </a:r>
            <a:r>
              <a:rPr sz="3200" spc="-15" dirty="0">
                <a:latin typeface="Calibri" panose="020F0502020204030204" pitchFamily="34" charset="0"/>
              </a:rPr>
              <a:t>our</a:t>
            </a:r>
            <a:r>
              <a:rPr sz="3200" dirty="0">
                <a:latin typeface="Calibri" panose="020F0502020204030204" pitchFamily="34" charset="0"/>
              </a:rPr>
              <a:t> </a:t>
            </a:r>
            <a:r>
              <a:rPr sz="3200" spc="-65" dirty="0">
                <a:latin typeface="Calibri" panose="020F0502020204030204" pitchFamily="34" charset="0"/>
              </a:rPr>
              <a:t>o</a:t>
            </a:r>
            <a:r>
              <a:rPr sz="3200" spc="-10" dirty="0">
                <a:latin typeface="Calibri" panose="020F0502020204030204" pitchFamily="34" charset="0"/>
              </a:rPr>
              <a:t>w</a:t>
            </a:r>
            <a:r>
              <a:rPr sz="3200" spc="-20" dirty="0">
                <a:latin typeface="Calibri" panose="020F0502020204030204" pitchFamily="34" charset="0"/>
              </a:rPr>
              <a:t>n</a:t>
            </a:r>
            <a:r>
              <a:rPr sz="3200" spc="-10" dirty="0">
                <a:latin typeface="Calibri" panose="020F0502020204030204" pitchFamily="34" charset="0"/>
              </a:rPr>
              <a:t> </a:t>
            </a:r>
            <a:r>
              <a:rPr sz="3200" spc="-40" dirty="0">
                <a:solidFill>
                  <a:srgbClr val="00B050"/>
                </a:solidFill>
                <a:latin typeface="Calibri" panose="020F0502020204030204" pitchFamily="34" charset="0"/>
              </a:rPr>
              <a:t>m</a:t>
            </a:r>
            <a:r>
              <a:rPr sz="3200" spc="-20" dirty="0">
                <a:solidFill>
                  <a:srgbClr val="00B050"/>
                </a:solidFill>
                <a:latin typeface="Calibri" panose="020F0502020204030204" pitchFamily="34" charset="0"/>
              </a:rPr>
              <a:t>e</a:t>
            </a:r>
            <a:r>
              <a:rPr sz="3200" spc="-25" dirty="0">
                <a:solidFill>
                  <a:srgbClr val="00B050"/>
                </a:solidFill>
                <a:latin typeface="Calibri" panose="020F0502020204030204" pitchFamily="34" charset="0"/>
              </a:rPr>
              <a:t>a</a:t>
            </a:r>
            <a:r>
              <a:rPr sz="3200" spc="-20" dirty="0">
                <a:solidFill>
                  <a:srgbClr val="00B050"/>
                </a:solidFill>
                <a:latin typeface="Calibri" panose="020F0502020204030204" pitchFamily="34" charset="0"/>
              </a:rPr>
              <a:t>n</a:t>
            </a:r>
            <a:r>
              <a:rPr sz="3200" spc="-5" dirty="0">
                <a:solidFill>
                  <a:srgbClr val="00B050"/>
                </a:solidFill>
                <a:latin typeface="Calibri" panose="020F0502020204030204" pitchFamily="34" charset="0"/>
              </a:rPr>
              <a:t>i</a:t>
            </a:r>
            <a:r>
              <a:rPr sz="3200" spc="-20" dirty="0">
                <a:solidFill>
                  <a:srgbClr val="00B050"/>
                </a:solidFill>
                <a:latin typeface="Calibri" panose="020F0502020204030204" pitchFamily="34" charset="0"/>
              </a:rPr>
              <a:t>n</a:t>
            </a:r>
            <a:r>
              <a:rPr sz="3200" dirty="0">
                <a:solidFill>
                  <a:srgbClr val="00B050"/>
                </a:solidFill>
                <a:latin typeface="Calibri" panose="020F0502020204030204" pitchFamily="34" charset="0"/>
              </a:rPr>
              <a:t>g</a:t>
            </a:r>
            <a:r>
              <a:rPr sz="3200" spc="5" dirty="0">
                <a:latin typeface="Calibri" panose="020F0502020204030204" pitchFamily="34" charset="0"/>
              </a:rPr>
              <a:t> </a:t>
            </a:r>
            <a:r>
              <a:rPr sz="3200" spc="-20" dirty="0">
                <a:latin typeface="Calibri" panose="020F0502020204030204" pitchFamily="34" charset="0"/>
              </a:rPr>
              <a:t>on</a:t>
            </a:r>
            <a:r>
              <a:rPr sz="3200" dirty="0">
                <a:latin typeface="Calibri" panose="020F0502020204030204" pitchFamily="34" charset="0"/>
              </a:rPr>
              <a:t> w</a:t>
            </a:r>
            <a:r>
              <a:rPr sz="3200" spc="-10" dirty="0">
                <a:latin typeface="Calibri" panose="020F0502020204030204" pitchFamily="34" charset="0"/>
              </a:rPr>
              <a:t>h</a:t>
            </a:r>
            <a:r>
              <a:rPr sz="3200" spc="-15" dirty="0">
                <a:latin typeface="Calibri" panose="020F0502020204030204" pitchFamily="34" charset="0"/>
              </a:rPr>
              <a:t>at</a:t>
            </a:r>
            <a:r>
              <a:rPr sz="3200" dirty="0">
                <a:latin typeface="Calibri" panose="020F0502020204030204" pitchFamily="34" charset="0"/>
              </a:rPr>
              <a:t> </a:t>
            </a:r>
            <a:r>
              <a:rPr sz="3200" spc="-20" dirty="0">
                <a:latin typeface="Calibri" panose="020F0502020204030204" pitchFamily="34" charset="0"/>
              </a:rPr>
              <a:t>t</a:t>
            </a:r>
            <a:r>
              <a:rPr sz="3200" spc="-25" dirty="0">
                <a:latin typeface="Calibri" panose="020F0502020204030204" pitchFamily="34" charset="0"/>
              </a:rPr>
              <a:t>h</a:t>
            </a:r>
            <a:r>
              <a:rPr sz="3200" spc="-20" dirty="0">
                <a:latin typeface="Calibri" panose="020F0502020204030204" pitchFamily="34" charset="0"/>
              </a:rPr>
              <a:t>e</a:t>
            </a:r>
            <a:r>
              <a:rPr sz="3200" dirty="0">
                <a:latin typeface="Calibri" panose="020F0502020204030204" pitchFamily="34" charset="0"/>
              </a:rPr>
              <a:t> </a:t>
            </a:r>
            <a:r>
              <a:rPr sz="3200" spc="5" dirty="0">
                <a:latin typeface="Calibri" panose="020F0502020204030204" pitchFamily="34" charset="0"/>
              </a:rPr>
              <a:t>p</a:t>
            </a:r>
            <a:r>
              <a:rPr sz="3200" spc="-25" dirty="0">
                <a:latin typeface="Calibri" panose="020F0502020204030204" pitchFamily="34" charset="0"/>
              </a:rPr>
              <a:t>e</a:t>
            </a:r>
            <a:r>
              <a:rPr sz="3200" spc="0" dirty="0">
                <a:latin typeface="Calibri" panose="020F0502020204030204" pitchFamily="34" charset="0"/>
              </a:rPr>
              <a:t>r</a:t>
            </a:r>
            <a:r>
              <a:rPr sz="3200" spc="-20" dirty="0">
                <a:latin typeface="Calibri" panose="020F0502020204030204" pitchFamily="34" charset="0"/>
              </a:rPr>
              <a:t>son</a:t>
            </a:r>
            <a:r>
              <a:rPr sz="3200" dirty="0">
                <a:latin typeface="Calibri" panose="020F0502020204030204" pitchFamily="34" charset="0"/>
              </a:rPr>
              <a:t> </a:t>
            </a:r>
            <a:r>
              <a:rPr sz="3200" spc="-5" dirty="0">
                <a:latin typeface="Calibri" panose="020F0502020204030204" pitchFamily="34" charset="0"/>
              </a:rPr>
              <a:t>i</a:t>
            </a:r>
            <a:r>
              <a:rPr sz="3200" spc="-15" dirty="0">
                <a:latin typeface="Calibri" panose="020F0502020204030204" pitchFamily="34" charset="0"/>
              </a:rPr>
              <a:t>s</a:t>
            </a:r>
            <a:r>
              <a:rPr sz="3200" spc="10" dirty="0">
                <a:latin typeface="Calibri" panose="020F0502020204030204" pitchFamily="34" charset="0"/>
              </a:rPr>
              <a:t> </a:t>
            </a:r>
            <a:r>
              <a:rPr sz="3200" spc="-15" dirty="0">
                <a:latin typeface="Calibri" panose="020F0502020204030204" pitchFamily="34" charset="0"/>
              </a:rPr>
              <a:t>s</a:t>
            </a:r>
            <a:r>
              <a:rPr sz="3200" spc="-105" dirty="0">
                <a:latin typeface="Calibri" panose="020F0502020204030204" pitchFamily="34" charset="0"/>
              </a:rPr>
              <a:t>a</a:t>
            </a:r>
            <a:r>
              <a:rPr sz="3200" spc="5" dirty="0">
                <a:latin typeface="Calibri" panose="020F0502020204030204" pitchFamily="34" charset="0"/>
              </a:rPr>
              <a:t>y</a:t>
            </a:r>
            <a:r>
              <a:rPr sz="3200" spc="-5" dirty="0">
                <a:latin typeface="Calibri" panose="020F0502020204030204" pitchFamily="34" charset="0"/>
              </a:rPr>
              <a:t>i</a:t>
            </a:r>
            <a:r>
              <a:rPr sz="3200" spc="-20" dirty="0">
                <a:latin typeface="Calibri" panose="020F0502020204030204" pitchFamily="34" charset="0"/>
              </a:rPr>
              <a:t>n</a:t>
            </a:r>
            <a:r>
              <a:rPr sz="3200" dirty="0">
                <a:latin typeface="Calibri" panose="020F0502020204030204" pitchFamily="34" charset="0"/>
              </a:rPr>
              <a:t>g</a:t>
            </a:r>
            <a:endParaRPr lang="en-US" sz="3200" dirty="0">
              <a:latin typeface="Calibri" panose="020F0502020204030204" pitchFamily="34" charset="0"/>
              <a:cs typeface="Times New Roman"/>
            </a:endParaRPr>
          </a:p>
          <a:p>
            <a:pPr marL="457200" indent="-457200">
              <a:lnSpc>
                <a:spcPct val="100000"/>
              </a:lnSpc>
            </a:pPr>
            <a:r>
              <a:rPr sz="3200" u="heavy" spc="-25" dirty="0">
                <a:latin typeface="Calibri" panose="020F0502020204030204" pitchFamily="34" charset="0"/>
              </a:rPr>
              <a:t>S</a:t>
            </a:r>
            <a:r>
              <a:rPr sz="3200" u="heavy" spc="-20" dirty="0">
                <a:latin typeface="Calibri" panose="020F0502020204030204" pitchFamily="34" charset="0"/>
              </a:rPr>
              <a:t>elect</a:t>
            </a:r>
            <a:r>
              <a:rPr sz="3200" u="heavy" spc="-5" dirty="0">
                <a:latin typeface="Calibri" panose="020F0502020204030204" pitchFamily="34" charset="0"/>
              </a:rPr>
              <a:t>i</a:t>
            </a:r>
            <a:r>
              <a:rPr sz="3200" u="heavy" spc="-45" dirty="0">
                <a:latin typeface="Calibri" panose="020F0502020204030204" pitchFamily="34" charset="0"/>
              </a:rPr>
              <a:t>v</a:t>
            </a:r>
            <a:r>
              <a:rPr sz="3200" u="heavy" spc="-20" dirty="0">
                <a:latin typeface="Calibri" panose="020F0502020204030204" pitchFamily="34" charset="0"/>
              </a:rPr>
              <a:t>e</a:t>
            </a:r>
            <a:r>
              <a:rPr sz="3200" u="heavy" dirty="0">
                <a:latin typeface="Calibri" panose="020F0502020204030204" pitchFamily="34" charset="0"/>
              </a:rPr>
              <a:t> </a:t>
            </a:r>
            <a:r>
              <a:rPr sz="3200" u="heavy" spc="-75" dirty="0">
                <a:latin typeface="Calibri" panose="020F0502020204030204" pitchFamily="34" charset="0"/>
              </a:rPr>
              <a:t>R</a:t>
            </a:r>
            <a:r>
              <a:rPr sz="3200" u="heavy" spc="-35" dirty="0">
                <a:latin typeface="Calibri" panose="020F0502020204030204" pitchFamily="34" charset="0"/>
              </a:rPr>
              <a:t>e</a:t>
            </a:r>
            <a:r>
              <a:rPr sz="3200" u="heavy" spc="-65" dirty="0">
                <a:latin typeface="Calibri" panose="020F0502020204030204" pitchFamily="34" charset="0"/>
              </a:rPr>
              <a:t>t</a:t>
            </a:r>
            <a:r>
              <a:rPr sz="3200" u="heavy" spc="-20" dirty="0">
                <a:latin typeface="Calibri" panose="020F0502020204030204" pitchFamily="34" charset="0"/>
              </a:rPr>
              <a:t>ent</a:t>
            </a:r>
            <a:r>
              <a:rPr sz="3200" u="heavy" spc="-5" dirty="0">
                <a:latin typeface="Calibri" panose="020F0502020204030204" pitchFamily="34" charset="0"/>
              </a:rPr>
              <a:t>i</a:t>
            </a:r>
            <a:r>
              <a:rPr sz="3200" u="heavy" spc="-20" dirty="0">
                <a:latin typeface="Calibri" panose="020F0502020204030204" pitchFamily="34" charset="0"/>
              </a:rPr>
              <a:t>o</a:t>
            </a:r>
            <a:r>
              <a:rPr sz="3200" u="heavy" dirty="0">
                <a:latin typeface="Calibri" panose="020F0502020204030204" pitchFamily="34" charset="0"/>
              </a:rPr>
              <a:t>n</a:t>
            </a:r>
            <a:r>
              <a:rPr sz="3200" dirty="0">
                <a:latin typeface="Calibri" panose="020F0502020204030204" pitchFamily="34" charset="0"/>
              </a:rPr>
              <a:t>, </a:t>
            </a:r>
            <a:r>
              <a:rPr sz="3200" spc="-45" dirty="0">
                <a:latin typeface="Calibri" panose="020F0502020204030204" pitchFamily="34" charset="0"/>
              </a:rPr>
              <a:t>w</a:t>
            </a:r>
            <a:r>
              <a:rPr sz="3200" spc="-20" dirty="0">
                <a:latin typeface="Calibri" panose="020F0502020204030204" pitchFamily="34" charset="0"/>
              </a:rPr>
              <a:t>e</a:t>
            </a:r>
            <a:r>
              <a:rPr sz="3200" dirty="0">
                <a:latin typeface="Calibri" panose="020F0502020204030204" pitchFamily="34" charset="0"/>
              </a:rPr>
              <a:t> </a:t>
            </a:r>
            <a:r>
              <a:rPr sz="3200" spc="-20" dirty="0">
                <a:latin typeface="Calibri" panose="020F0502020204030204" pitchFamily="34" charset="0"/>
              </a:rPr>
              <a:t>de</a:t>
            </a:r>
            <a:r>
              <a:rPr sz="3200" spc="-5" dirty="0">
                <a:latin typeface="Calibri" panose="020F0502020204030204" pitchFamily="34" charset="0"/>
              </a:rPr>
              <a:t>ci</a:t>
            </a:r>
            <a:r>
              <a:rPr sz="3200" spc="-20" dirty="0">
                <a:latin typeface="Calibri" panose="020F0502020204030204" pitchFamily="34" charset="0"/>
              </a:rPr>
              <a:t>de</a:t>
            </a:r>
            <a:r>
              <a:rPr sz="3200" dirty="0">
                <a:latin typeface="Calibri" panose="020F0502020204030204" pitchFamily="34" charset="0"/>
              </a:rPr>
              <a:t> </a:t>
            </a:r>
            <a:r>
              <a:rPr sz="3200" spc="-10" dirty="0">
                <a:solidFill>
                  <a:srgbClr val="00B050"/>
                </a:solidFill>
                <a:latin typeface="Calibri" panose="020F0502020204030204" pitchFamily="34" charset="0"/>
              </a:rPr>
              <a:t>w</a:t>
            </a:r>
            <a:r>
              <a:rPr sz="3200" spc="-25" dirty="0">
                <a:solidFill>
                  <a:srgbClr val="00B050"/>
                </a:solidFill>
                <a:latin typeface="Calibri" panose="020F0502020204030204" pitchFamily="34" charset="0"/>
              </a:rPr>
              <a:t>he</a:t>
            </a:r>
            <a:r>
              <a:rPr sz="3200" spc="-20" dirty="0">
                <a:solidFill>
                  <a:srgbClr val="00B050"/>
                </a:solidFill>
                <a:latin typeface="Calibri" panose="020F0502020204030204" pitchFamily="34" charset="0"/>
              </a:rPr>
              <a:t>t</a:t>
            </a:r>
            <a:r>
              <a:rPr sz="3200" spc="-25" dirty="0">
                <a:solidFill>
                  <a:srgbClr val="00B050"/>
                </a:solidFill>
                <a:latin typeface="Calibri" panose="020F0502020204030204" pitchFamily="34" charset="0"/>
              </a:rPr>
              <a:t>h</a:t>
            </a:r>
            <a:r>
              <a:rPr sz="3200" spc="-15" dirty="0">
                <a:solidFill>
                  <a:srgbClr val="00B050"/>
                </a:solidFill>
                <a:latin typeface="Calibri" panose="020F0502020204030204" pitchFamily="34" charset="0"/>
              </a:rPr>
              <a:t>er</a:t>
            </a:r>
            <a:r>
              <a:rPr sz="3200" dirty="0">
                <a:solidFill>
                  <a:srgbClr val="00B050"/>
                </a:solidFill>
                <a:latin typeface="Calibri" panose="020F0502020204030204" pitchFamily="34" charset="0"/>
              </a:rPr>
              <a:t> </a:t>
            </a:r>
            <a:r>
              <a:rPr sz="3200" spc="-65" dirty="0">
                <a:solidFill>
                  <a:srgbClr val="00B050"/>
                </a:solidFill>
                <a:latin typeface="Calibri" panose="020F0502020204030204" pitchFamily="34" charset="0"/>
              </a:rPr>
              <a:t>t</a:t>
            </a:r>
            <a:r>
              <a:rPr sz="3200" spc="-20" dirty="0">
                <a:solidFill>
                  <a:srgbClr val="00B050"/>
                </a:solidFill>
                <a:latin typeface="Calibri" panose="020F0502020204030204" pitchFamily="34" charset="0"/>
              </a:rPr>
              <a:t>o</a:t>
            </a:r>
            <a:r>
              <a:rPr sz="3200" dirty="0">
                <a:solidFill>
                  <a:srgbClr val="00B050"/>
                </a:solidFill>
                <a:latin typeface="Calibri" panose="020F0502020204030204" pitchFamily="34" charset="0"/>
              </a:rPr>
              <a:t> </a:t>
            </a:r>
            <a:r>
              <a:rPr sz="3200" spc="-85" dirty="0">
                <a:solidFill>
                  <a:srgbClr val="00B050"/>
                </a:solidFill>
                <a:latin typeface="Calibri" panose="020F0502020204030204" pitchFamily="34" charset="0"/>
              </a:rPr>
              <a:t>k</a:t>
            </a:r>
            <a:r>
              <a:rPr sz="3200" spc="-20" dirty="0">
                <a:solidFill>
                  <a:srgbClr val="00B050"/>
                </a:solidFill>
                <a:latin typeface="Calibri" panose="020F0502020204030204" pitchFamily="34" charset="0"/>
              </a:rPr>
              <a:t>ee</a:t>
            </a:r>
            <a:r>
              <a:rPr sz="3200" dirty="0">
                <a:solidFill>
                  <a:srgbClr val="00B050"/>
                </a:solidFill>
                <a:latin typeface="Calibri" panose="020F0502020204030204" pitchFamily="34" charset="0"/>
              </a:rPr>
              <a:t>p</a:t>
            </a:r>
            <a:r>
              <a:rPr sz="3200" dirty="0">
                <a:latin typeface="Calibri" panose="020F0502020204030204" pitchFamily="34" charset="0"/>
              </a:rPr>
              <a:t> </a:t>
            </a:r>
            <a:r>
              <a:rPr sz="3200" spc="-5" dirty="0">
                <a:latin typeface="Calibri" panose="020F0502020204030204" pitchFamily="34" charset="0"/>
              </a:rPr>
              <a:t>p</a:t>
            </a:r>
            <a:r>
              <a:rPr sz="3200" dirty="0">
                <a:latin typeface="Calibri" panose="020F0502020204030204" pitchFamily="34" charset="0"/>
              </a:rPr>
              <a:t>i</a:t>
            </a:r>
            <a:r>
              <a:rPr sz="3200" spc="-25" dirty="0">
                <a:latin typeface="Calibri" panose="020F0502020204030204" pitchFamily="34" charset="0"/>
              </a:rPr>
              <a:t>ec</a:t>
            </a:r>
            <a:r>
              <a:rPr sz="3200" spc="-20" dirty="0">
                <a:latin typeface="Calibri" panose="020F0502020204030204" pitchFamily="34" charset="0"/>
              </a:rPr>
              <a:t>es</a:t>
            </a:r>
            <a:r>
              <a:rPr sz="3200" dirty="0">
                <a:latin typeface="Calibri" panose="020F0502020204030204" pitchFamily="34" charset="0"/>
              </a:rPr>
              <a:t> </a:t>
            </a:r>
            <a:r>
              <a:rPr sz="3200" spc="-15" dirty="0">
                <a:latin typeface="Calibri" panose="020F0502020204030204" pitchFamily="34" charset="0"/>
              </a:rPr>
              <a:t>of</a:t>
            </a:r>
            <a:r>
              <a:rPr sz="3200" dirty="0">
                <a:latin typeface="Calibri" panose="020F0502020204030204" pitchFamily="34" charset="0"/>
              </a:rPr>
              <a:t> </a:t>
            </a:r>
            <a:r>
              <a:rPr sz="3200" spc="-5" dirty="0">
                <a:latin typeface="Calibri" panose="020F0502020204030204" pitchFamily="34" charset="0"/>
              </a:rPr>
              <a:t>i</a:t>
            </a:r>
            <a:r>
              <a:rPr sz="3200" spc="-20" dirty="0">
                <a:latin typeface="Calibri" panose="020F0502020204030204" pitchFamily="34" charset="0"/>
              </a:rPr>
              <a:t>n</a:t>
            </a:r>
            <a:r>
              <a:rPr sz="3200" spc="-90" dirty="0">
                <a:latin typeface="Calibri" panose="020F0502020204030204" pitchFamily="34" charset="0"/>
              </a:rPr>
              <a:t>f</a:t>
            </a:r>
            <a:r>
              <a:rPr sz="3200" spc="-15" dirty="0">
                <a:latin typeface="Calibri" panose="020F0502020204030204" pitchFamily="34" charset="0"/>
              </a:rPr>
              <a:t>or</a:t>
            </a:r>
            <a:r>
              <a:rPr sz="3200" spc="-40" dirty="0">
                <a:latin typeface="Calibri" panose="020F0502020204030204" pitchFamily="34" charset="0"/>
              </a:rPr>
              <a:t>m</a:t>
            </a:r>
            <a:r>
              <a:rPr sz="3200" spc="-20" dirty="0">
                <a:latin typeface="Calibri" panose="020F0502020204030204" pitchFamily="34" charset="0"/>
              </a:rPr>
              <a:t>at</a:t>
            </a:r>
            <a:r>
              <a:rPr sz="3200" spc="-5" dirty="0">
                <a:latin typeface="Calibri" panose="020F0502020204030204" pitchFamily="34" charset="0"/>
              </a:rPr>
              <a:t>i</a:t>
            </a:r>
            <a:r>
              <a:rPr sz="3200" spc="-20" dirty="0">
                <a:latin typeface="Calibri" panose="020F0502020204030204" pitchFamily="34" charset="0"/>
              </a:rPr>
              <a:t>on</a:t>
            </a:r>
            <a:r>
              <a:rPr sz="3200" dirty="0">
                <a:latin typeface="Calibri" panose="020F0502020204030204" pitchFamily="34" charset="0"/>
              </a:rPr>
              <a:t> </a:t>
            </a:r>
            <a:r>
              <a:rPr sz="3200" spc="-20" dirty="0">
                <a:latin typeface="Calibri" panose="020F0502020204030204" pitchFamily="34" charset="0"/>
              </a:rPr>
              <a:t>and</a:t>
            </a:r>
            <a:r>
              <a:rPr sz="3200" dirty="0">
                <a:latin typeface="Calibri" panose="020F0502020204030204" pitchFamily="34" charset="0"/>
              </a:rPr>
              <a:t> </a:t>
            </a:r>
            <a:r>
              <a:rPr sz="3200" spc="-90" dirty="0">
                <a:latin typeface="Calibri" panose="020F0502020204030204" pitchFamily="34" charset="0"/>
              </a:rPr>
              <a:t>f</a:t>
            </a:r>
            <a:r>
              <a:rPr sz="3200" spc="-15" dirty="0">
                <a:latin typeface="Calibri" panose="020F0502020204030204" pitchFamily="34" charset="0"/>
              </a:rPr>
              <a:t>or</a:t>
            </a:r>
            <a:r>
              <a:rPr sz="3200" dirty="0">
                <a:latin typeface="Calibri" panose="020F0502020204030204" pitchFamily="34" charset="0"/>
              </a:rPr>
              <a:t> </a:t>
            </a:r>
            <a:r>
              <a:rPr sz="3200" spc="-25" dirty="0">
                <a:latin typeface="Calibri" panose="020F0502020204030204" pitchFamily="34" charset="0"/>
              </a:rPr>
              <a:t>h</a:t>
            </a:r>
            <a:r>
              <a:rPr sz="3200" spc="-65" dirty="0">
                <a:latin typeface="Calibri" panose="020F0502020204030204" pitchFamily="34" charset="0"/>
              </a:rPr>
              <a:t>o</a:t>
            </a:r>
            <a:r>
              <a:rPr sz="3200" dirty="0">
                <a:latin typeface="Calibri" panose="020F0502020204030204" pitchFamily="34" charset="0"/>
              </a:rPr>
              <a:t>w</a:t>
            </a:r>
            <a:r>
              <a:rPr sz="3200" spc="-5" dirty="0">
                <a:latin typeface="Calibri" panose="020F0502020204030204" pitchFamily="34" charset="0"/>
              </a:rPr>
              <a:t> </a:t>
            </a:r>
            <a:r>
              <a:rPr sz="3200" spc="-20" dirty="0">
                <a:latin typeface="Calibri" panose="020F0502020204030204" pitchFamily="34" charset="0"/>
              </a:rPr>
              <a:t>lon</a:t>
            </a:r>
            <a:r>
              <a:rPr sz="3200" dirty="0">
                <a:latin typeface="Calibri" panose="020F0502020204030204" pitchFamily="34" charset="0"/>
              </a:rPr>
              <a:t>g</a:t>
            </a:r>
            <a:endParaRPr sz="3200" dirty="0">
              <a:latin typeface="Calibri" panose="020F0502020204030204" pitchFamily="34" charset="0"/>
              <a:cs typeface="Times New Roman"/>
            </a:endParaRPr>
          </a:p>
        </p:txBody>
      </p:sp>
      <p:sp>
        <p:nvSpPr>
          <p:cNvPr id="6" name="object 6"/>
          <p:cNvSpPr/>
          <p:nvPr/>
        </p:nvSpPr>
        <p:spPr>
          <a:xfrm>
            <a:off x="96519" y="6183629"/>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7" name="object 7"/>
          <p:cNvSpPr/>
          <p:nvPr/>
        </p:nvSpPr>
        <p:spPr>
          <a:xfrm>
            <a:off x="581659" y="6708140"/>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8"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a:p>
        </p:txBody>
      </p:sp>
      <p:sp>
        <p:nvSpPr>
          <p:cNvPr id="9" name="Title 8"/>
          <p:cNvSpPr>
            <a:spLocks noGrp="1"/>
          </p:cNvSpPr>
          <p:nvPr>
            <p:ph type="title"/>
          </p:nvPr>
        </p:nvSpPr>
        <p:spPr>
          <a:xfrm>
            <a:off x="971550" y="381000"/>
            <a:ext cx="7200900" cy="599728"/>
          </a:xfrm>
        </p:spPr>
        <p:txBody>
          <a:bodyPr>
            <a:noAutofit/>
          </a:bodyPr>
          <a:lstStyle/>
          <a:p>
            <a:pPr algn="ctr"/>
            <a:r>
              <a:rPr lang="en-US" sz="4400" dirty="0">
                <a:latin typeface="Calibri" panose="020F0502020204030204" pitchFamily="34" charset="0"/>
              </a:rPr>
              <a:t>Listening filters</a:t>
            </a:r>
          </a:p>
        </p:txBody>
      </p:sp>
      <p:sp>
        <p:nvSpPr>
          <p:cNvPr id="10" name="Slide Number Placeholder 9">
            <a:extLst>
              <a:ext uri="{FF2B5EF4-FFF2-40B4-BE49-F238E27FC236}">
                <a16:creationId xmlns:a16="http://schemas.microsoft.com/office/drawing/2014/main" id="{B96520B5-D36F-463D-990B-AEB33851821B}"/>
              </a:ext>
            </a:extLst>
          </p:cNvPr>
          <p:cNvSpPr>
            <a:spLocks noGrp="1"/>
          </p:cNvSpPr>
          <p:nvPr>
            <p:ph type="sldNum" sz="quarter" idx="12"/>
          </p:nvPr>
        </p:nvSpPr>
        <p:spPr/>
        <p:txBody>
          <a:bodyPr/>
          <a:lstStyle/>
          <a:p>
            <a:fld id="{E31375A4-56A4-47D6-9801-1991572033F7}" type="slidenum">
              <a:rPr lang="en-US" smtClean="0">
                <a:solidFill>
                  <a:prstClr val="black"/>
                </a:solidFill>
              </a:rPr>
              <a:pPr/>
              <a:t>32</a:t>
            </a:fld>
            <a:endParaRPr lang="en-US">
              <a:solidFill>
                <a:prstClr val="black"/>
              </a:solidFill>
            </a:endParaRPr>
          </a:p>
        </p:txBody>
      </p:sp>
      <p:sp>
        <p:nvSpPr>
          <p:cNvPr id="2" name="Date Placeholder 1">
            <a:extLst>
              <a:ext uri="{FF2B5EF4-FFF2-40B4-BE49-F238E27FC236}">
                <a16:creationId xmlns:a16="http://schemas.microsoft.com/office/drawing/2014/main" id="{D09428BE-BB13-DBF9-AF21-71F68498001B}"/>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1914743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71550" y="142669"/>
            <a:ext cx="7200900" cy="1107995"/>
          </a:xfrm>
          <a:prstGeom prst="rect">
            <a:avLst/>
          </a:prstGeom>
        </p:spPr>
        <p:txBody>
          <a:bodyPr vert="horz" wrap="square" lIns="0" tIns="274319" rIns="0" bIns="0" rtlCol="0">
            <a:spAutoFit/>
          </a:bodyPr>
          <a:lstStyle/>
          <a:p>
            <a:pPr marL="12700" algn="ctr">
              <a:lnSpc>
                <a:spcPct val="100000"/>
              </a:lnSpc>
            </a:pPr>
            <a:r>
              <a:rPr lang="en-US" sz="5400" dirty="0">
                <a:latin typeface="Calibri" panose="020F0502020204030204" pitchFamily="34" charset="0"/>
              </a:rPr>
              <a:t>Selective attention</a:t>
            </a:r>
            <a:endParaRPr sz="5400" dirty="0">
              <a:latin typeface="Calibri" panose="020F0502020204030204" pitchFamily="34" charset="0"/>
            </a:endParaRPr>
          </a:p>
        </p:txBody>
      </p:sp>
      <p:sp>
        <p:nvSpPr>
          <p:cNvPr id="4" name="object 4"/>
          <p:cNvSpPr txBox="1"/>
          <p:nvPr/>
        </p:nvSpPr>
        <p:spPr>
          <a:xfrm>
            <a:off x="534668" y="1644650"/>
            <a:ext cx="6125563" cy="436880"/>
          </a:xfrm>
          <a:prstGeom prst="rect">
            <a:avLst/>
          </a:prstGeom>
        </p:spPr>
        <p:txBody>
          <a:bodyPr vert="horz" wrap="square" lIns="0" tIns="0" rIns="0" bIns="0" rtlCol="0">
            <a:spAutoFit/>
          </a:bodyPr>
          <a:lstStyle/>
          <a:p>
            <a:pPr marL="12700" fontAlgn="auto">
              <a:spcBef>
                <a:spcPts val="0"/>
              </a:spcBef>
              <a:spcAft>
                <a:spcPts val="0"/>
              </a:spcAft>
            </a:pPr>
            <a:r>
              <a:rPr sz="2925" baseline="14245" dirty="0">
                <a:solidFill>
                  <a:srgbClr val="EFA12D"/>
                </a:solidFill>
                <a:latin typeface="Wingdings 2"/>
                <a:cs typeface="Wingdings 2"/>
              </a:rPr>
              <a:t></a:t>
            </a:r>
            <a:r>
              <a:rPr sz="2925" baseline="14245" dirty="0">
                <a:solidFill>
                  <a:srgbClr val="EFA12D"/>
                </a:solidFill>
                <a:latin typeface="Times New Roman"/>
                <a:cs typeface="Times New Roman"/>
              </a:rPr>
              <a:t> </a:t>
            </a:r>
            <a:r>
              <a:rPr sz="2925" spc="-37" baseline="14245" dirty="0">
                <a:solidFill>
                  <a:srgbClr val="EFA12D"/>
                </a:solidFill>
                <a:latin typeface="Times New Roman"/>
                <a:cs typeface="Times New Roman"/>
              </a:rPr>
              <a:t> </a:t>
            </a:r>
            <a:r>
              <a:rPr sz="2800" spc="-60" dirty="0">
                <a:solidFill>
                  <a:srgbClr val="4D3A2F"/>
                </a:solidFill>
                <a:latin typeface="Calibri" panose="020F0502020204030204" pitchFamily="34" charset="0"/>
                <a:cs typeface="Franklin Gothic Book"/>
              </a:rPr>
              <a:t>P</a:t>
            </a:r>
            <a:r>
              <a:rPr sz="2800" spc="-25" dirty="0">
                <a:solidFill>
                  <a:srgbClr val="4D3A2F"/>
                </a:solidFill>
                <a:latin typeface="Calibri" panose="020F0502020204030204" pitchFamily="34" charset="0"/>
                <a:cs typeface="Franklin Gothic Book"/>
              </a:rPr>
              <a:t>e</a:t>
            </a:r>
            <a:r>
              <a:rPr sz="2800" spc="-20" dirty="0">
                <a:solidFill>
                  <a:srgbClr val="4D3A2F"/>
                </a:solidFill>
                <a:latin typeface="Calibri" panose="020F0502020204030204" pitchFamily="34" charset="0"/>
                <a:cs typeface="Franklin Gothic Book"/>
              </a:rPr>
              <a:t>o</a:t>
            </a:r>
            <a:r>
              <a:rPr sz="2800" spc="-10" dirty="0">
                <a:solidFill>
                  <a:srgbClr val="4D3A2F"/>
                </a:solidFill>
                <a:latin typeface="Calibri" panose="020F0502020204030204" pitchFamily="34" charset="0"/>
                <a:cs typeface="Franklin Gothic Book"/>
              </a:rPr>
              <a:t>p</a:t>
            </a:r>
            <a:r>
              <a:rPr sz="2800" spc="-15" dirty="0">
                <a:solidFill>
                  <a:srgbClr val="4D3A2F"/>
                </a:solidFill>
                <a:latin typeface="Calibri" panose="020F0502020204030204" pitchFamily="34" charset="0"/>
                <a:cs typeface="Franklin Gothic Book"/>
              </a:rPr>
              <a:t>le</a:t>
            </a:r>
            <a:r>
              <a:rPr sz="2800" spc="-10" dirty="0">
                <a:solidFill>
                  <a:srgbClr val="4D3A2F"/>
                </a:solidFill>
                <a:latin typeface="Calibri" panose="020F0502020204030204" pitchFamily="34" charset="0"/>
                <a:cs typeface="Franklin Gothic Book"/>
              </a:rPr>
              <a:t> l</a:t>
            </a:r>
            <a:r>
              <a:rPr sz="2800" spc="-15" dirty="0">
                <a:solidFill>
                  <a:srgbClr val="4D3A2F"/>
                </a:solidFill>
                <a:latin typeface="Calibri" panose="020F0502020204030204" pitchFamily="34" charset="0"/>
                <a:cs typeface="Franklin Gothic Book"/>
              </a:rPr>
              <a:t>i</a:t>
            </a:r>
            <a:r>
              <a:rPr sz="2800" spc="-20" dirty="0">
                <a:solidFill>
                  <a:srgbClr val="4D3A2F"/>
                </a:solidFill>
                <a:latin typeface="Calibri" panose="020F0502020204030204" pitchFamily="34" charset="0"/>
                <a:cs typeface="Franklin Gothic Book"/>
              </a:rPr>
              <a:t>s</a:t>
            </a:r>
            <a:r>
              <a:rPr sz="2800" spc="-65" dirty="0">
                <a:solidFill>
                  <a:srgbClr val="4D3A2F"/>
                </a:solidFill>
                <a:latin typeface="Calibri" panose="020F0502020204030204" pitchFamily="34" charset="0"/>
                <a:cs typeface="Franklin Gothic Book"/>
              </a:rPr>
              <a:t>t</a:t>
            </a:r>
            <a:r>
              <a:rPr sz="2800" spc="-25" dirty="0">
                <a:solidFill>
                  <a:srgbClr val="4D3A2F"/>
                </a:solidFill>
                <a:latin typeface="Calibri" panose="020F0502020204030204" pitchFamily="34" charset="0"/>
                <a:cs typeface="Franklin Gothic Book"/>
              </a:rPr>
              <a:t>e</a:t>
            </a:r>
            <a:r>
              <a:rPr sz="2800" spc="-20" dirty="0">
                <a:solidFill>
                  <a:srgbClr val="4D3A2F"/>
                </a:solidFill>
                <a:latin typeface="Calibri" panose="020F0502020204030204" pitchFamily="34" charset="0"/>
                <a:cs typeface="Franklin Gothic Book"/>
              </a:rPr>
              <a:t>n</a:t>
            </a:r>
            <a:r>
              <a:rPr sz="2800" spc="-15" dirty="0">
                <a:solidFill>
                  <a:srgbClr val="4D3A2F"/>
                </a:solidFill>
                <a:latin typeface="Calibri" panose="020F0502020204030204" pitchFamily="34" charset="0"/>
                <a:cs typeface="Franklin Gothic Book"/>
              </a:rPr>
              <a:t> </a:t>
            </a:r>
            <a:r>
              <a:rPr sz="2800" spc="-20" dirty="0">
                <a:solidFill>
                  <a:srgbClr val="4D3A2F"/>
                </a:solidFill>
                <a:latin typeface="Calibri" panose="020F0502020204030204" pitchFamily="34" charset="0"/>
                <a:cs typeface="Franklin Gothic Book"/>
              </a:rPr>
              <a:t>at</a:t>
            </a:r>
            <a:r>
              <a:rPr lang="en-US" sz="2800" spc="-20" dirty="0">
                <a:solidFill>
                  <a:srgbClr val="4D3A2F"/>
                </a:solidFill>
                <a:latin typeface="Calibri" panose="020F0502020204030204" pitchFamily="34" charset="0"/>
                <a:cs typeface="Franklin Gothic Book"/>
              </a:rPr>
              <a:t> 500 Words per minute</a:t>
            </a:r>
            <a:endParaRPr sz="2800" dirty="0">
              <a:solidFill>
                <a:prstClr val="black"/>
              </a:solidFill>
              <a:latin typeface="Calibri" panose="020F0502020204030204" pitchFamily="34" charset="0"/>
              <a:cs typeface="Franklin Gothic Book"/>
            </a:endParaRPr>
          </a:p>
        </p:txBody>
      </p:sp>
      <p:sp>
        <p:nvSpPr>
          <p:cNvPr id="7" name="object 7"/>
          <p:cNvSpPr txBox="1"/>
          <p:nvPr/>
        </p:nvSpPr>
        <p:spPr>
          <a:xfrm>
            <a:off x="534668" y="2016161"/>
            <a:ext cx="8046720" cy="3200876"/>
          </a:xfrm>
          <a:prstGeom prst="rect">
            <a:avLst/>
          </a:prstGeom>
        </p:spPr>
        <p:txBody>
          <a:bodyPr vert="horz" wrap="square" lIns="0" tIns="0" rIns="0" bIns="0" rtlCol="0">
            <a:spAutoFit/>
          </a:bodyPr>
          <a:lstStyle/>
          <a:p>
            <a:pPr marL="12700" fontAlgn="auto">
              <a:spcBef>
                <a:spcPts val="0"/>
              </a:spcBef>
              <a:spcAft>
                <a:spcPts val="0"/>
              </a:spcAft>
              <a:tabLst>
                <a:tab pos="3148965" algn="l"/>
                <a:tab pos="3993515" algn="l"/>
              </a:tabLst>
            </a:pPr>
            <a:r>
              <a:rPr sz="2925" baseline="14245" dirty="0">
                <a:solidFill>
                  <a:srgbClr val="EFA12D"/>
                </a:solidFill>
                <a:latin typeface="Wingdings 2"/>
                <a:cs typeface="Wingdings 2"/>
              </a:rPr>
              <a:t></a:t>
            </a:r>
            <a:r>
              <a:rPr sz="2925" baseline="14245" dirty="0">
                <a:solidFill>
                  <a:srgbClr val="EFA12D"/>
                </a:solidFill>
                <a:latin typeface="Times New Roman"/>
                <a:cs typeface="Times New Roman"/>
              </a:rPr>
              <a:t> </a:t>
            </a:r>
            <a:r>
              <a:rPr sz="2925" spc="-37" baseline="14245" dirty="0">
                <a:solidFill>
                  <a:srgbClr val="EFA12D"/>
                </a:solidFill>
                <a:latin typeface="Times New Roman"/>
                <a:cs typeface="Times New Roman"/>
              </a:rPr>
              <a:t> </a:t>
            </a:r>
            <a:r>
              <a:rPr sz="2800" spc="-60" dirty="0">
                <a:solidFill>
                  <a:srgbClr val="4D3A2F"/>
                </a:solidFill>
                <a:latin typeface="Calibri" panose="020F0502020204030204" pitchFamily="34" charset="0"/>
                <a:cs typeface="Franklin Gothic Book"/>
              </a:rPr>
              <a:t>P</a:t>
            </a:r>
            <a:r>
              <a:rPr sz="2800" spc="-25" dirty="0">
                <a:solidFill>
                  <a:srgbClr val="4D3A2F"/>
                </a:solidFill>
                <a:latin typeface="Calibri" panose="020F0502020204030204" pitchFamily="34" charset="0"/>
                <a:cs typeface="Franklin Gothic Book"/>
              </a:rPr>
              <a:t>e</a:t>
            </a:r>
            <a:r>
              <a:rPr sz="2800" spc="-20" dirty="0">
                <a:solidFill>
                  <a:srgbClr val="4D3A2F"/>
                </a:solidFill>
                <a:latin typeface="Calibri" panose="020F0502020204030204" pitchFamily="34" charset="0"/>
                <a:cs typeface="Franklin Gothic Book"/>
              </a:rPr>
              <a:t>o</a:t>
            </a:r>
            <a:r>
              <a:rPr sz="2800" spc="-10" dirty="0">
                <a:solidFill>
                  <a:srgbClr val="4D3A2F"/>
                </a:solidFill>
                <a:latin typeface="Calibri" panose="020F0502020204030204" pitchFamily="34" charset="0"/>
                <a:cs typeface="Franklin Gothic Book"/>
              </a:rPr>
              <a:t>p</a:t>
            </a:r>
            <a:r>
              <a:rPr sz="2800" spc="-15" dirty="0">
                <a:solidFill>
                  <a:srgbClr val="4D3A2F"/>
                </a:solidFill>
                <a:latin typeface="Calibri" panose="020F0502020204030204" pitchFamily="34" charset="0"/>
                <a:cs typeface="Franklin Gothic Book"/>
              </a:rPr>
              <a:t>le</a:t>
            </a:r>
            <a:r>
              <a:rPr sz="2800" spc="-10" dirty="0">
                <a:solidFill>
                  <a:srgbClr val="4D3A2F"/>
                </a:solidFill>
                <a:latin typeface="Calibri" panose="020F0502020204030204" pitchFamily="34" charset="0"/>
                <a:cs typeface="Franklin Gothic Book"/>
              </a:rPr>
              <a:t> </a:t>
            </a:r>
            <a:r>
              <a:rPr sz="2800" spc="-25" dirty="0">
                <a:solidFill>
                  <a:srgbClr val="4D3A2F"/>
                </a:solidFill>
                <a:latin typeface="Calibri" panose="020F0502020204030204" pitchFamily="34" charset="0"/>
                <a:cs typeface="Franklin Gothic Book"/>
              </a:rPr>
              <a:t>s</a:t>
            </a:r>
            <a:r>
              <a:rPr sz="2800" spc="-10" dirty="0">
                <a:solidFill>
                  <a:srgbClr val="4D3A2F"/>
                </a:solidFill>
                <a:latin typeface="Calibri" panose="020F0502020204030204" pitchFamily="34" charset="0"/>
                <a:cs typeface="Franklin Gothic Book"/>
              </a:rPr>
              <a:t>p</a:t>
            </a:r>
            <a:r>
              <a:rPr sz="2800" spc="-25" dirty="0">
                <a:solidFill>
                  <a:srgbClr val="4D3A2F"/>
                </a:solidFill>
                <a:latin typeface="Calibri" panose="020F0502020204030204" pitchFamily="34" charset="0"/>
                <a:cs typeface="Franklin Gothic Book"/>
              </a:rPr>
              <a:t>e</a:t>
            </a:r>
            <a:r>
              <a:rPr sz="2800" spc="-20" dirty="0">
                <a:solidFill>
                  <a:srgbClr val="4D3A2F"/>
                </a:solidFill>
                <a:latin typeface="Calibri" panose="020F0502020204030204" pitchFamily="34" charset="0"/>
                <a:cs typeface="Franklin Gothic Book"/>
              </a:rPr>
              <a:t>a</a:t>
            </a:r>
            <a:r>
              <a:rPr sz="2800" spc="-15" dirty="0">
                <a:solidFill>
                  <a:srgbClr val="4D3A2F"/>
                </a:solidFill>
                <a:latin typeface="Calibri" panose="020F0502020204030204" pitchFamily="34" charset="0"/>
                <a:cs typeface="Franklin Gothic Book"/>
              </a:rPr>
              <a:t>k</a:t>
            </a:r>
            <a:r>
              <a:rPr sz="2800" spc="-5" dirty="0">
                <a:solidFill>
                  <a:srgbClr val="4D3A2F"/>
                </a:solidFill>
                <a:latin typeface="Calibri" panose="020F0502020204030204" pitchFamily="34" charset="0"/>
                <a:cs typeface="Franklin Gothic Book"/>
              </a:rPr>
              <a:t> </a:t>
            </a:r>
            <a:r>
              <a:rPr sz="2800" spc="-20" dirty="0">
                <a:solidFill>
                  <a:srgbClr val="4D3A2F"/>
                </a:solidFill>
                <a:latin typeface="Calibri" panose="020F0502020204030204" pitchFamily="34" charset="0"/>
                <a:cs typeface="Franklin Gothic Book"/>
              </a:rPr>
              <a:t>a</a:t>
            </a:r>
            <a:r>
              <a:rPr sz="2800" spc="-10" dirty="0">
                <a:solidFill>
                  <a:srgbClr val="4D3A2F"/>
                </a:solidFill>
                <a:latin typeface="Calibri" panose="020F0502020204030204" pitchFamily="34" charset="0"/>
                <a:cs typeface="Franklin Gothic Book"/>
              </a:rPr>
              <a:t>t</a:t>
            </a:r>
            <a:r>
              <a:rPr sz="2800" spc="-15" dirty="0">
                <a:solidFill>
                  <a:srgbClr val="4D3A2F"/>
                </a:solidFill>
                <a:latin typeface="Calibri" panose="020F0502020204030204" pitchFamily="34" charset="0"/>
                <a:cs typeface="Franklin Gothic Book"/>
              </a:rPr>
              <a:t> </a:t>
            </a:r>
            <a:r>
              <a:rPr lang="en-US" sz="2800" spc="-15" dirty="0">
                <a:solidFill>
                  <a:srgbClr val="4D3A2F"/>
                </a:solidFill>
                <a:latin typeface="Calibri" panose="020F0502020204030204" pitchFamily="34" charset="0"/>
                <a:cs typeface="Franklin Gothic Book"/>
              </a:rPr>
              <a:t>150 W</a:t>
            </a:r>
            <a:r>
              <a:rPr sz="2800" spc="-20" dirty="0">
                <a:solidFill>
                  <a:srgbClr val="4D3A2F"/>
                </a:solidFill>
                <a:latin typeface="Calibri" panose="020F0502020204030204" pitchFamily="34" charset="0"/>
                <a:cs typeface="Franklin Gothic Book"/>
              </a:rPr>
              <a:t>o</a:t>
            </a:r>
            <a:r>
              <a:rPr sz="2800" spc="-55" dirty="0">
                <a:solidFill>
                  <a:srgbClr val="4D3A2F"/>
                </a:solidFill>
                <a:latin typeface="Calibri" panose="020F0502020204030204" pitchFamily="34" charset="0"/>
                <a:cs typeface="Franklin Gothic Book"/>
              </a:rPr>
              <a:t>r</a:t>
            </a:r>
            <a:r>
              <a:rPr sz="2800" spc="-25" dirty="0">
                <a:solidFill>
                  <a:srgbClr val="4D3A2F"/>
                </a:solidFill>
                <a:latin typeface="Calibri" panose="020F0502020204030204" pitchFamily="34" charset="0"/>
                <a:cs typeface="Franklin Gothic Book"/>
              </a:rPr>
              <a:t>d</a:t>
            </a:r>
            <a:r>
              <a:rPr sz="2800" spc="-15" dirty="0">
                <a:solidFill>
                  <a:srgbClr val="4D3A2F"/>
                </a:solidFill>
                <a:latin typeface="Calibri" panose="020F0502020204030204" pitchFamily="34" charset="0"/>
                <a:cs typeface="Franklin Gothic Book"/>
              </a:rPr>
              <a:t>s</a:t>
            </a:r>
            <a:r>
              <a:rPr sz="2800" spc="-10" dirty="0">
                <a:solidFill>
                  <a:srgbClr val="4D3A2F"/>
                </a:solidFill>
                <a:latin typeface="Calibri" panose="020F0502020204030204" pitchFamily="34" charset="0"/>
                <a:cs typeface="Franklin Gothic Book"/>
              </a:rPr>
              <a:t> p</a:t>
            </a:r>
            <a:r>
              <a:rPr sz="2800" spc="-25" dirty="0">
                <a:solidFill>
                  <a:srgbClr val="4D3A2F"/>
                </a:solidFill>
                <a:latin typeface="Calibri" panose="020F0502020204030204" pitchFamily="34" charset="0"/>
                <a:cs typeface="Franklin Gothic Book"/>
              </a:rPr>
              <a:t>e</a:t>
            </a:r>
            <a:r>
              <a:rPr sz="2800" spc="-10" dirty="0">
                <a:solidFill>
                  <a:srgbClr val="4D3A2F"/>
                </a:solidFill>
                <a:latin typeface="Calibri" panose="020F0502020204030204" pitchFamily="34" charset="0"/>
                <a:cs typeface="Franklin Gothic Book"/>
              </a:rPr>
              <a:t>r</a:t>
            </a:r>
            <a:r>
              <a:rPr sz="2800" spc="-5" dirty="0">
                <a:solidFill>
                  <a:srgbClr val="4D3A2F"/>
                </a:solidFill>
                <a:latin typeface="Calibri" panose="020F0502020204030204" pitchFamily="34" charset="0"/>
                <a:cs typeface="Franklin Gothic Book"/>
              </a:rPr>
              <a:t> m</a:t>
            </a:r>
            <a:r>
              <a:rPr sz="2800" spc="-15" dirty="0">
                <a:solidFill>
                  <a:srgbClr val="4D3A2F"/>
                </a:solidFill>
                <a:latin typeface="Calibri" panose="020F0502020204030204" pitchFamily="34" charset="0"/>
                <a:cs typeface="Franklin Gothic Book"/>
              </a:rPr>
              <a:t>i</a:t>
            </a:r>
            <a:r>
              <a:rPr sz="2800" spc="-20" dirty="0">
                <a:solidFill>
                  <a:srgbClr val="4D3A2F"/>
                </a:solidFill>
                <a:latin typeface="Calibri" panose="020F0502020204030204" pitchFamily="34" charset="0"/>
                <a:cs typeface="Franklin Gothic Book"/>
              </a:rPr>
              <a:t>n</a:t>
            </a:r>
            <a:r>
              <a:rPr sz="2800" spc="-30" dirty="0">
                <a:solidFill>
                  <a:srgbClr val="4D3A2F"/>
                </a:solidFill>
                <a:latin typeface="Calibri" panose="020F0502020204030204" pitchFamily="34" charset="0"/>
                <a:cs typeface="Franklin Gothic Book"/>
              </a:rPr>
              <a:t>u</a:t>
            </a:r>
            <a:r>
              <a:rPr sz="2800" spc="-65" dirty="0">
                <a:solidFill>
                  <a:srgbClr val="4D3A2F"/>
                </a:solidFill>
                <a:latin typeface="Calibri" panose="020F0502020204030204" pitchFamily="34" charset="0"/>
                <a:cs typeface="Franklin Gothic Book"/>
              </a:rPr>
              <a:t>t</a:t>
            </a:r>
            <a:r>
              <a:rPr sz="2800" spc="-20" dirty="0">
                <a:solidFill>
                  <a:srgbClr val="4D3A2F"/>
                </a:solidFill>
                <a:latin typeface="Calibri" panose="020F0502020204030204" pitchFamily="34" charset="0"/>
                <a:cs typeface="Franklin Gothic Book"/>
              </a:rPr>
              <a:t>e</a:t>
            </a:r>
            <a:endParaRPr sz="2650" dirty="0">
              <a:solidFill>
                <a:prstClr val="black"/>
              </a:solidFill>
              <a:latin typeface="Calibri" panose="020F0502020204030204" pitchFamily="34" charset="0"/>
            </a:endParaRPr>
          </a:p>
          <a:p>
            <a:pPr marL="354965" marR="6350" indent="-342900" fontAlgn="auto">
              <a:lnSpc>
                <a:spcPts val="2690"/>
              </a:lnSpc>
              <a:spcBef>
                <a:spcPts val="0"/>
              </a:spcBef>
              <a:spcAft>
                <a:spcPts val="0"/>
              </a:spcAft>
            </a:pPr>
            <a:r>
              <a:rPr lang="en-US" sz="2925" baseline="14245" dirty="0">
                <a:solidFill>
                  <a:srgbClr val="EFA12D"/>
                </a:solidFill>
                <a:latin typeface="Wingdings 2"/>
                <a:cs typeface="Wingdings 2"/>
              </a:rPr>
              <a:t></a:t>
            </a:r>
            <a:r>
              <a:rPr sz="2925" baseline="14245" dirty="0">
                <a:solidFill>
                  <a:srgbClr val="EFA12D"/>
                </a:solidFill>
                <a:latin typeface="Calibri" panose="020F0502020204030204" pitchFamily="34" charset="0"/>
                <a:cs typeface="Times New Roman"/>
              </a:rPr>
              <a:t> </a:t>
            </a:r>
            <a:r>
              <a:rPr sz="2925" spc="-37" baseline="14245" dirty="0">
                <a:solidFill>
                  <a:srgbClr val="EFA12D"/>
                </a:solidFill>
                <a:latin typeface="Calibri" panose="020F0502020204030204" pitchFamily="34" charset="0"/>
                <a:cs typeface="Times New Roman"/>
              </a:rPr>
              <a:t> </a:t>
            </a:r>
            <a:r>
              <a:rPr sz="2800" spc="-10" dirty="0">
                <a:solidFill>
                  <a:srgbClr val="4D3A2F"/>
                </a:solidFill>
                <a:latin typeface="Calibri" panose="020F0502020204030204" pitchFamily="34" charset="0"/>
                <a:cs typeface="Franklin Gothic Book"/>
              </a:rPr>
              <a:t>T</a:t>
            </a:r>
            <a:r>
              <a:rPr sz="2800" spc="5" dirty="0">
                <a:solidFill>
                  <a:srgbClr val="4D3A2F"/>
                </a:solidFill>
                <a:latin typeface="Calibri" panose="020F0502020204030204" pitchFamily="34" charset="0"/>
                <a:cs typeface="Franklin Gothic Book"/>
              </a:rPr>
              <a:t>h</a:t>
            </a:r>
            <a:r>
              <a:rPr sz="2800" spc="-30" dirty="0">
                <a:solidFill>
                  <a:srgbClr val="4D3A2F"/>
                </a:solidFill>
                <a:latin typeface="Calibri" panose="020F0502020204030204" pitchFamily="34" charset="0"/>
                <a:cs typeface="Franklin Gothic Book"/>
              </a:rPr>
              <a:t>a</a:t>
            </a:r>
            <a:r>
              <a:rPr sz="2800" spc="-10" dirty="0">
                <a:solidFill>
                  <a:srgbClr val="4D3A2F"/>
                </a:solidFill>
                <a:latin typeface="Calibri" panose="020F0502020204030204" pitchFamily="34" charset="0"/>
                <a:cs typeface="Franklin Gothic Book"/>
              </a:rPr>
              <a:t>t</a:t>
            </a:r>
            <a:r>
              <a:rPr sz="2800" spc="-5" dirty="0">
                <a:solidFill>
                  <a:srgbClr val="4D3A2F"/>
                </a:solidFill>
                <a:latin typeface="Calibri" panose="020F0502020204030204" pitchFamily="34" charset="0"/>
                <a:cs typeface="Franklin Gothic Book"/>
              </a:rPr>
              <a:t> </a:t>
            </a:r>
            <a:r>
              <a:rPr sz="2800" spc="-10" dirty="0">
                <a:solidFill>
                  <a:srgbClr val="4D3A2F"/>
                </a:solidFill>
                <a:latin typeface="Calibri" panose="020F0502020204030204" pitchFamily="34" charset="0"/>
                <a:cs typeface="Franklin Gothic Book"/>
              </a:rPr>
              <a:t>l</a:t>
            </a:r>
            <a:r>
              <a:rPr sz="2800" spc="-25" dirty="0">
                <a:solidFill>
                  <a:srgbClr val="4D3A2F"/>
                </a:solidFill>
                <a:latin typeface="Calibri" panose="020F0502020204030204" pitchFamily="34" charset="0"/>
                <a:cs typeface="Franklin Gothic Book"/>
              </a:rPr>
              <a:t>e</a:t>
            </a:r>
            <a:r>
              <a:rPr sz="2800" spc="-80" dirty="0">
                <a:solidFill>
                  <a:srgbClr val="4D3A2F"/>
                </a:solidFill>
                <a:latin typeface="Calibri" panose="020F0502020204030204" pitchFamily="34" charset="0"/>
                <a:cs typeface="Franklin Gothic Book"/>
              </a:rPr>
              <a:t>a</a:t>
            </a:r>
            <a:r>
              <a:rPr sz="2800" spc="-55" dirty="0">
                <a:solidFill>
                  <a:srgbClr val="4D3A2F"/>
                </a:solidFill>
                <a:latin typeface="Calibri" panose="020F0502020204030204" pitchFamily="34" charset="0"/>
                <a:cs typeface="Franklin Gothic Book"/>
              </a:rPr>
              <a:t>v</a:t>
            </a:r>
            <a:r>
              <a:rPr sz="2800" spc="-25" dirty="0">
                <a:solidFill>
                  <a:srgbClr val="4D3A2F"/>
                </a:solidFill>
                <a:latin typeface="Calibri" panose="020F0502020204030204" pitchFamily="34" charset="0"/>
                <a:cs typeface="Franklin Gothic Book"/>
              </a:rPr>
              <a:t>e</a:t>
            </a:r>
            <a:r>
              <a:rPr sz="2800" spc="-15" dirty="0">
                <a:solidFill>
                  <a:srgbClr val="4D3A2F"/>
                </a:solidFill>
                <a:latin typeface="Calibri" panose="020F0502020204030204" pitchFamily="34" charset="0"/>
                <a:cs typeface="Franklin Gothic Book"/>
              </a:rPr>
              <a:t>s </a:t>
            </a:r>
            <a:r>
              <a:rPr sz="2800" dirty="0">
                <a:solidFill>
                  <a:srgbClr val="4D3A2F"/>
                </a:solidFill>
                <a:latin typeface="Calibri" panose="020F0502020204030204" pitchFamily="34" charset="0"/>
                <a:cs typeface="Franklin Gothic Book"/>
              </a:rPr>
              <a:t>3</a:t>
            </a:r>
            <a:r>
              <a:rPr sz="2800" spc="-5" dirty="0">
                <a:solidFill>
                  <a:srgbClr val="4D3A2F"/>
                </a:solidFill>
                <a:latin typeface="Calibri" panose="020F0502020204030204" pitchFamily="34" charset="0"/>
                <a:cs typeface="Franklin Gothic Book"/>
              </a:rPr>
              <a:t>5</a:t>
            </a:r>
            <a:r>
              <a:rPr sz="2800" dirty="0">
                <a:solidFill>
                  <a:srgbClr val="4D3A2F"/>
                </a:solidFill>
                <a:latin typeface="Calibri" panose="020F0502020204030204" pitchFamily="34" charset="0"/>
                <a:cs typeface="Franklin Gothic Book"/>
              </a:rPr>
              <a:t>0</a:t>
            </a:r>
            <a:r>
              <a:rPr sz="2800" spc="-10" dirty="0">
                <a:solidFill>
                  <a:srgbClr val="4D3A2F"/>
                </a:solidFill>
                <a:latin typeface="Calibri" panose="020F0502020204030204" pitchFamily="34" charset="0"/>
                <a:cs typeface="Franklin Gothic Book"/>
              </a:rPr>
              <a:t> </a:t>
            </a:r>
            <a:r>
              <a:rPr sz="2800" spc="-30" dirty="0">
                <a:solidFill>
                  <a:srgbClr val="4D3A2F"/>
                </a:solidFill>
                <a:latin typeface="Calibri" panose="020F0502020204030204" pitchFamily="34" charset="0"/>
                <a:cs typeface="Franklin Gothic Book"/>
              </a:rPr>
              <a:t>w</a:t>
            </a:r>
            <a:r>
              <a:rPr sz="2800" spc="-20" dirty="0">
                <a:solidFill>
                  <a:srgbClr val="4D3A2F"/>
                </a:solidFill>
                <a:latin typeface="Calibri" panose="020F0502020204030204" pitchFamily="34" charset="0"/>
                <a:cs typeface="Franklin Gothic Book"/>
              </a:rPr>
              <a:t>o</a:t>
            </a:r>
            <a:r>
              <a:rPr sz="2800" spc="-65" dirty="0">
                <a:solidFill>
                  <a:srgbClr val="4D3A2F"/>
                </a:solidFill>
                <a:latin typeface="Calibri" panose="020F0502020204030204" pitchFamily="34" charset="0"/>
                <a:cs typeface="Franklin Gothic Book"/>
              </a:rPr>
              <a:t>r</a:t>
            </a:r>
            <a:r>
              <a:rPr sz="2800" spc="-25" dirty="0">
                <a:solidFill>
                  <a:srgbClr val="4D3A2F"/>
                </a:solidFill>
                <a:latin typeface="Calibri" panose="020F0502020204030204" pitchFamily="34" charset="0"/>
                <a:cs typeface="Franklin Gothic Book"/>
              </a:rPr>
              <a:t>d</a:t>
            </a:r>
            <a:r>
              <a:rPr sz="2800" spc="-15" dirty="0">
                <a:solidFill>
                  <a:srgbClr val="4D3A2F"/>
                </a:solidFill>
                <a:latin typeface="Calibri" panose="020F0502020204030204" pitchFamily="34" charset="0"/>
                <a:cs typeface="Franklin Gothic Book"/>
              </a:rPr>
              <a:t>s</a:t>
            </a:r>
            <a:r>
              <a:rPr sz="2800" spc="-5" dirty="0">
                <a:solidFill>
                  <a:srgbClr val="4D3A2F"/>
                </a:solidFill>
                <a:latin typeface="Calibri" panose="020F0502020204030204" pitchFamily="34" charset="0"/>
                <a:cs typeface="Franklin Gothic Book"/>
              </a:rPr>
              <a:t> </a:t>
            </a:r>
            <a:r>
              <a:rPr sz="2800" spc="-15" dirty="0">
                <a:solidFill>
                  <a:srgbClr val="4D3A2F"/>
                </a:solidFill>
                <a:latin typeface="Calibri" panose="020F0502020204030204" pitchFamily="34" charset="0"/>
                <a:cs typeface="Franklin Gothic Book"/>
              </a:rPr>
              <a:t>p</a:t>
            </a:r>
            <a:r>
              <a:rPr sz="2800" spc="-20" dirty="0">
                <a:solidFill>
                  <a:srgbClr val="4D3A2F"/>
                </a:solidFill>
                <a:latin typeface="Calibri" panose="020F0502020204030204" pitchFamily="34" charset="0"/>
                <a:cs typeface="Franklin Gothic Book"/>
              </a:rPr>
              <a:t>e</a:t>
            </a:r>
            <a:r>
              <a:rPr sz="2800" spc="-10" dirty="0">
                <a:solidFill>
                  <a:srgbClr val="4D3A2F"/>
                </a:solidFill>
                <a:latin typeface="Calibri" panose="020F0502020204030204" pitchFamily="34" charset="0"/>
                <a:cs typeface="Franklin Gothic Book"/>
              </a:rPr>
              <a:t>r</a:t>
            </a:r>
            <a:r>
              <a:rPr sz="2800" spc="-15" dirty="0">
                <a:solidFill>
                  <a:srgbClr val="4D3A2F"/>
                </a:solidFill>
                <a:latin typeface="Calibri" panose="020F0502020204030204" pitchFamily="34" charset="0"/>
                <a:cs typeface="Franklin Gothic Book"/>
              </a:rPr>
              <a:t> </a:t>
            </a:r>
            <a:r>
              <a:rPr sz="2800" spc="-20" dirty="0">
                <a:solidFill>
                  <a:srgbClr val="4D3A2F"/>
                </a:solidFill>
                <a:latin typeface="Calibri" panose="020F0502020204030204" pitchFamily="34" charset="0"/>
                <a:cs typeface="Franklin Gothic Book"/>
              </a:rPr>
              <a:t>m</a:t>
            </a:r>
            <a:r>
              <a:rPr sz="2800" spc="-15" dirty="0">
                <a:solidFill>
                  <a:srgbClr val="4D3A2F"/>
                </a:solidFill>
                <a:latin typeface="Calibri" panose="020F0502020204030204" pitchFamily="34" charset="0"/>
                <a:cs typeface="Franklin Gothic Book"/>
              </a:rPr>
              <a:t>i</a:t>
            </a:r>
            <a:r>
              <a:rPr sz="2800" spc="-30" dirty="0">
                <a:solidFill>
                  <a:srgbClr val="4D3A2F"/>
                </a:solidFill>
                <a:latin typeface="Calibri" panose="020F0502020204030204" pitchFamily="34" charset="0"/>
                <a:cs typeface="Franklin Gothic Book"/>
              </a:rPr>
              <a:t>n</a:t>
            </a:r>
            <a:r>
              <a:rPr sz="2800" spc="-20" dirty="0">
                <a:solidFill>
                  <a:srgbClr val="4D3A2F"/>
                </a:solidFill>
                <a:latin typeface="Calibri" panose="020F0502020204030204" pitchFamily="34" charset="0"/>
                <a:cs typeface="Franklin Gothic Book"/>
              </a:rPr>
              <a:t>u</a:t>
            </a:r>
            <a:r>
              <a:rPr sz="2800" spc="-65" dirty="0">
                <a:solidFill>
                  <a:srgbClr val="4D3A2F"/>
                </a:solidFill>
                <a:latin typeface="Calibri" panose="020F0502020204030204" pitchFamily="34" charset="0"/>
                <a:cs typeface="Franklin Gothic Book"/>
              </a:rPr>
              <a:t>t</a:t>
            </a:r>
            <a:r>
              <a:rPr sz="2800" spc="-15" dirty="0">
                <a:solidFill>
                  <a:srgbClr val="4D3A2F"/>
                </a:solidFill>
                <a:latin typeface="Calibri" panose="020F0502020204030204" pitchFamily="34" charset="0"/>
                <a:cs typeface="Franklin Gothic Book"/>
              </a:rPr>
              <a:t>e</a:t>
            </a:r>
            <a:r>
              <a:rPr sz="2800" spc="-10" dirty="0">
                <a:solidFill>
                  <a:srgbClr val="4D3A2F"/>
                </a:solidFill>
                <a:latin typeface="Calibri" panose="020F0502020204030204" pitchFamily="34" charset="0"/>
                <a:cs typeface="Franklin Gothic Book"/>
              </a:rPr>
              <a:t> </a:t>
            </a:r>
            <a:r>
              <a:rPr sz="2800" spc="-65" dirty="0">
                <a:solidFill>
                  <a:srgbClr val="4D3A2F"/>
                </a:solidFill>
                <a:latin typeface="Calibri" panose="020F0502020204030204" pitchFamily="34" charset="0"/>
                <a:cs typeface="Franklin Gothic Book"/>
              </a:rPr>
              <a:t>t</a:t>
            </a:r>
            <a:r>
              <a:rPr sz="2800" spc="-15" dirty="0">
                <a:solidFill>
                  <a:srgbClr val="4D3A2F"/>
                </a:solidFill>
                <a:latin typeface="Calibri" panose="020F0502020204030204" pitchFamily="34" charset="0"/>
                <a:cs typeface="Franklin Gothic Book"/>
              </a:rPr>
              <a:t>o</a:t>
            </a:r>
            <a:r>
              <a:rPr sz="2800" spc="-10" dirty="0">
                <a:solidFill>
                  <a:srgbClr val="4D3A2F"/>
                </a:solidFill>
                <a:latin typeface="Calibri" panose="020F0502020204030204" pitchFamily="34" charset="0"/>
                <a:cs typeface="Franklin Gothic Book"/>
              </a:rPr>
              <a:t> </a:t>
            </a:r>
            <a:r>
              <a:rPr sz="2800" spc="-5" dirty="0">
                <a:solidFill>
                  <a:srgbClr val="00B050"/>
                </a:solidFill>
                <a:latin typeface="Calibri" panose="020F0502020204030204" pitchFamily="34" charset="0"/>
                <a:cs typeface="Franklin Gothic Book"/>
              </a:rPr>
              <a:t>T</a:t>
            </a:r>
            <a:r>
              <a:rPr sz="2800" spc="-10" dirty="0">
                <a:solidFill>
                  <a:srgbClr val="00B050"/>
                </a:solidFill>
                <a:latin typeface="Calibri" panose="020F0502020204030204" pitchFamily="34" charset="0"/>
                <a:cs typeface="Franklin Gothic Book"/>
              </a:rPr>
              <a:t>U</a:t>
            </a:r>
            <a:r>
              <a:rPr sz="2800" spc="-5" dirty="0">
                <a:solidFill>
                  <a:srgbClr val="00B050"/>
                </a:solidFill>
                <a:latin typeface="Calibri" panose="020F0502020204030204" pitchFamily="34" charset="0"/>
                <a:cs typeface="Franklin Gothic Book"/>
              </a:rPr>
              <a:t>N</a:t>
            </a:r>
            <a:r>
              <a:rPr sz="2800" dirty="0">
                <a:solidFill>
                  <a:srgbClr val="00B050"/>
                </a:solidFill>
                <a:latin typeface="Calibri" panose="020F0502020204030204" pitchFamily="34" charset="0"/>
                <a:cs typeface="Franklin Gothic Book"/>
              </a:rPr>
              <a:t>E</a:t>
            </a:r>
            <a:r>
              <a:rPr sz="2800" spc="-10" dirty="0">
                <a:solidFill>
                  <a:srgbClr val="00B050"/>
                </a:solidFill>
                <a:latin typeface="Calibri" panose="020F0502020204030204" pitchFamily="34" charset="0"/>
                <a:cs typeface="Franklin Gothic Book"/>
              </a:rPr>
              <a:t> </a:t>
            </a:r>
            <a:r>
              <a:rPr sz="2800" spc="-30" dirty="0">
                <a:solidFill>
                  <a:srgbClr val="00B050"/>
                </a:solidFill>
                <a:latin typeface="Calibri" panose="020F0502020204030204" pitchFamily="34" charset="0"/>
                <a:cs typeface="Franklin Gothic Book"/>
              </a:rPr>
              <a:t>O</a:t>
            </a:r>
            <a:r>
              <a:rPr sz="2800" spc="-20" dirty="0">
                <a:solidFill>
                  <a:srgbClr val="00B050"/>
                </a:solidFill>
                <a:latin typeface="Calibri" panose="020F0502020204030204" pitchFamily="34" charset="0"/>
                <a:cs typeface="Franklin Gothic Book"/>
              </a:rPr>
              <a:t>U</a:t>
            </a:r>
            <a:r>
              <a:rPr sz="2800" dirty="0">
                <a:solidFill>
                  <a:srgbClr val="00B050"/>
                </a:solidFill>
                <a:latin typeface="Calibri" panose="020F0502020204030204" pitchFamily="34" charset="0"/>
                <a:cs typeface="Franklin Gothic Book"/>
              </a:rPr>
              <a:t>T</a:t>
            </a:r>
            <a:r>
              <a:rPr sz="2800" spc="-10" dirty="0">
                <a:solidFill>
                  <a:srgbClr val="00B050"/>
                </a:solidFill>
                <a:latin typeface="Calibri" panose="020F0502020204030204" pitchFamily="34" charset="0"/>
                <a:cs typeface="Franklin Gothic Book"/>
              </a:rPr>
              <a:t> </a:t>
            </a:r>
            <a:r>
              <a:rPr lang="en-US" sz="2800" spc="-10" dirty="0">
                <a:solidFill>
                  <a:srgbClr val="4D3A2F"/>
                </a:solidFill>
                <a:latin typeface="Calibri" panose="020F0502020204030204" pitchFamily="34" charset="0"/>
                <a:cs typeface="Franklin Gothic Book"/>
              </a:rPr>
              <a:t>which represents </a:t>
            </a:r>
            <a:r>
              <a:rPr sz="2800" i="1" spc="-15" dirty="0">
                <a:solidFill>
                  <a:srgbClr val="4D3A2F"/>
                </a:solidFill>
                <a:latin typeface="Calibri" panose="020F0502020204030204" pitchFamily="34" charset="0"/>
                <a:cs typeface="Franklin Gothic Book"/>
              </a:rPr>
              <a:t>(</a:t>
            </a:r>
            <a:r>
              <a:rPr sz="2800" i="1" dirty="0">
                <a:solidFill>
                  <a:srgbClr val="4D3A2F"/>
                </a:solidFill>
                <a:latin typeface="Calibri" panose="020F0502020204030204" pitchFamily="34" charset="0"/>
                <a:cs typeface="Franklin Gothic Book"/>
              </a:rPr>
              <a:t>42 </a:t>
            </a:r>
            <a:r>
              <a:rPr sz="2800" i="1" spc="-25" dirty="0">
                <a:solidFill>
                  <a:srgbClr val="4D3A2F"/>
                </a:solidFill>
                <a:latin typeface="Calibri" panose="020F0502020204030204" pitchFamily="34" charset="0"/>
                <a:cs typeface="Franklin Gothic Book"/>
              </a:rPr>
              <a:t>se</a:t>
            </a:r>
            <a:r>
              <a:rPr sz="2800" i="1" spc="-15" dirty="0">
                <a:solidFill>
                  <a:srgbClr val="4D3A2F"/>
                </a:solidFill>
                <a:latin typeface="Calibri" panose="020F0502020204030204" pitchFamily="34" charset="0"/>
                <a:cs typeface="Franklin Gothic Book"/>
              </a:rPr>
              <a:t>c</a:t>
            </a:r>
            <a:r>
              <a:rPr sz="2800" i="1" spc="-20" dirty="0">
                <a:solidFill>
                  <a:srgbClr val="4D3A2F"/>
                </a:solidFill>
                <a:latin typeface="Calibri" panose="020F0502020204030204" pitchFamily="34" charset="0"/>
                <a:cs typeface="Franklin Gothic Book"/>
              </a:rPr>
              <a:t>on</a:t>
            </a:r>
            <a:r>
              <a:rPr sz="2800" i="1" spc="-25" dirty="0">
                <a:solidFill>
                  <a:srgbClr val="4D3A2F"/>
                </a:solidFill>
                <a:latin typeface="Calibri" panose="020F0502020204030204" pitchFamily="34" charset="0"/>
                <a:cs typeface="Franklin Gothic Book"/>
              </a:rPr>
              <a:t>ds</a:t>
            </a:r>
            <a:r>
              <a:rPr sz="2800" i="1" dirty="0">
                <a:solidFill>
                  <a:srgbClr val="4D3A2F"/>
                </a:solidFill>
                <a:latin typeface="Calibri" panose="020F0502020204030204" pitchFamily="34" charset="0"/>
                <a:cs typeface="Franklin Gothic Book"/>
              </a:rPr>
              <a:t>)</a:t>
            </a:r>
            <a:endParaRPr lang="en-US" sz="2800" i="1" dirty="0">
              <a:solidFill>
                <a:srgbClr val="4D3A2F"/>
              </a:solidFill>
              <a:latin typeface="Calibri" panose="020F0502020204030204" pitchFamily="34" charset="0"/>
              <a:cs typeface="Franklin Gothic Book"/>
            </a:endParaRPr>
          </a:p>
          <a:p>
            <a:pPr marL="354965" marR="6350" indent="-342900" fontAlgn="auto">
              <a:lnSpc>
                <a:spcPts val="2690"/>
              </a:lnSpc>
              <a:spcBef>
                <a:spcPts val="0"/>
              </a:spcBef>
              <a:spcAft>
                <a:spcPts val="0"/>
              </a:spcAft>
            </a:pPr>
            <a:r>
              <a:rPr lang="en-US" sz="2800" baseline="14245" dirty="0">
                <a:solidFill>
                  <a:srgbClr val="EFA12D"/>
                </a:solidFill>
                <a:latin typeface="Wingdings 2"/>
                <a:cs typeface="Wingdings 2"/>
              </a:rPr>
              <a:t>	</a:t>
            </a:r>
          </a:p>
          <a:p>
            <a:pPr marL="354965" marR="6350" indent="-342900" fontAlgn="auto">
              <a:lnSpc>
                <a:spcPts val="2690"/>
              </a:lnSpc>
              <a:spcBef>
                <a:spcPts val="0"/>
              </a:spcBef>
              <a:spcAft>
                <a:spcPts val="0"/>
              </a:spcAft>
            </a:pPr>
            <a:r>
              <a:rPr lang="en-US" sz="2800" baseline="14245" dirty="0">
                <a:solidFill>
                  <a:srgbClr val="EFA12D"/>
                </a:solidFill>
                <a:latin typeface="Wingdings 2"/>
                <a:cs typeface="Wingdings 2"/>
              </a:rPr>
              <a:t>	</a:t>
            </a:r>
            <a:r>
              <a:rPr lang="en-US" sz="2800" spc="5" dirty="0">
                <a:solidFill>
                  <a:srgbClr val="4D3A2F"/>
                </a:solidFill>
                <a:latin typeface="Calibri" panose="020F0502020204030204" pitchFamily="34" charset="0"/>
                <a:cs typeface="Franklin Gothic Book"/>
              </a:rPr>
              <a:t>C</a:t>
            </a:r>
            <a:r>
              <a:rPr lang="en-US" sz="2800" spc="-30" dirty="0">
                <a:solidFill>
                  <a:srgbClr val="4D3A2F"/>
                </a:solidFill>
                <a:latin typeface="Calibri" panose="020F0502020204030204" pitchFamily="34" charset="0"/>
                <a:cs typeface="Franklin Gothic Book"/>
              </a:rPr>
              <a:t>au</a:t>
            </a:r>
            <a:r>
              <a:rPr lang="en-US" sz="2800" spc="-20" dirty="0">
                <a:solidFill>
                  <a:srgbClr val="4D3A2F"/>
                </a:solidFill>
                <a:latin typeface="Calibri" panose="020F0502020204030204" pitchFamily="34" charset="0"/>
                <a:cs typeface="Franklin Gothic Book"/>
              </a:rPr>
              <a:t>s</a:t>
            </a:r>
            <a:r>
              <a:rPr lang="en-US" sz="2800" spc="-25" dirty="0">
                <a:solidFill>
                  <a:srgbClr val="4D3A2F"/>
                </a:solidFill>
                <a:latin typeface="Calibri" panose="020F0502020204030204" pitchFamily="34" charset="0"/>
                <a:cs typeface="Franklin Gothic Book"/>
              </a:rPr>
              <a:t>e</a:t>
            </a:r>
            <a:r>
              <a:rPr lang="en-US" sz="2800" spc="-15" dirty="0">
                <a:solidFill>
                  <a:srgbClr val="4D3A2F"/>
                </a:solidFill>
                <a:latin typeface="Calibri" panose="020F0502020204030204" pitchFamily="34" charset="0"/>
                <a:cs typeface="Franklin Gothic Book"/>
              </a:rPr>
              <a:t>s </a:t>
            </a:r>
            <a:r>
              <a:rPr lang="en-US" sz="2800" spc="-70" dirty="0">
                <a:solidFill>
                  <a:srgbClr val="4D3A2F"/>
                </a:solidFill>
                <a:latin typeface="Calibri" panose="020F0502020204030204" pitchFamily="34" charset="0"/>
                <a:cs typeface="Franklin Gothic Book"/>
              </a:rPr>
              <a:t>f</a:t>
            </a:r>
            <a:r>
              <a:rPr lang="en-US" sz="2800" spc="-20" dirty="0">
                <a:solidFill>
                  <a:srgbClr val="4D3A2F"/>
                </a:solidFill>
                <a:latin typeface="Calibri" panose="020F0502020204030204" pitchFamily="34" charset="0"/>
                <a:cs typeface="Franklin Gothic Book"/>
              </a:rPr>
              <a:t>o</a:t>
            </a:r>
            <a:r>
              <a:rPr lang="en-US" sz="2800" spc="-10" dirty="0">
                <a:solidFill>
                  <a:srgbClr val="4D3A2F"/>
                </a:solidFill>
                <a:latin typeface="Calibri" panose="020F0502020204030204" pitchFamily="34" charset="0"/>
                <a:cs typeface="Franklin Gothic Book"/>
              </a:rPr>
              <a:t>r</a:t>
            </a:r>
            <a:r>
              <a:rPr lang="en-US" sz="2800" dirty="0">
                <a:solidFill>
                  <a:srgbClr val="4D3A2F"/>
                </a:solidFill>
                <a:latin typeface="Calibri" panose="020F0502020204030204" pitchFamily="34" charset="0"/>
                <a:cs typeface="Franklin Gothic Book"/>
              </a:rPr>
              <a:t> </a:t>
            </a:r>
            <a:r>
              <a:rPr lang="en-US" sz="2800" spc="-10" dirty="0">
                <a:solidFill>
                  <a:srgbClr val="4D3A2F"/>
                </a:solidFill>
                <a:latin typeface="Calibri" panose="020F0502020204030204" pitchFamily="34" charset="0"/>
                <a:cs typeface="Franklin Gothic Book"/>
              </a:rPr>
              <a:t>T</a:t>
            </a:r>
            <a:r>
              <a:rPr lang="en-US" sz="2800" spc="-30" dirty="0">
                <a:solidFill>
                  <a:srgbClr val="4D3A2F"/>
                </a:solidFill>
                <a:latin typeface="Calibri" panose="020F0502020204030204" pitchFamily="34" charset="0"/>
                <a:cs typeface="Franklin Gothic Book"/>
              </a:rPr>
              <a:t>U</a:t>
            </a:r>
            <a:r>
              <a:rPr lang="en-US" sz="2800" spc="-5" dirty="0">
                <a:solidFill>
                  <a:srgbClr val="4D3A2F"/>
                </a:solidFill>
                <a:latin typeface="Calibri" panose="020F0502020204030204" pitchFamily="34" charset="0"/>
                <a:cs typeface="Franklin Gothic Book"/>
              </a:rPr>
              <a:t>N</a:t>
            </a:r>
            <a:r>
              <a:rPr lang="en-US" sz="2800" spc="-15" dirty="0">
                <a:solidFill>
                  <a:srgbClr val="4D3A2F"/>
                </a:solidFill>
                <a:latin typeface="Calibri" panose="020F0502020204030204" pitchFamily="34" charset="0"/>
                <a:cs typeface="Franklin Gothic Book"/>
              </a:rPr>
              <a:t>I</a:t>
            </a:r>
            <a:r>
              <a:rPr lang="en-US" sz="2800" spc="-5" dirty="0">
                <a:solidFill>
                  <a:srgbClr val="4D3A2F"/>
                </a:solidFill>
                <a:latin typeface="Calibri" panose="020F0502020204030204" pitchFamily="34" charset="0"/>
                <a:cs typeface="Franklin Gothic Book"/>
              </a:rPr>
              <a:t>N</a:t>
            </a:r>
            <a:r>
              <a:rPr lang="en-US" sz="2800" dirty="0">
                <a:solidFill>
                  <a:srgbClr val="4D3A2F"/>
                </a:solidFill>
                <a:latin typeface="Calibri" panose="020F0502020204030204" pitchFamily="34" charset="0"/>
                <a:cs typeface="Franklin Gothic Book"/>
              </a:rPr>
              <a:t>G</a:t>
            </a:r>
            <a:r>
              <a:rPr lang="en-US" sz="2800" spc="-5" dirty="0">
                <a:solidFill>
                  <a:srgbClr val="4D3A2F"/>
                </a:solidFill>
                <a:latin typeface="Calibri" panose="020F0502020204030204" pitchFamily="34" charset="0"/>
                <a:cs typeface="Franklin Gothic Book"/>
              </a:rPr>
              <a:t> </a:t>
            </a:r>
            <a:r>
              <a:rPr lang="en-US" sz="2800" spc="-30" dirty="0">
                <a:solidFill>
                  <a:srgbClr val="4D3A2F"/>
                </a:solidFill>
                <a:latin typeface="Calibri" panose="020F0502020204030204" pitchFamily="34" charset="0"/>
                <a:cs typeface="Franklin Gothic Book"/>
              </a:rPr>
              <a:t>OU</a:t>
            </a:r>
            <a:r>
              <a:rPr lang="en-US" sz="2800" dirty="0">
                <a:solidFill>
                  <a:srgbClr val="4D3A2F"/>
                </a:solidFill>
                <a:latin typeface="Calibri" panose="020F0502020204030204" pitchFamily="34" charset="0"/>
                <a:cs typeface="Franklin Gothic Book"/>
              </a:rPr>
              <a:t>T</a:t>
            </a:r>
            <a:r>
              <a:rPr lang="en-US" sz="2800" spc="-5" dirty="0">
                <a:solidFill>
                  <a:srgbClr val="4D3A2F"/>
                </a:solidFill>
                <a:latin typeface="Calibri" panose="020F0502020204030204" pitchFamily="34" charset="0"/>
                <a:cs typeface="Franklin Gothic Book"/>
              </a:rPr>
              <a:t>?</a:t>
            </a:r>
          </a:p>
          <a:p>
            <a:pPr marL="926465" marR="6350" lvl="1" indent="-457200" fontAlgn="auto">
              <a:lnSpc>
                <a:spcPts val="2690"/>
              </a:lnSpc>
              <a:spcBef>
                <a:spcPts val="0"/>
              </a:spcBef>
              <a:spcAft>
                <a:spcPts val="0"/>
              </a:spcAft>
              <a:buFont typeface="Wingdings" panose="05000000000000000000" pitchFamily="2" charset="2"/>
              <a:buChar char="q"/>
            </a:pPr>
            <a:r>
              <a:rPr lang="en-US" sz="2400" dirty="0">
                <a:solidFill>
                  <a:prstClr val="black"/>
                </a:solidFill>
                <a:latin typeface="Calibri" panose="020F0502020204030204" pitchFamily="34" charset="0"/>
                <a:cs typeface="Franklin Gothic Book"/>
              </a:rPr>
              <a:t>R</a:t>
            </a:r>
            <a:r>
              <a:rPr sz="2400" spc="-20" dirty="0">
                <a:solidFill>
                  <a:srgbClr val="4D3A2F"/>
                </a:solidFill>
                <a:latin typeface="Calibri" panose="020F0502020204030204" pitchFamily="34" charset="0"/>
                <a:cs typeface="Franklin Gothic Book"/>
              </a:rPr>
              <a:t>ec</a:t>
            </a:r>
            <a:r>
              <a:rPr sz="2400" spc="-5" dirty="0">
                <a:solidFill>
                  <a:srgbClr val="4D3A2F"/>
                </a:solidFill>
                <a:latin typeface="Calibri" panose="020F0502020204030204" pitchFamily="34" charset="0"/>
                <a:cs typeface="Franklin Gothic Book"/>
              </a:rPr>
              <a:t>e</a:t>
            </a:r>
            <a:r>
              <a:rPr sz="2400" spc="-15" dirty="0">
                <a:solidFill>
                  <a:srgbClr val="4D3A2F"/>
                </a:solidFill>
                <a:latin typeface="Calibri" panose="020F0502020204030204" pitchFamily="34" charset="0"/>
                <a:cs typeface="Franklin Gothic Book"/>
              </a:rPr>
              <a:t>i</a:t>
            </a:r>
            <a:r>
              <a:rPr sz="2400" spc="-55" dirty="0">
                <a:solidFill>
                  <a:srgbClr val="4D3A2F"/>
                </a:solidFill>
                <a:latin typeface="Calibri" panose="020F0502020204030204" pitchFamily="34" charset="0"/>
                <a:cs typeface="Franklin Gothic Book"/>
              </a:rPr>
              <a:t>v</a:t>
            </a:r>
            <a:r>
              <a:rPr sz="2400" spc="-20" dirty="0">
                <a:solidFill>
                  <a:srgbClr val="4D3A2F"/>
                </a:solidFill>
                <a:latin typeface="Calibri" panose="020F0502020204030204" pitchFamily="34" charset="0"/>
                <a:cs typeface="Franklin Gothic Book"/>
              </a:rPr>
              <a:t>e</a:t>
            </a:r>
            <a:r>
              <a:rPr sz="2400" spc="-10" dirty="0">
                <a:solidFill>
                  <a:srgbClr val="4D3A2F"/>
                </a:solidFill>
                <a:latin typeface="Calibri" panose="020F0502020204030204" pitchFamily="34" charset="0"/>
                <a:cs typeface="Franklin Gothic Book"/>
              </a:rPr>
              <a:t>r</a:t>
            </a:r>
            <a:r>
              <a:rPr sz="2400" spc="-5" dirty="0">
                <a:solidFill>
                  <a:srgbClr val="4D3A2F"/>
                </a:solidFill>
                <a:latin typeface="Calibri" panose="020F0502020204030204" pitchFamily="34" charset="0"/>
                <a:cs typeface="Franklin Gothic Book"/>
              </a:rPr>
              <a:t> </a:t>
            </a:r>
            <a:r>
              <a:rPr sz="2400" spc="-10" dirty="0">
                <a:solidFill>
                  <a:srgbClr val="00B050"/>
                </a:solidFill>
                <a:latin typeface="Calibri" panose="020F0502020204030204" pitchFamily="34" charset="0"/>
                <a:cs typeface="Franklin Gothic Book"/>
              </a:rPr>
              <a:t>p</a:t>
            </a:r>
            <a:r>
              <a:rPr sz="2400" spc="-30" dirty="0">
                <a:solidFill>
                  <a:srgbClr val="00B050"/>
                </a:solidFill>
                <a:latin typeface="Calibri" panose="020F0502020204030204" pitchFamily="34" charset="0"/>
                <a:cs typeface="Franklin Gothic Book"/>
              </a:rPr>
              <a:t>u</a:t>
            </a:r>
            <a:r>
              <a:rPr sz="2400" spc="-25" dirty="0">
                <a:solidFill>
                  <a:srgbClr val="00B050"/>
                </a:solidFill>
                <a:latin typeface="Calibri" panose="020F0502020204030204" pitchFamily="34" charset="0"/>
                <a:cs typeface="Franklin Gothic Book"/>
              </a:rPr>
              <a:t>r</a:t>
            </a:r>
            <a:r>
              <a:rPr sz="2400" spc="-10" dirty="0">
                <a:solidFill>
                  <a:srgbClr val="00B050"/>
                </a:solidFill>
                <a:latin typeface="Calibri" panose="020F0502020204030204" pitchFamily="34" charset="0"/>
                <a:cs typeface="Franklin Gothic Book"/>
              </a:rPr>
              <a:t>p</a:t>
            </a:r>
            <a:r>
              <a:rPr sz="2400" spc="-20" dirty="0">
                <a:solidFill>
                  <a:srgbClr val="00B050"/>
                </a:solidFill>
                <a:latin typeface="Calibri" panose="020F0502020204030204" pitchFamily="34" charset="0"/>
                <a:cs typeface="Franklin Gothic Book"/>
              </a:rPr>
              <a:t>o</a:t>
            </a:r>
            <a:r>
              <a:rPr sz="2400" spc="-25" dirty="0">
                <a:solidFill>
                  <a:srgbClr val="00B050"/>
                </a:solidFill>
                <a:latin typeface="Calibri" panose="020F0502020204030204" pitchFamily="34" charset="0"/>
                <a:cs typeface="Franklin Gothic Book"/>
              </a:rPr>
              <a:t>s</a:t>
            </a:r>
            <a:r>
              <a:rPr sz="2400" spc="-15" dirty="0">
                <a:solidFill>
                  <a:srgbClr val="00B050"/>
                </a:solidFill>
                <a:latin typeface="Calibri" panose="020F0502020204030204" pitchFamily="34" charset="0"/>
                <a:cs typeface="Franklin Gothic Book"/>
              </a:rPr>
              <a:t>e</a:t>
            </a:r>
            <a:r>
              <a:rPr sz="2400" spc="-15" dirty="0">
                <a:solidFill>
                  <a:srgbClr val="4D3A2F"/>
                </a:solidFill>
                <a:latin typeface="Calibri" panose="020F0502020204030204" pitchFamily="34" charset="0"/>
                <a:cs typeface="Franklin Gothic Book"/>
              </a:rPr>
              <a:t> </a:t>
            </a:r>
            <a:r>
              <a:rPr sz="2400" spc="-5" dirty="0">
                <a:solidFill>
                  <a:srgbClr val="4D3A2F"/>
                </a:solidFill>
                <a:latin typeface="Calibri" panose="020F0502020204030204" pitchFamily="34" charset="0"/>
                <a:cs typeface="Franklin Gothic Book"/>
              </a:rPr>
              <a:t>i</a:t>
            </a:r>
            <a:r>
              <a:rPr sz="2400" dirty="0">
                <a:solidFill>
                  <a:srgbClr val="4D3A2F"/>
                </a:solidFill>
                <a:latin typeface="Calibri" panose="020F0502020204030204" pitchFamily="34" charset="0"/>
                <a:cs typeface="Franklin Gothic Book"/>
              </a:rPr>
              <a:t>s</a:t>
            </a:r>
            <a:r>
              <a:rPr sz="2400" spc="-15" dirty="0">
                <a:solidFill>
                  <a:srgbClr val="4D3A2F"/>
                </a:solidFill>
                <a:latin typeface="Calibri" panose="020F0502020204030204" pitchFamily="34" charset="0"/>
                <a:cs typeface="Franklin Gothic Book"/>
              </a:rPr>
              <a:t> </a:t>
            </a:r>
            <a:r>
              <a:rPr sz="2400" spc="-25" dirty="0">
                <a:solidFill>
                  <a:srgbClr val="4D3A2F"/>
                </a:solidFill>
                <a:latin typeface="Calibri" panose="020F0502020204030204" pitchFamily="34" charset="0"/>
                <a:cs typeface="Franklin Gothic Book"/>
              </a:rPr>
              <a:t>d</a:t>
            </a:r>
            <a:r>
              <a:rPr sz="2400" spc="-5" dirty="0">
                <a:solidFill>
                  <a:srgbClr val="4D3A2F"/>
                </a:solidFill>
                <a:latin typeface="Calibri" panose="020F0502020204030204" pitchFamily="34" charset="0"/>
                <a:cs typeface="Franklin Gothic Book"/>
              </a:rPr>
              <a:t>i</a:t>
            </a:r>
            <a:r>
              <a:rPr sz="2400" spc="65" dirty="0">
                <a:solidFill>
                  <a:srgbClr val="4D3A2F"/>
                </a:solidFill>
                <a:latin typeface="Calibri" panose="020F0502020204030204" pitchFamily="34" charset="0"/>
                <a:cs typeface="Franklin Gothic Book"/>
              </a:rPr>
              <a:t>f</a:t>
            </a:r>
            <a:r>
              <a:rPr sz="2400" spc="-80" dirty="0">
                <a:solidFill>
                  <a:srgbClr val="4D3A2F"/>
                </a:solidFill>
                <a:latin typeface="Calibri" panose="020F0502020204030204" pitchFamily="34" charset="0"/>
                <a:cs typeface="Franklin Gothic Book"/>
              </a:rPr>
              <a:t>f</a:t>
            </a:r>
            <a:r>
              <a:rPr sz="2400" spc="-25" dirty="0">
                <a:solidFill>
                  <a:srgbClr val="4D3A2F"/>
                </a:solidFill>
                <a:latin typeface="Calibri" panose="020F0502020204030204" pitchFamily="34" charset="0"/>
                <a:cs typeface="Franklin Gothic Book"/>
              </a:rPr>
              <a:t>e</a:t>
            </a:r>
            <a:r>
              <a:rPr sz="2400" spc="-20" dirty="0">
                <a:solidFill>
                  <a:srgbClr val="4D3A2F"/>
                </a:solidFill>
                <a:latin typeface="Calibri" panose="020F0502020204030204" pitchFamily="34" charset="0"/>
                <a:cs typeface="Franklin Gothic Book"/>
              </a:rPr>
              <a:t>re</a:t>
            </a:r>
            <a:r>
              <a:rPr sz="2400" spc="-30" dirty="0">
                <a:solidFill>
                  <a:srgbClr val="4D3A2F"/>
                </a:solidFill>
                <a:latin typeface="Calibri" panose="020F0502020204030204" pitchFamily="34" charset="0"/>
                <a:cs typeface="Franklin Gothic Book"/>
              </a:rPr>
              <a:t>n</a:t>
            </a:r>
            <a:r>
              <a:rPr sz="2400" spc="-10" dirty="0">
                <a:solidFill>
                  <a:srgbClr val="4D3A2F"/>
                </a:solidFill>
                <a:latin typeface="Calibri" panose="020F0502020204030204" pitchFamily="34" charset="0"/>
                <a:cs typeface="Franklin Gothic Book"/>
              </a:rPr>
              <a:t>t</a:t>
            </a:r>
            <a:r>
              <a:rPr sz="2400" spc="-5" dirty="0">
                <a:solidFill>
                  <a:srgbClr val="4D3A2F"/>
                </a:solidFill>
                <a:latin typeface="Calibri" panose="020F0502020204030204" pitchFamily="34" charset="0"/>
                <a:cs typeface="Franklin Gothic Book"/>
              </a:rPr>
              <a:t> </a:t>
            </a:r>
            <a:r>
              <a:rPr sz="2400" spc="-15" dirty="0">
                <a:solidFill>
                  <a:srgbClr val="4D3A2F"/>
                </a:solidFill>
                <a:latin typeface="Calibri" panose="020F0502020204030204" pitchFamily="34" charset="0"/>
                <a:cs typeface="Franklin Gothic Book"/>
              </a:rPr>
              <a:t>f</a:t>
            </a:r>
            <a:r>
              <a:rPr sz="2400" spc="-65" dirty="0">
                <a:solidFill>
                  <a:srgbClr val="4D3A2F"/>
                </a:solidFill>
                <a:latin typeface="Calibri" panose="020F0502020204030204" pitchFamily="34" charset="0"/>
                <a:cs typeface="Franklin Gothic Book"/>
              </a:rPr>
              <a:t>r</a:t>
            </a:r>
            <a:r>
              <a:rPr sz="2400" spc="-20" dirty="0">
                <a:solidFill>
                  <a:srgbClr val="4D3A2F"/>
                </a:solidFill>
                <a:latin typeface="Calibri" panose="020F0502020204030204" pitchFamily="34" charset="0"/>
                <a:cs typeface="Franklin Gothic Book"/>
              </a:rPr>
              <a:t>o</a:t>
            </a:r>
            <a:r>
              <a:rPr sz="2400" spc="-25" dirty="0">
                <a:solidFill>
                  <a:srgbClr val="4D3A2F"/>
                </a:solidFill>
                <a:latin typeface="Calibri" panose="020F0502020204030204" pitchFamily="34" charset="0"/>
                <a:cs typeface="Franklin Gothic Book"/>
              </a:rPr>
              <a:t>m</a:t>
            </a:r>
            <a:r>
              <a:rPr sz="2400" spc="-5" dirty="0">
                <a:solidFill>
                  <a:srgbClr val="4D3A2F"/>
                </a:solidFill>
                <a:latin typeface="Calibri" panose="020F0502020204030204" pitchFamily="34" charset="0"/>
                <a:cs typeface="Franklin Gothic Book"/>
              </a:rPr>
              <a:t> </a:t>
            </a:r>
            <a:r>
              <a:rPr sz="2400" spc="-20" dirty="0">
                <a:solidFill>
                  <a:srgbClr val="4D3A2F"/>
                </a:solidFill>
                <a:latin typeface="Calibri" panose="020F0502020204030204" pitchFamily="34" charset="0"/>
                <a:cs typeface="Franklin Gothic Book"/>
              </a:rPr>
              <a:t>s</a:t>
            </a:r>
            <a:r>
              <a:rPr sz="2400" spc="-25" dirty="0">
                <a:solidFill>
                  <a:srgbClr val="4D3A2F"/>
                </a:solidFill>
                <a:latin typeface="Calibri" panose="020F0502020204030204" pitchFamily="34" charset="0"/>
                <a:cs typeface="Franklin Gothic Book"/>
              </a:rPr>
              <a:t>ende</a:t>
            </a:r>
            <a:r>
              <a:rPr sz="2400" spc="-10" dirty="0">
                <a:solidFill>
                  <a:srgbClr val="4D3A2F"/>
                </a:solidFill>
                <a:latin typeface="Calibri" panose="020F0502020204030204" pitchFamily="34" charset="0"/>
                <a:cs typeface="Franklin Gothic Book"/>
              </a:rPr>
              <a:t>r'</a:t>
            </a:r>
            <a:r>
              <a:rPr sz="2400" spc="-15" dirty="0">
                <a:solidFill>
                  <a:srgbClr val="4D3A2F"/>
                </a:solidFill>
                <a:latin typeface="Calibri" panose="020F0502020204030204" pitchFamily="34" charset="0"/>
                <a:cs typeface="Franklin Gothic Book"/>
              </a:rPr>
              <a:t>s</a:t>
            </a:r>
            <a:r>
              <a:rPr sz="2400" spc="-10" dirty="0">
                <a:solidFill>
                  <a:srgbClr val="4D3A2F"/>
                </a:solidFill>
                <a:latin typeface="Calibri" panose="020F0502020204030204" pitchFamily="34" charset="0"/>
                <a:cs typeface="Franklin Gothic Book"/>
              </a:rPr>
              <a:t> </a:t>
            </a:r>
            <a:r>
              <a:rPr sz="2400" spc="-10" dirty="0">
                <a:solidFill>
                  <a:srgbClr val="00B050"/>
                </a:solidFill>
                <a:latin typeface="Calibri" panose="020F0502020204030204" pitchFamily="34" charset="0"/>
                <a:cs typeface="Franklin Gothic Book"/>
              </a:rPr>
              <a:t>p</a:t>
            </a:r>
            <a:r>
              <a:rPr sz="2400" spc="-30" dirty="0">
                <a:solidFill>
                  <a:srgbClr val="00B050"/>
                </a:solidFill>
                <a:latin typeface="Calibri" panose="020F0502020204030204" pitchFamily="34" charset="0"/>
                <a:cs typeface="Franklin Gothic Book"/>
              </a:rPr>
              <a:t>u</a:t>
            </a:r>
            <a:r>
              <a:rPr sz="2400" spc="-25" dirty="0">
                <a:solidFill>
                  <a:srgbClr val="00B050"/>
                </a:solidFill>
                <a:latin typeface="Calibri" panose="020F0502020204030204" pitchFamily="34" charset="0"/>
                <a:cs typeface="Franklin Gothic Book"/>
              </a:rPr>
              <a:t>r</a:t>
            </a:r>
            <a:r>
              <a:rPr sz="2400" spc="-10" dirty="0">
                <a:solidFill>
                  <a:srgbClr val="00B050"/>
                </a:solidFill>
                <a:latin typeface="Calibri" panose="020F0502020204030204" pitchFamily="34" charset="0"/>
                <a:cs typeface="Franklin Gothic Book"/>
              </a:rPr>
              <a:t>p</a:t>
            </a:r>
            <a:r>
              <a:rPr sz="2400" spc="-20" dirty="0">
                <a:solidFill>
                  <a:srgbClr val="00B050"/>
                </a:solidFill>
                <a:latin typeface="Calibri" panose="020F0502020204030204" pitchFamily="34" charset="0"/>
                <a:cs typeface="Franklin Gothic Book"/>
              </a:rPr>
              <a:t>o</a:t>
            </a:r>
            <a:r>
              <a:rPr sz="2400" spc="-25" dirty="0">
                <a:solidFill>
                  <a:srgbClr val="00B050"/>
                </a:solidFill>
                <a:latin typeface="Calibri" panose="020F0502020204030204" pitchFamily="34" charset="0"/>
                <a:cs typeface="Franklin Gothic Book"/>
              </a:rPr>
              <a:t>s</a:t>
            </a:r>
            <a:r>
              <a:rPr sz="2400" spc="-15" dirty="0">
                <a:solidFill>
                  <a:srgbClr val="00B050"/>
                </a:solidFill>
                <a:latin typeface="Calibri" panose="020F0502020204030204" pitchFamily="34" charset="0"/>
                <a:cs typeface="Franklin Gothic Book"/>
              </a:rPr>
              <a:t>e</a:t>
            </a:r>
            <a:endParaRPr lang="en-US" sz="2400" spc="-15" dirty="0">
              <a:solidFill>
                <a:srgbClr val="00B050"/>
              </a:solidFill>
              <a:latin typeface="Calibri" panose="020F0502020204030204" pitchFamily="34" charset="0"/>
              <a:cs typeface="Franklin Gothic Book"/>
            </a:endParaRPr>
          </a:p>
          <a:p>
            <a:pPr marL="926465" marR="6350" lvl="1" indent="-457200" fontAlgn="auto">
              <a:lnSpc>
                <a:spcPts val="2690"/>
              </a:lnSpc>
              <a:spcBef>
                <a:spcPts val="0"/>
              </a:spcBef>
              <a:spcAft>
                <a:spcPts val="0"/>
              </a:spcAft>
              <a:buFont typeface="Wingdings" panose="05000000000000000000" pitchFamily="2" charset="2"/>
              <a:buChar char="q"/>
            </a:pPr>
            <a:r>
              <a:rPr lang="en-US" sz="2400" spc="-15" dirty="0">
                <a:solidFill>
                  <a:srgbClr val="4D3A2F"/>
                </a:solidFill>
                <a:latin typeface="Calibri" panose="020F0502020204030204" pitchFamily="34" charset="0"/>
                <a:cs typeface="Franklin Gothic Book"/>
              </a:rPr>
              <a:t>U</a:t>
            </a:r>
            <a:r>
              <a:rPr sz="2400" spc="-25" dirty="0">
                <a:solidFill>
                  <a:srgbClr val="4D3A2F"/>
                </a:solidFill>
                <a:latin typeface="Calibri" panose="020F0502020204030204" pitchFamily="34" charset="0"/>
                <a:cs typeface="Franklin Gothic Book"/>
              </a:rPr>
              <a:t>nde</a:t>
            </a:r>
            <a:r>
              <a:rPr sz="2400" spc="-85" dirty="0">
                <a:solidFill>
                  <a:srgbClr val="4D3A2F"/>
                </a:solidFill>
                <a:latin typeface="Calibri" panose="020F0502020204030204" pitchFamily="34" charset="0"/>
                <a:cs typeface="Franklin Gothic Book"/>
              </a:rPr>
              <a:t>r</a:t>
            </a:r>
            <a:r>
              <a:rPr lang="en-US" sz="2400" spc="-10" dirty="0">
                <a:solidFill>
                  <a:srgbClr val="4D3A2F"/>
                </a:solidFill>
                <a:latin typeface="Calibri" panose="020F0502020204030204" pitchFamily="34" charset="0"/>
                <a:cs typeface="Franklin Gothic Book"/>
              </a:rPr>
              <a:t> </a:t>
            </a:r>
            <a:r>
              <a:rPr sz="2400" spc="-10" dirty="0">
                <a:solidFill>
                  <a:srgbClr val="4D3A2F"/>
                </a:solidFill>
                <a:latin typeface="Calibri" panose="020F0502020204030204" pitchFamily="34" charset="0"/>
                <a:cs typeface="Franklin Gothic Book"/>
              </a:rPr>
              <a:t>sti</a:t>
            </a:r>
            <a:r>
              <a:rPr sz="2400" spc="-40" dirty="0">
                <a:solidFill>
                  <a:srgbClr val="4D3A2F"/>
                </a:solidFill>
                <a:latin typeface="Calibri" panose="020F0502020204030204" pitchFamily="34" charset="0"/>
                <a:cs typeface="Franklin Gothic Book"/>
              </a:rPr>
              <a:t>m</a:t>
            </a:r>
            <a:r>
              <a:rPr sz="2400" spc="-20" dirty="0">
                <a:solidFill>
                  <a:srgbClr val="4D3A2F"/>
                </a:solidFill>
                <a:latin typeface="Calibri" panose="020F0502020204030204" pitchFamily="34" charset="0"/>
                <a:cs typeface="Franklin Gothic Book"/>
              </a:rPr>
              <a:t>ula</a:t>
            </a:r>
            <a:r>
              <a:rPr sz="2400" spc="-5" dirty="0">
                <a:solidFill>
                  <a:srgbClr val="4D3A2F"/>
                </a:solidFill>
                <a:latin typeface="Calibri" panose="020F0502020204030204" pitchFamily="34" charset="0"/>
                <a:cs typeface="Franklin Gothic Book"/>
              </a:rPr>
              <a:t>t</a:t>
            </a:r>
            <a:r>
              <a:rPr sz="2400" spc="-15" dirty="0">
                <a:solidFill>
                  <a:srgbClr val="4D3A2F"/>
                </a:solidFill>
                <a:latin typeface="Calibri" panose="020F0502020204030204" pitchFamily="34" charset="0"/>
                <a:cs typeface="Franklin Gothic Book"/>
              </a:rPr>
              <a:t>i</a:t>
            </a:r>
            <a:r>
              <a:rPr sz="2400" spc="-20" dirty="0">
                <a:solidFill>
                  <a:srgbClr val="4D3A2F"/>
                </a:solidFill>
                <a:latin typeface="Calibri" panose="020F0502020204030204" pitchFamily="34" charset="0"/>
                <a:cs typeface="Franklin Gothic Book"/>
              </a:rPr>
              <a:t>on</a:t>
            </a:r>
            <a:endParaRPr lang="en-US" sz="2400" spc="-20" dirty="0">
              <a:solidFill>
                <a:srgbClr val="4D3A2F"/>
              </a:solidFill>
              <a:latin typeface="Calibri" panose="020F0502020204030204" pitchFamily="34" charset="0"/>
              <a:cs typeface="Franklin Gothic Book"/>
            </a:endParaRPr>
          </a:p>
          <a:p>
            <a:pPr marL="926465" marR="6350" lvl="1" indent="-457200" fontAlgn="auto">
              <a:lnSpc>
                <a:spcPts val="2690"/>
              </a:lnSpc>
              <a:spcBef>
                <a:spcPts val="0"/>
              </a:spcBef>
              <a:spcAft>
                <a:spcPts val="0"/>
              </a:spcAft>
              <a:buFont typeface="Wingdings" panose="05000000000000000000" pitchFamily="2" charset="2"/>
              <a:buChar char="q"/>
            </a:pPr>
            <a:r>
              <a:rPr lang="en-US" sz="2400" spc="-20" dirty="0">
                <a:solidFill>
                  <a:srgbClr val="4D3A2F"/>
                </a:solidFill>
                <a:latin typeface="Calibri" panose="020F0502020204030204" pitchFamily="34" charset="0"/>
                <a:cs typeface="Franklin Gothic Book"/>
              </a:rPr>
              <a:t>O</a:t>
            </a:r>
            <a:r>
              <a:rPr sz="2400" spc="-55" dirty="0">
                <a:solidFill>
                  <a:srgbClr val="4D3A2F"/>
                </a:solidFill>
                <a:latin typeface="Calibri" panose="020F0502020204030204" pitchFamily="34" charset="0"/>
                <a:cs typeface="Franklin Gothic Book"/>
              </a:rPr>
              <a:t>v</a:t>
            </a:r>
            <a:r>
              <a:rPr sz="2400" spc="-25" dirty="0">
                <a:solidFill>
                  <a:srgbClr val="4D3A2F"/>
                </a:solidFill>
                <a:latin typeface="Calibri" panose="020F0502020204030204" pitchFamily="34" charset="0"/>
                <a:cs typeface="Franklin Gothic Book"/>
              </a:rPr>
              <a:t>e</a:t>
            </a:r>
            <a:r>
              <a:rPr sz="2400" spc="-10" dirty="0">
                <a:solidFill>
                  <a:srgbClr val="4D3A2F"/>
                </a:solidFill>
                <a:latin typeface="Calibri" panose="020F0502020204030204" pitchFamily="34" charset="0"/>
                <a:cs typeface="Franklin Gothic Book"/>
              </a:rPr>
              <a:t>r</a:t>
            </a:r>
            <a:r>
              <a:rPr sz="2400" dirty="0">
                <a:solidFill>
                  <a:srgbClr val="4D3A2F"/>
                </a:solidFill>
                <a:latin typeface="Calibri" panose="020F0502020204030204" pitchFamily="34" charset="0"/>
                <a:cs typeface="Franklin Gothic Book"/>
              </a:rPr>
              <a:t> </a:t>
            </a:r>
            <a:r>
              <a:rPr sz="2400" spc="-25" dirty="0">
                <a:solidFill>
                  <a:srgbClr val="4D3A2F"/>
                </a:solidFill>
                <a:latin typeface="Calibri" panose="020F0502020204030204" pitchFamily="34" charset="0"/>
                <a:cs typeface="Franklin Gothic Book"/>
              </a:rPr>
              <a:t>s</a:t>
            </a:r>
            <a:r>
              <a:rPr sz="2400" spc="-5" dirty="0">
                <a:solidFill>
                  <a:srgbClr val="4D3A2F"/>
                </a:solidFill>
                <a:latin typeface="Calibri" panose="020F0502020204030204" pitchFamily="34" charset="0"/>
                <a:cs typeface="Franklin Gothic Book"/>
              </a:rPr>
              <a:t>t</a:t>
            </a:r>
            <a:r>
              <a:rPr sz="2400" spc="-15" dirty="0">
                <a:solidFill>
                  <a:srgbClr val="4D3A2F"/>
                </a:solidFill>
                <a:latin typeface="Calibri" panose="020F0502020204030204" pitchFamily="34" charset="0"/>
                <a:cs typeface="Franklin Gothic Book"/>
              </a:rPr>
              <a:t>i</a:t>
            </a:r>
            <a:r>
              <a:rPr sz="2400" spc="-30" dirty="0">
                <a:solidFill>
                  <a:srgbClr val="4D3A2F"/>
                </a:solidFill>
                <a:latin typeface="Calibri" panose="020F0502020204030204" pitchFamily="34" charset="0"/>
                <a:cs typeface="Franklin Gothic Book"/>
              </a:rPr>
              <a:t>mu</a:t>
            </a:r>
            <a:r>
              <a:rPr sz="2400" spc="-10" dirty="0">
                <a:solidFill>
                  <a:srgbClr val="4D3A2F"/>
                </a:solidFill>
                <a:latin typeface="Calibri" panose="020F0502020204030204" pitchFamily="34" charset="0"/>
                <a:cs typeface="Franklin Gothic Book"/>
              </a:rPr>
              <a:t>l</a:t>
            </a:r>
            <a:r>
              <a:rPr sz="2400" spc="-20" dirty="0">
                <a:solidFill>
                  <a:srgbClr val="4D3A2F"/>
                </a:solidFill>
                <a:latin typeface="Calibri" panose="020F0502020204030204" pitchFamily="34" charset="0"/>
                <a:cs typeface="Franklin Gothic Book"/>
              </a:rPr>
              <a:t>ation</a:t>
            </a:r>
            <a:r>
              <a:rPr sz="2400" spc="-10" dirty="0">
                <a:solidFill>
                  <a:srgbClr val="4D3A2F"/>
                </a:solidFill>
                <a:latin typeface="Calibri" panose="020F0502020204030204" pitchFamily="34" charset="0"/>
                <a:cs typeface="Franklin Gothic Book"/>
              </a:rPr>
              <a:t> </a:t>
            </a:r>
            <a:r>
              <a:rPr sz="2400" i="1" spc="-15" dirty="0">
                <a:solidFill>
                  <a:srgbClr val="4D3A2F"/>
                </a:solidFill>
                <a:latin typeface="Calibri" panose="020F0502020204030204" pitchFamily="34" charset="0"/>
                <a:cs typeface="Franklin Gothic Book"/>
              </a:rPr>
              <a:t>(</a:t>
            </a:r>
            <a:r>
              <a:rPr sz="2400" i="1" spc="5" dirty="0">
                <a:solidFill>
                  <a:srgbClr val="4D3A2F"/>
                </a:solidFill>
                <a:latin typeface="Calibri" panose="020F0502020204030204" pitchFamily="34" charset="0"/>
                <a:cs typeface="Franklin Gothic Book"/>
              </a:rPr>
              <a:t>h</a:t>
            </a:r>
            <a:r>
              <a:rPr sz="2400" i="1" spc="-50" dirty="0">
                <a:solidFill>
                  <a:srgbClr val="4D3A2F"/>
                </a:solidFill>
                <a:latin typeface="Calibri" panose="020F0502020204030204" pitchFamily="34" charset="0"/>
                <a:cs typeface="Franklin Gothic Book"/>
              </a:rPr>
              <a:t>o</a:t>
            </a:r>
            <a:r>
              <a:rPr sz="2400" i="1" spc="-10" dirty="0">
                <a:solidFill>
                  <a:srgbClr val="4D3A2F"/>
                </a:solidFill>
                <a:latin typeface="Calibri" panose="020F0502020204030204" pitchFamily="34" charset="0"/>
                <a:cs typeface="Franklin Gothic Book"/>
              </a:rPr>
              <a:t>t</a:t>
            </a:r>
            <a:r>
              <a:rPr sz="2400" i="1" spc="-5" dirty="0">
                <a:solidFill>
                  <a:srgbClr val="4D3A2F"/>
                </a:solidFill>
                <a:latin typeface="Calibri" panose="020F0502020204030204" pitchFamily="34" charset="0"/>
                <a:cs typeface="Franklin Gothic Book"/>
              </a:rPr>
              <a:t> b</a:t>
            </a:r>
            <a:r>
              <a:rPr sz="2400" i="1" spc="-30" dirty="0">
                <a:solidFill>
                  <a:srgbClr val="4D3A2F"/>
                </a:solidFill>
                <a:latin typeface="Calibri" panose="020F0502020204030204" pitchFamily="34" charset="0"/>
                <a:cs typeface="Franklin Gothic Book"/>
              </a:rPr>
              <a:t>u</a:t>
            </a:r>
            <a:r>
              <a:rPr sz="2400" i="1" spc="-5" dirty="0">
                <a:solidFill>
                  <a:srgbClr val="4D3A2F"/>
                </a:solidFill>
                <a:latin typeface="Calibri" panose="020F0502020204030204" pitchFamily="34" charset="0"/>
                <a:cs typeface="Franklin Gothic Book"/>
              </a:rPr>
              <a:t>t</a:t>
            </a:r>
            <a:r>
              <a:rPr sz="2400" i="1" spc="-55" dirty="0">
                <a:solidFill>
                  <a:srgbClr val="4D3A2F"/>
                </a:solidFill>
                <a:latin typeface="Calibri" panose="020F0502020204030204" pitchFamily="34" charset="0"/>
                <a:cs typeface="Franklin Gothic Book"/>
              </a:rPr>
              <a:t>t</a:t>
            </a:r>
            <a:r>
              <a:rPr sz="2400" i="1" spc="-20" dirty="0">
                <a:solidFill>
                  <a:srgbClr val="4D3A2F"/>
                </a:solidFill>
                <a:latin typeface="Calibri" panose="020F0502020204030204" pitchFamily="34" charset="0"/>
                <a:cs typeface="Franklin Gothic Book"/>
              </a:rPr>
              <a:t>o</a:t>
            </a:r>
            <a:r>
              <a:rPr sz="2400" i="1" spc="-30" dirty="0">
                <a:solidFill>
                  <a:srgbClr val="4D3A2F"/>
                </a:solidFill>
                <a:latin typeface="Calibri" panose="020F0502020204030204" pitchFamily="34" charset="0"/>
                <a:cs typeface="Franklin Gothic Book"/>
              </a:rPr>
              <a:t>n</a:t>
            </a:r>
            <a:r>
              <a:rPr sz="2400" i="1" dirty="0">
                <a:solidFill>
                  <a:srgbClr val="4D3A2F"/>
                </a:solidFill>
                <a:latin typeface="Calibri" panose="020F0502020204030204" pitchFamily="34" charset="0"/>
                <a:cs typeface="Franklin Gothic Book"/>
              </a:rPr>
              <a:t>)</a:t>
            </a:r>
            <a:endParaRPr lang="en-US" sz="2400" i="1" dirty="0">
              <a:solidFill>
                <a:srgbClr val="4D3A2F"/>
              </a:solidFill>
              <a:latin typeface="Calibri" panose="020F0502020204030204" pitchFamily="34" charset="0"/>
              <a:cs typeface="Franklin Gothic Book"/>
            </a:endParaRPr>
          </a:p>
          <a:p>
            <a:pPr marL="926465" marR="6350" lvl="1" indent="-457200" fontAlgn="auto">
              <a:lnSpc>
                <a:spcPts val="2690"/>
              </a:lnSpc>
              <a:spcBef>
                <a:spcPts val="0"/>
              </a:spcBef>
              <a:spcAft>
                <a:spcPts val="0"/>
              </a:spcAft>
              <a:buFont typeface="Wingdings" panose="05000000000000000000" pitchFamily="2" charset="2"/>
              <a:buChar char="q"/>
            </a:pPr>
            <a:r>
              <a:rPr sz="2400" spc="-30" dirty="0">
                <a:solidFill>
                  <a:srgbClr val="4D3A2F"/>
                </a:solidFill>
                <a:latin typeface="Calibri" panose="020F0502020204030204" pitchFamily="34" charset="0"/>
                <a:cs typeface="Franklin Gothic Book"/>
              </a:rPr>
              <a:t>P</a:t>
            </a:r>
            <a:r>
              <a:rPr sz="2400" spc="-20" dirty="0">
                <a:solidFill>
                  <a:srgbClr val="4D3A2F"/>
                </a:solidFill>
                <a:latin typeface="Calibri" panose="020F0502020204030204" pitchFamily="34" charset="0"/>
                <a:cs typeface="Franklin Gothic Book"/>
              </a:rPr>
              <a:t>a</a:t>
            </a:r>
            <a:r>
              <a:rPr sz="2400" spc="-15" dirty="0">
                <a:solidFill>
                  <a:srgbClr val="4D3A2F"/>
                </a:solidFill>
                <a:latin typeface="Calibri" panose="020F0502020204030204" pitchFamily="34" charset="0"/>
                <a:cs typeface="Franklin Gothic Book"/>
              </a:rPr>
              <a:t>ce</a:t>
            </a:r>
            <a:r>
              <a:rPr sz="2400" spc="-10" dirty="0">
                <a:solidFill>
                  <a:srgbClr val="4D3A2F"/>
                </a:solidFill>
                <a:latin typeface="Calibri" panose="020F0502020204030204" pitchFamily="34" charset="0"/>
                <a:cs typeface="Franklin Gothic Book"/>
              </a:rPr>
              <a:t> </a:t>
            </a:r>
            <a:r>
              <a:rPr sz="2400" spc="-30" dirty="0">
                <a:solidFill>
                  <a:srgbClr val="4D3A2F"/>
                </a:solidFill>
                <a:latin typeface="Calibri" panose="020F0502020204030204" pitchFamily="34" charset="0"/>
                <a:cs typeface="Franklin Gothic Book"/>
              </a:rPr>
              <a:t>an</a:t>
            </a:r>
            <a:r>
              <a:rPr sz="2400" spc="-15" dirty="0">
                <a:solidFill>
                  <a:srgbClr val="4D3A2F"/>
                </a:solidFill>
                <a:latin typeface="Calibri" panose="020F0502020204030204" pitchFamily="34" charset="0"/>
                <a:cs typeface="Franklin Gothic Book"/>
              </a:rPr>
              <a:t>d</a:t>
            </a:r>
            <a:r>
              <a:rPr sz="2400" spc="-10" dirty="0">
                <a:solidFill>
                  <a:srgbClr val="4D3A2F"/>
                </a:solidFill>
                <a:latin typeface="Calibri" panose="020F0502020204030204" pitchFamily="34" charset="0"/>
                <a:cs typeface="Franklin Gothic Book"/>
              </a:rPr>
              <a:t> </a:t>
            </a:r>
            <a:r>
              <a:rPr sz="2400" spc="-25" dirty="0">
                <a:solidFill>
                  <a:srgbClr val="4D3A2F"/>
                </a:solidFill>
                <a:latin typeface="Calibri" panose="020F0502020204030204" pitchFamily="34" charset="0"/>
                <a:cs typeface="Franklin Gothic Book"/>
              </a:rPr>
              <a:t>de</a:t>
            </a:r>
            <a:r>
              <a:rPr sz="2400" spc="-10" dirty="0">
                <a:solidFill>
                  <a:srgbClr val="4D3A2F"/>
                </a:solidFill>
                <a:latin typeface="Calibri" panose="020F0502020204030204" pitchFamily="34" charset="0"/>
                <a:cs typeface="Franklin Gothic Book"/>
              </a:rPr>
              <a:t>l</a:t>
            </a:r>
            <a:r>
              <a:rPr sz="2400" spc="-5" dirty="0">
                <a:solidFill>
                  <a:srgbClr val="4D3A2F"/>
                </a:solidFill>
                <a:latin typeface="Calibri" panose="020F0502020204030204" pitchFamily="34" charset="0"/>
                <a:cs typeface="Franklin Gothic Book"/>
              </a:rPr>
              <a:t>i</a:t>
            </a:r>
            <a:r>
              <a:rPr sz="2400" spc="-55" dirty="0">
                <a:solidFill>
                  <a:srgbClr val="4D3A2F"/>
                </a:solidFill>
                <a:latin typeface="Calibri" panose="020F0502020204030204" pitchFamily="34" charset="0"/>
                <a:cs typeface="Franklin Gothic Book"/>
              </a:rPr>
              <a:t>v</a:t>
            </a:r>
            <a:r>
              <a:rPr sz="2400" spc="-25" dirty="0">
                <a:solidFill>
                  <a:srgbClr val="4D3A2F"/>
                </a:solidFill>
                <a:latin typeface="Calibri" panose="020F0502020204030204" pitchFamily="34" charset="0"/>
                <a:cs typeface="Franklin Gothic Book"/>
              </a:rPr>
              <a:t>e</a:t>
            </a:r>
            <a:r>
              <a:rPr sz="2400" spc="75" dirty="0">
                <a:solidFill>
                  <a:srgbClr val="4D3A2F"/>
                </a:solidFill>
                <a:latin typeface="Calibri" panose="020F0502020204030204" pitchFamily="34" charset="0"/>
                <a:cs typeface="Franklin Gothic Book"/>
              </a:rPr>
              <a:t>r</a:t>
            </a:r>
            <a:r>
              <a:rPr sz="2400" dirty="0">
                <a:solidFill>
                  <a:srgbClr val="4D3A2F"/>
                </a:solidFill>
                <a:latin typeface="Calibri" panose="020F0502020204030204" pitchFamily="34" charset="0"/>
                <a:cs typeface="Franklin Gothic Book"/>
              </a:rPr>
              <a:t>y</a:t>
            </a:r>
            <a:endParaRPr sz="2400" dirty="0">
              <a:solidFill>
                <a:prstClr val="black"/>
              </a:solidFill>
              <a:latin typeface="Calibri" panose="020F0502020204030204" pitchFamily="34" charset="0"/>
              <a:cs typeface="Franklin Gothic Book"/>
            </a:endParaRPr>
          </a:p>
        </p:txBody>
      </p:sp>
      <p:sp>
        <p:nvSpPr>
          <p:cNvPr id="8"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a:p>
        </p:txBody>
      </p:sp>
      <p:sp>
        <p:nvSpPr>
          <p:cNvPr id="9" name="Slide Number Placeholder 8">
            <a:extLst>
              <a:ext uri="{FF2B5EF4-FFF2-40B4-BE49-F238E27FC236}">
                <a16:creationId xmlns:a16="http://schemas.microsoft.com/office/drawing/2014/main" id="{B1264291-2436-4DE6-89EC-8F1B8EE96DAF}"/>
              </a:ext>
            </a:extLst>
          </p:cNvPr>
          <p:cNvSpPr>
            <a:spLocks noGrp="1"/>
          </p:cNvSpPr>
          <p:nvPr>
            <p:ph type="sldNum" sz="quarter" idx="12"/>
          </p:nvPr>
        </p:nvSpPr>
        <p:spPr/>
        <p:txBody>
          <a:bodyPr/>
          <a:lstStyle/>
          <a:p>
            <a:fld id="{E31375A4-56A4-47D6-9801-1991572033F7}" type="slidenum">
              <a:rPr lang="en-US" smtClean="0">
                <a:solidFill>
                  <a:prstClr val="black"/>
                </a:solidFill>
              </a:rPr>
              <a:pPr/>
              <a:t>33</a:t>
            </a:fld>
            <a:endParaRPr lang="en-US">
              <a:solidFill>
                <a:prstClr val="black"/>
              </a:solidFill>
            </a:endParaRPr>
          </a:p>
        </p:txBody>
      </p:sp>
      <p:sp>
        <p:nvSpPr>
          <p:cNvPr id="2" name="Date Placeholder 1">
            <a:extLst>
              <a:ext uri="{FF2B5EF4-FFF2-40B4-BE49-F238E27FC236}">
                <a16:creationId xmlns:a16="http://schemas.microsoft.com/office/drawing/2014/main" id="{375D656A-A8C0-4654-57BB-E8825827AF05}"/>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2832228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1550" y="15896"/>
            <a:ext cx="7200900" cy="1508104"/>
          </a:xfrm>
          <a:prstGeom prst="rect">
            <a:avLst/>
          </a:prstGeom>
        </p:spPr>
        <p:txBody>
          <a:bodyPr vert="horz" wrap="square" lIns="0" tIns="274319" rIns="0" bIns="0" rtlCol="0">
            <a:spAutoFit/>
          </a:bodyPr>
          <a:lstStyle/>
          <a:p>
            <a:pPr marL="12700" algn="ctr">
              <a:lnSpc>
                <a:spcPct val="100000"/>
              </a:lnSpc>
            </a:pPr>
            <a:r>
              <a:rPr lang="en-US" sz="8000" dirty="0">
                <a:latin typeface="Calibri" panose="020F0502020204030204" pitchFamily="34" charset="0"/>
              </a:rPr>
              <a:t>WII-FM</a:t>
            </a:r>
            <a:endParaRPr sz="8000" dirty="0">
              <a:latin typeface="Calibri" panose="020F0502020204030204" pitchFamily="34" charset="0"/>
            </a:endParaRPr>
          </a:p>
        </p:txBody>
      </p:sp>
      <p:sp>
        <p:nvSpPr>
          <p:cNvPr id="3" name="object 3"/>
          <p:cNvSpPr txBox="1"/>
          <p:nvPr/>
        </p:nvSpPr>
        <p:spPr>
          <a:xfrm>
            <a:off x="383540" y="1598929"/>
            <a:ext cx="7731125" cy="3241040"/>
          </a:xfrm>
          <a:prstGeom prst="rect">
            <a:avLst/>
          </a:prstGeom>
        </p:spPr>
        <p:txBody>
          <a:bodyPr vert="horz" wrap="square" lIns="0" tIns="0" rIns="0" bIns="0" rtlCol="0">
            <a:spAutoFit/>
          </a:bodyPr>
          <a:lstStyle/>
          <a:p>
            <a:pPr marL="2353310" fontAlgn="auto">
              <a:spcBef>
                <a:spcPts val="0"/>
              </a:spcBef>
              <a:spcAft>
                <a:spcPts val="0"/>
              </a:spcAft>
            </a:pPr>
            <a:r>
              <a:rPr sz="3600" u="heavy" spc="-5" dirty="0">
                <a:solidFill>
                  <a:srgbClr val="FF0000"/>
                </a:solidFill>
                <a:latin typeface="Calibri" panose="020F0502020204030204" pitchFamily="34" charset="0"/>
                <a:cs typeface="Franklin Gothic Book"/>
              </a:rPr>
              <a:t>W</a:t>
            </a:r>
            <a:r>
              <a:rPr sz="3600" spc="-5" dirty="0">
                <a:solidFill>
                  <a:srgbClr val="4D3A2F"/>
                </a:solidFill>
                <a:latin typeface="Calibri" panose="020F0502020204030204" pitchFamily="34" charset="0"/>
                <a:cs typeface="Franklin Gothic Book"/>
              </a:rPr>
              <a:t>h</a:t>
            </a:r>
            <a:r>
              <a:rPr sz="3600" spc="-20" dirty="0">
                <a:solidFill>
                  <a:srgbClr val="4D3A2F"/>
                </a:solidFill>
                <a:latin typeface="Calibri" panose="020F0502020204030204" pitchFamily="34" charset="0"/>
                <a:cs typeface="Franklin Gothic Book"/>
              </a:rPr>
              <a:t>a</a:t>
            </a:r>
            <a:r>
              <a:rPr sz="3600" spc="-25" dirty="0">
                <a:solidFill>
                  <a:srgbClr val="4D3A2F"/>
                </a:solidFill>
                <a:latin typeface="Calibri" panose="020F0502020204030204" pitchFamily="34" charset="0"/>
                <a:cs typeface="Franklin Gothic Book"/>
              </a:rPr>
              <a:t>t</a:t>
            </a:r>
            <a:r>
              <a:rPr sz="3600" spc="-5" dirty="0">
                <a:solidFill>
                  <a:srgbClr val="4D3A2F"/>
                </a:solidFill>
                <a:latin typeface="Calibri" panose="020F0502020204030204" pitchFamily="34" charset="0"/>
                <a:cs typeface="Franklin Gothic Book"/>
              </a:rPr>
              <a:t>'</a:t>
            </a:r>
            <a:r>
              <a:rPr sz="3600" dirty="0">
                <a:solidFill>
                  <a:srgbClr val="4D3A2F"/>
                </a:solidFill>
                <a:latin typeface="Calibri" panose="020F0502020204030204" pitchFamily="34" charset="0"/>
                <a:cs typeface="Franklin Gothic Book"/>
              </a:rPr>
              <a:t>s</a:t>
            </a:r>
            <a:r>
              <a:rPr sz="3600" spc="-5" dirty="0">
                <a:solidFill>
                  <a:srgbClr val="4D3A2F"/>
                </a:solidFill>
                <a:latin typeface="Calibri" panose="020F0502020204030204" pitchFamily="34" charset="0"/>
                <a:cs typeface="Franklin Gothic Book"/>
              </a:rPr>
              <a:t> </a:t>
            </a:r>
            <a:r>
              <a:rPr sz="3600" u="heavy" dirty="0">
                <a:solidFill>
                  <a:srgbClr val="FF0000"/>
                </a:solidFill>
                <a:latin typeface="Calibri" panose="020F0502020204030204" pitchFamily="34" charset="0"/>
                <a:cs typeface="Franklin Gothic Book"/>
              </a:rPr>
              <a:t>I</a:t>
            </a:r>
            <a:r>
              <a:rPr sz="3600" spc="-20" dirty="0">
                <a:solidFill>
                  <a:srgbClr val="4D3A2F"/>
                </a:solidFill>
                <a:latin typeface="Calibri" panose="020F0502020204030204" pitchFamily="34" charset="0"/>
                <a:cs typeface="Franklin Gothic Book"/>
              </a:rPr>
              <a:t>n</a:t>
            </a:r>
            <a:r>
              <a:rPr sz="3600" spc="5" dirty="0">
                <a:solidFill>
                  <a:srgbClr val="4D3A2F"/>
                </a:solidFill>
                <a:latin typeface="Calibri" panose="020F0502020204030204" pitchFamily="34" charset="0"/>
                <a:cs typeface="Franklin Gothic Book"/>
              </a:rPr>
              <a:t> </a:t>
            </a:r>
            <a:r>
              <a:rPr sz="3600" u="heavy" dirty="0">
                <a:solidFill>
                  <a:srgbClr val="FF0000"/>
                </a:solidFill>
                <a:latin typeface="Calibri" panose="020F0502020204030204" pitchFamily="34" charset="0"/>
                <a:cs typeface="Franklin Gothic Book"/>
              </a:rPr>
              <a:t>I</a:t>
            </a:r>
            <a:r>
              <a:rPr sz="3600" spc="-15" dirty="0">
                <a:solidFill>
                  <a:srgbClr val="4D3A2F"/>
                </a:solidFill>
                <a:latin typeface="Calibri" panose="020F0502020204030204" pitchFamily="34" charset="0"/>
                <a:cs typeface="Franklin Gothic Book"/>
              </a:rPr>
              <a:t>t</a:t>
            </a:r>
            <a:r>
              <a:rPr sz="3600" dirty="0">
                <a:solidFill>
                  <a:srgbClr val="4D3A2F"/>
                </a:solidFill>
                <a:latin typeface="Calibri" panose="020F0502020204030204" pitchFamily="34" charset="0"/>
                <a:cs typeface="Franklin Gothic Book"/>
              </a:rPr>
              <a:t> </a:t>
            </a:r>
            <a:r>
              <a:rPr sz="3600" u="heavy" spc="-100" dirty="0">
                <a:solidFill>
                  <a:srgbClr val="FF0000"/>
                </a:solidFill>
                <a:latin typeface="Calibri" panose="020F0502020204030204" pitchFamily="34" charset="0"/>
                <a:cs typeface="Franklin Gothic Book"/>
              </a:rPr>
              <a:t>F</a:t>
            </a:r>
            <a:r>
              <a:rPr sz="3600" spc="-25" dirty="0">
                <a:solidFill>
                  <a:srgbClr val="4D3A2F"/>
                </a:solidFill>
                <a:latin typeface="Calibri" panose="020F0502020204030204" pitchFamily="34" charset="0"/>
                <a:cs typeface="Franklin Gothic Book"/>
              </a:rPr>
              <a:t>o</a:t>
            </a:r>
            <a:r>
              <a:rPr sz="3600" spc="-15" dirty="0">
                <a:solidFill>
                  <a:srgbClr val="4D3A2F"/>
                </a:solidFill>
                <a:latin typeface="Calibri" panose="020F0502020204030204" pitchFamily="34" charset="0"/>
                <a:cs typeface="Franklin Gothic Book"/>
              </a:rPr>
              <a:t>r</a:t>
            </a:r>
            <a:r>
              <a:rPr sz="3600" spc="5" dirty="0">
                <a:solidFill>
                  <a:srgbClr val="4D3A2F"/>
                </a:solidFill>
                <a:latin typeface="Calibri" panose="020F0502020204030204" pitchFamily="34" charset="0"/>
                <a:cs typeface="Franklin Gothic Book"/>
              </a:rPr>
              <a:t> </a:t>
            </a:r>
            <a:r>
              <a:rPr sz="3600" u="heavy" spc="-10" dirty="0">
                <a:solidFill>
                  <a:srgbClr val="FF0000"/>
                </a:solidFill>
                <a:latin typeface="Calibri" panose="020F0502020204030204" pitchFamily="34" charset="0"/>
                <a:cs typeface="Franklin Gothic Book"/>
              </a:rPr>
              <a:t>M</a:t>
            </a:r>
            <a:r>
              <a:rPr sz="3600" spc="-30" dirty="0">
                <a:solidFill>
                  <a:srgbClr val="4D3A2F"/>
                </a:solidFill>
                <a:latin typeface="Calibri" panose="020F0502020204030204" pitchFamily="34" charset="0"/>
                <a:cs typeface="Franklin Gothic Book"/>
              </a:rPr>
              <a:t>e</a:t>
            </a:r>
            <a:r>
              <a:rPr sz="3600" dirty="0">
                <a:solidFill>
                  <a:srgbClr val="4D3A2F"/>
                </a:solidFill>
                <a:latin typeface="Calibri" panose="020F0502020204030204" pitchFamily="34" charset="0"/>
                <a:cs typeface="Franklin Gothic Book"/>
              </a:rPr>
              <a:t>?</a:t>
            </a:r>
            <a:endParaRPr sz="3600" dirty="0">
              <a:solidFill>
                <a:prstClr val="black"/>
              </a:solidFill>
              <a:latin typeface="Calibri" panose="020F0502020204030204" pitchFamily="34" charset="0"/>
              <a:cs typeface="Franklin Gothic Book"/>
            </a:endParaRPr>
          </a:p>
          <a:p>
            <a:pPr fontAlgn="auto">
              <a:lnSpc>
                <a:spcPts val="4300"/>
              </a:lnSpc>
              <a:spcBef>
                <a:spcPts val="19"/>
              </a:spcBef>
              <a:spcAft>
                <a:spcPts val="0"/>
              </a:spcAft>
            </a:pPr>
            <a:endParaRPr sz="4300" dirty="0">
              <a:solidFill>
                <a:prstClr val="black"/>
              </a:solidFill>
              <a:latin typeface="Calibri" panose="020F0502020204030204" pitchFamily="34" charset="0"/>
            </a:endParaRPr>
          </a:p>
          <a:p>
            <a:pPr marL="354330" marR="6350" indent="-341630" algn="ctr" fontAlgn="auto">
              <a:spcBef>
                <a:spcPts val="0"/>
              </a:spcBef>
              <a:spcAft>
                <a:spcPts val="0"/>
              </a:spcAft>
            </a:pPr>
            <a:r>
              <a:rPr lang="en-US" sz="2800" spc="-30" dirty="0">
                <a:solidFill>
                  <a:srgbClr val="4D3A2F"/>
                </a:solidFill>
                <a:latin typeface="Calibri" panose="020F0502020204030204" pitchFamily="34" charset="0"/>
                <a:cs typeface="Franklin Gothic Book"/>
              </a:rPr>
              <a:t>E</a:t>
            </a:r>
            <a:r>
              <a:rPr lang="en-US" sz="2800" spc="-55" dirty="0">
                <a:solidFill>
                  <a:srgbClr val="4D3A2F"/>
                </a:solidFill>
                <a:latin typeface="Calibri" panose="020F0502020204030204" pitchFamily="34" charset="0"/>
                <a:cs typeface="Franklin Gothic Book"/>
              </a:rPr>
              <a:t>v</a:t>
            </a:r>
            <a:r>
              <a:rPr lang="en-US" sz="2800" spc="-20" dirty="0">
                <a:solidFill>
                  <a:srgbClr val="4D3A2F"/>
                </a:solidFill>
                <a:latin typeface="Calibri" panose="020F0502020204030204" pitchFamily="34" charset="0"/>
                <a:cs typeface="Franklin Gothic Book"/>
              </a:rPr>
              <a:t>e</a:t>
            </a:r>
            <a:r>
              <a:rPr lang="en-US" sz="2800" spc="55" dirty="0">
                <a:solidFill>
                  <a:srgbClr val="4D3A2F"/>
                </a:solidFill>
                <a:latin typeface="Calibri" panose="020F0502020204030204" pitchFamily="34" charset="0"/>
                <a:cs typeface="Franklin Gothic Book"/>
              </a:rPr>
              <a:t>r</a:t>
            </a:r>
            <a:r>
              <a:rPr lang="en-US" sz="2800" spc="5" dirty="0">
                <a:solidFill>
                  <a:srgbClr val="4D3A2F"/>
                </a:solidFill>
                <a:latin typeface="Calibri" panose="020F0502020204030204" pitchFamily="34" charset="0"/>
                <a:cs typeface="Franklin Gothic Book"/>
              </a:rPr>
              <a:t>y</a:t>
            </a:r>
            <a:r>
              <a:rPr lang="en-US" sz="2800" spc="-20" dirty="0">
                <a:solidFill>
                  <a:srgbClr val="4D3A2F"/>
                </a:solidFill>
                <a:latin typeface="Calibri" panose="020F0502020204030204" pitchFamily="34" charset="0"/>
                <a:cs typeface="Franklin Gothic Book"/>
              </a:rPr>
              <a:t>th</a:t>
            </a:r>
            <a:r>
              <a:rPr lang="en-US" sz="2800" spc="-5" dirty="0">
                <a:solidFill>
                  <a:srgbClr val="4D3A2F"/>
                </a:solidFill>
                <a:latin typeface="Calibri" panose="020F0502020204030204" pitchFamily="34" charset="0"/>
                <a:cs typeface="Franklin Gothic Book"/>
              </a:rPr>
              <a:t>i</a:t>
            </a:r>
            <a:r>
              <a:rPr lang="en-US" sz="2800" spc="-10" dirty="0">
                <a:solidFill>
                  <a:srgbClr val="4D3A2F"/>
                </a:solidFill>
                <a:latin typeface="Calibri" panose="020F0502020204030204" pitchFamily="34" charset="0"/>
                <a:cs typeface="Franklin Gothic Book"/>
              </a:rPr>
              <a:t>n</a:t>
            </a:r>
            <a:r>
              <a:rPr lang="en-US" sz="2800" dirty="0">
                <a:solidFill>
                  <a:srgbClr val="4D3A2F"/>
                </a:solidFill>
                <a:latin typeface="Calibri" panose="020F0502020204030204" pitchFamily="34" charset="0"/>
                <a:cs typeface="Franklin Gothic Book"/>
              </a:rPr>
              <a:t>g</a:t>
            </a:r>
            <a:r>
              <a:rPr lang="en-US" sz="2800" spc="-10" dirty="0">
                <a:solidFill>
                  <a:srgbClr val="4D3A2F"/>
                </a:solidFill>
                <a:latin typeface="Calibri" panose="020F0502020204030204" pitchFamily="34" charset="0"/>
                <a:cs typeface="Franklin Gothic Book"/>
              </a:rPr>
              <a:t> </a:t>
            </a:r>
            <a:r>
              <a:rPr lang="en-US" sz="2800" spc="-30" dirty="0">
                <a:solidFill>
                  <a:srgbClr val="4D3A2F"/>
                </a:solidFill>
                <a:latin typeface="Calibri" panose="020F0502020204030204" pitchFamily="34" charset="0"/>
                <a:cs typeface="Franklin Gothic Book"/>
              </a:rPr>
              <a:t>a</a:t>
            </a:r>
            <a:r>
              <a:rPr lang="en-US" sz="2800" spc="-90" dirty="0">
                <a:solidFill>
                  <a:srgbClr val="4D3A2F"/>
                </a:solidFill>
                <a:latin typeface="Calibri" panose="020F0502020204030204" pitchFamily="34" charset="0"/>
                <a:cs typeface="Franklin Gothic Book"/>
              </a:rPr>
              <a:t>n</a:t>
            </a:r>
            <a:r>
              <a:rPr lang="en-US" sz="2800" spc="-35" dirty="0">
                <a:solidFill>
                  <a:srgbClr val="4D3A2F"/>
                </a:solidFill>
                <a:latin typeface="Calibri" panose="020F0502020204030204" pitchFamily="34" charset="0"/>
                <a:cs typeface="Franklin Gothic Book"/>
              </a:rPr>
              <a:t>y</a:t>
            </a:r>
            <a:r>
              <a:rPr lang="en-US" sz="2800" spc="-20" dirty="0">
                <a:solidFill>
                  <a:srgbClr val="4D3A2F"/>
                </a:solidFill>
                <a:latin typeface="Calibri" panose="020F0502020204030204" pitchFamily="34" charset="0"/>
                <a:cs typeface="Franklin Gothic Book"/>
              </a:rPr>
              <a:t>o</a:t>
            </a:r>
            <a:r>
              <a:rPr lang="en-US" sz="2800" spc="-15" dirty="0">
                <a:solidFill>
                  <a:srgbClr val="4D3A2F"/>
                </a:solidFill>
                <a:latin typeface="Calibri" panose="020F0502020204030204" pitchFamily="34" charset="0"/>
                <a:cs typeface="Franklin Gothic Book"/>
              </a:rPr>
              <a:t>ne</a:t>
            </a:r>
            <a:r>
              <a:rPr lang="en-US" sz="2800" spc="-20" dirty="0">
                <a:solidFill>
                  <a:srgbClr val="4D3A2F"/>
                </a:solidFill>
                <a:latin typeface="Calibri" panose="020F0502020204030204" pitchFamily="34" charset="0"/>
                <a:cs typeface="Franklin Gothic Book"/>
              </a:rPr>
              <a:t> s</a:t>
            </a:r>
            <a:r>
              <a:rPr lang="en-US" sz="2800" spc="-80" dirty="0">
                <a:solidFill>
                  <a:srgbClr val="4D3A2F"/>
                </a:solidFill>
                <a:latin typeface="Calibri" panose="020F0502020204030204" pitchFamily="34" charset="0"/>
                <a:cs typeface="Franklin Gothic Book"/>
              </a:rPr>
              <a:t>a</a:t>
            </a:r>
            <a:r>
              <a:rPr lang="en-US" sz="2800" spc="-5" dirty="0">
                <a:solidFill>
                  <a:srgbClr val="4D3A2F"/>
                </a:solidFill>
                <a:latin typeface="Calibri" panose="020F0502020204030204" pitchFamily="34" charset="0"/>
                <a:cs typeface="Franklin Gothic Book"/>
              </a:rPr>
              <a:t>y</a:t>
            </a:r>
            <a:r>
              <a:rPr lang="en-US" sz="2800" spc="-15" dirty="0">
                <a:solidFill>
                  <a:srgbClr val="4D3A2F"/>
                </a:solidFill>
                <a:latin typeface="Calibri" panose="020F0502020204030204" pitchFamily="34" charset="0"/>
                <a:cs typeface="Franklin Gothic Book"/>
              </a:rPr>
              <a:t>s </a:t>
            </a:r>
            <a:r>
              <a:rPr lang="en-US" sz="2800" spc="-55" dirty="0">
                <a:solidFill>
                  <a:srgbClr val="4D3A2F"/>
                </a:solidFill>
                <a:latin typeface="Calibri" panose="020F0502020204030204" pitchFamily="34" charset="0"/>
                <a:cs typeface="Franklin Gothic Book"/>
              </a:rPr>
              <a:t>t</a:t>
            </a:r>
            <a:r>
              <a:rPr lang="en-US" sz="2800" spc="-15" dirty="0">
                <a:solidFill>
                  <a:srgbClr val="4D3A2F"/>
                </a:solidFill>
                <a:latin typeface="Calibri" panose="020F0502020204030204" pitchFamily="34" charset="0"/>
                <a:cs typeface="Franklin Gothic Book"/>
              </a:rPr>
              <a:t>o</a:t>
            </a:r>
            <a:r>
              <a:rPr lang="en-US" sz="2800" spc="-5" dirty="0">
                <a:solidFill>
                  <a:srgbClr val="4D3A2F"/>
                </a:solidFill>
                <a:latin typeface="Calibri" panose="020F0502020204030204" pitchFamily="34" charset="0"/>
                <a:cs typeface="Franklin Gothic Book"/>
              </a:rPr>
              <a:t> </a:t>
            </a:r>
            <a:r>
              <a:rPr lang="en-US" sz="2800" spc="-45" dirty="0">
                <a:solidFill>
                  <a:srgbClr val="4D3A2F"/>
                </a:solidFill>
                <a:latin typeface="Calibri" panose="020F0502020204030204" pitchFamily="34" charset="0"/>
                <a:cs typeface="Franklin Gothic Book"/>
              </a:rPr>
              <a:t>y</a:t>
            </a:r>
            <a:r>
              <a:rPr lang="en-US" sz="2800" spc="-20" dirty="0">
                <a:solidFill>
                  <a:srgbClr val="4D3A2F"/>
                </a:solidFill>
                <a:latin typeface="Calibri" panose="020F0502020204030204" pitchFamily="34" charset="0"/>
                <a:cs typeface="Franklin Gothic Book"/>
              </a:rPr>
              <a:t>ou</a:t>
            </a:r>
            <a:r>
              <a:rPr lang="en-US" sz="2800" spc="-10" dirty="0">
                <a:solidFill>
                  <a:srgbClr val="4D3A2F"/>
                </a:solidFill>
                <a:latin typeface="Calibri" panose="020F0502020204030204" pitchFamily="34" charset="0"/>
                <a:cs typeface="Franklin Gothic Book"/>
              </a:rPr>
              <a:t> </a:t>
            </a:r>
            <a:r>
              <a:rPr lang="en-US" sz="2800" spc="-30" dirty="0">
                <a:solidFill>
                  <a:srgbClr val="4D3A2F"/>
                </a:solidFill>
                <a:latin typeface="Calibri" panose="020F0502020204030204" pitchFamily="34" charset="0"/>
                <a:cs typeface="Franklin Gothic Book"/>
              </a:rPr>
              <a:t>m</a:t>
            </a:r>
            <a:r>
              <a:rPr lang="en-US" sz="2800" spc="-20" dirty="0">
                <a:solidFill>
                  <a:srgbClr val="4D3A2F"/>
                </a:solidFill>
                <a:latin typeface="Calibri" panose="020F0502020204030204" pitchFamily="34" charset="0"/>
                <a:cs typeface="Franklin Gothic Book"/>
              </a:rPr>
              <a:t>u</a:t>
            </a:r>
            <a:r>
              <a:rPr lang="en-US" sz="2800" spc="-25" dirty="0">
                <a:solidFill>
                  <a:srgbClr val="4D3A2F"/>
                </a:solidFill>
                <a:latin typeface="Calibri" panose="020F0502020204030204" pitchFamily="34" charset="0"/>
                <a:cs typeface="Franklin Gothic Book"/>
              </a:rPr>
              <a:t>s</a:t>
            </a:r>
            <a:r>
              <a:rPr lang="en-US" sz="2800" spc="-10" dirty="0">
                <a:solidFill>
                  <a:srgbClr val="4D3A2F"/>
                </a:solidFill>
                <a:latin typeface="Calibri" panose="020F0502020204030204" pitchFamily="34" charset="0"/>
                <a:cs typeface="Franklin Gothic Book"/>
              </a:rPr>
              <a:t>t</a:t>
            </a:r>
            <a:r>
              <a:rPr lang="en-US" sz="2800" spc="-5" dirty="0">
                <a:solidFill>
                  <a:srgbClr val="4D3A2F"/>
                </a:solidFill>
                <a:latin typeface="Calibri" panose="020F0502020204030204" pitchFamily="34" charset="0"/>
                <a:cs typeface="Franklin Gothic Book"/>
              </a:rPr>
              <a:t> </a:t>
            </a:r>
            <a:r>
              <a:rPr lang="en-US" sz="2800" spc="-10" dirty="0">
                <a:solidFill>
                  <a:srgbClr val="4D3A2F"/>
                </a:solidFill>
                <a:latin typeface="Calibri" panose="020F0502020204030204" pitchFamily="34" charset="0"/>
                <a:cs typeface="Franklin Gothic Book"/>
              </a:rPr>
              <a:t>g</a:t>
            </a:r>
            <a:r>
              <a:rPr lang="en-US" sz="2800" spc="-15" dirty="0">
                <a:solidFill>
                  <a:srgbClr val="4D3A2F"/>
                </a:solidFill>
                <a:latin typeface="Calibri" panose="020F0502020204030204" pitchFamily="34" charset="0"/>
                <a:cs typeface="Franklin Gothic Book"/>
              </a:rPr>
              <a:t>o</a:t>
            </a:r>
            <a:r>
              <a:rPr lang="en-US" sz="2800" spc="-5" dirty="0">
                <a:solidFill>
                  <a:srgbClr val="4D3A2F"/>
                </a:solidFill>
                <a:latin typeface="Calibri" panose="020F0502020204030204" pitchFamily="34" charset="0"/>
                <a:cs typeface="Franklin Gothic Book"/>
              </a:rPr>
              <a:t> </a:t>
            </a:r>
            <a:r>
              <a:rPr lang="en-US" sz="2800" spc="-20" dirty="0">
                <a:solidFill>
                  <a:srgbClr val="4D3A2F"/>
                </a:solidFill>
                <a:latin typeface="Calibri" panose="020F0502020204030204" pitchFamily="34" charset="0"/>
                <a:cs typeface="Franklin Gothic Book"/>
              </a:rPr>
              <a:t>th</a:t>
            </a:r>
            <a:r>
              <a:rPr lang="en-US" sz="2800" spc="-55" dirty="0">
                <a:solidFill>
                  <a:srgbClr val="4D3A2F"/>
                </a:solidFill>
                <a:latin typeface="Calibri" panose="020F0502020204030204" pitchFamily="34" charset="0"/>
                <a:cs typeface="Franklin Gothic Book"/>
              </a:rPr>
              <a:t>r</a:t>
            </a:r>
            <a:r>
              <a:rPr lang="en-US" sz="2800" spc="-20" dirty="0">
                <a:solidFill>
                  <a:srgbClr val="4D3A2F"/>
                </a:solidFill>
                <a:latin typeface="Calibri" panose="020F0502020204030204" pitchFamily="34" charset="0"/>
                <a:cs typeface="Franklin Gothic Book"/>
              </a:rPr>
              <a:t>o</a:t>
            </a:r>
            <a:r>
              <a:rPr lang="en-US" sz="2800" spc="-30" dirty="0">
                <a:solidFill>
                  <a:srgbClr val="4D3A2F"/>
                </a:solidFill>
                <a:latin typeface="Calibri" panose="020F0502020204030204" pitchFamily="34" charset="0"/>
                <a:cs typeface="Franklin Gothic Book"/>
              </a:rPr>
              <a:t>u</a:t>
            </a:r>
            <a:r>
              <a:rPr lang="en-US" sz="2800" spc="-10" dirty="0">
                <a:solidFill>
                  <a:srgbClr val="4D3A2F"/>
                </a:solidFill>
                <a:latin typeface="Calibri" panose="020F0502020204030204" pitchFamily="34" charset="0"/>
                <a:cs typeface="Franklin Gothic Book"/>
              </a:rPr>
              <a:t>g</a:t>
            </a:r>
            <a:r>
              <a:rPr lang="en-US" sz="2800" dirty="0">
                <a:solidFill>
                  <a:srgbClr val="4D3A2F"/>
                </a:solidFill>
                <a:latin typeface="Calibri" panose="020F0502020204030204" pitchFamily="34" charset="0"/>
                <a:cs typeface="Franklin Gothic Book"/>
              </a:rPr>
              <a:t>h</a:t>
            </a:r>
            <a:r>
              <a:rPr lang="en-US" sz="2800" spc="-5" dirty="0">
                <a:solidFill>
                  <a:srgbClr val="4D3A2F"/>
                </a:solidFill>
                <a:latin typeface="Calibri" panose="020F0502020204030204" pitchFamily="34" charset="0"/>
                <a:cs typeface="Franklin Gothic Book"/>
              </a:rPr>
              <a:t> </a:t>
            </a:r>
            <a:r>
              <a:rPr lang="en-US" sz="2800" spc="-35" dirty="0">
                <a:solidFill>
                  <a:srgbClr val="4D3A2F"/>
                </a:solidFill>
                <a:latin typeface="Calibri" panose="020F0502020204030204" pitchFamily="34" charset="0"/>
                <a:cs typeface="Franklin Gothic Book"/>
              </a:rPr>
              <a:t>y</a:t>
            </a:r>
            <a:r>
              <a:rPr lang="en-US" sz="2800" spc="-20" dirty="0">
                <a:solidFill>
                  <a:srgbClr val="4D3A2F"/>
                </a:solidFill>
                <a:latin typeface="Calibri" panose="020F0502020204030204" pitchFamily="34" charset="0"/>
                <a:cs typeface="Franklin Gothic Book"/>
              </a:rPr>
              <a:t>o</a:t>
            </a:r>
            <a:r>
              <a:rPr lang="en-US" sz="2800" spc="-30" dirty="0">
                <a:solidFill>
                  <a:srgbClr val="4D3A2F"/>
                </a:solidFill>
                <a:latin typeface="Calibri" panose="020F0502020204030204" pitchFamily="34" charset="0"/>
                <a:cs typeface="Franklin Gothic Book"/>
              </a:rPr>
              <a:t>u</a:t>
            </a:r>
            <a:r>
              <a:rPr lang="en-US" sz="2800" spc="-10" dirty="0">
                <a:solidFill>
                  <a:srgbClr val="4D3A2F"/>
                </a:solidFill>
                <a:latin typeface="Calibri" panose="020F0502020204030204" pitchFamily="34" charset="0"/>
                <a:cs typeface="Franklin Gothic Book"/>
              </a:rPr>
              <a:t>r </a:t>
            </a:r>
            <a:r>
              <a:rPr lang="en-US" sz="2800" spc="-20" dirty="0">
                <a:solidFill>
                  <a:srgbClr val="4D3A2F"/>
                </a:solidFill>
                <a:latin typeface="Calibri" panose="020F0502020204030204" pitchFamily="34" charset="0"/>
                <a:cs typeface="Franklin Gothic Book"/>
              </a:rPr>
              <a:t>a</a:t>
            </a:r>
            <a:r>
              <a:rPr lang="en-US" sz="2800" spc="-30" dirty="0">
                <a:solidFill>
                  <a:srgbClr val="4D3A2F"/>
                </a:solidFill>
                <a:latin typeface="Calibri" panose="020F0502020204030204" pitchFamily="34" charset="0"/>
                <a:cs typeface="Franklin Gothic Book"/>
              </a:rPr>
              <a:t>n</a:t>
            </a:r>
            <a:r>
              <a:rPr lang="en-US" sz="2800" spc="-65" dirty="0">
                <a:solidFill>
                  <a:srgbClr val="4D3A2F"/>
                </a:solidFill>
                <a:latin typeface="Calibri" panose="020F0502020204030204" pitchFamily="34" charset="0"/>
                <a:cs typeface="Franklin Gothic Book"/>
              </a:rPr>
              <a:t>t</a:t>
            </a:r>
            <a:r>
              <a:rPr lang="en-US" sz="2800" spc="-25" dirty="0">
                <a:solidFill>
                  <a:srgbClr val="4D3A2F"/>
                </a:solidFill>
                <a:latin typeface="Calibri" panose="020F0502020204030204" pitchFamily="34" charset="0"/>
                <a:cs typeface="Franklin Gothic Book"/>
              </a:rPr>
              <a:t>e</a:t>
            </a:r>
            <a:r>
              <a:rPr lang="en-US" sz="2800" spc="-20" dirty="0">
                <a:solidFill>
                  <a:srgbClr val="4D3A2F"/>
                </a:solidFill>
                <a:latin typeface="Calibri" panose="020F0502020204030204" pitchFamily="34" charset="0"/>
                <a:cs typeface="Franklin Gothic Book"/>
              </a:rPr>
              <a:t>n</a:t>
            </a:r>
            <a:r>
              <a:rPr lang="en-US" sz="2800" spc="-30" dirty="0">
                <a:solidFill>
                  <a:srgbClr val="4D3A2F"/>
                </a:solidFill>
                <a:latin typeface="Calibri" panose="020F0502020204030204" pitchFamily="34" charset="0"/>
                <a:cs typeface="Franklin Gothic Book"/>
              </a:rPr>
              <a:t>n</a:t>
            </a:r>
            <a:r>
              <a:rPr lang="en-US" sz="2800" spc="-15" dirty="0">
                <a:solidFill>
                  <a:srgbClr val="4D3A2F"/>
                </a:solidFill>
                <a:latin typeface="Calibri" panose="020F0502020204030204" pitchFamily="34" charset="0"/>
                <a:cs typeface="Franklin Gothic Book"/>
              </a:rPr>
              <a:t>a </a:t>
            </a:r>
            <a:r>
              <a:rPr lang="en-US" sz="2800" spc="-20" dirty="0">
                <a:solidFill>
                  <a:srgbClr val="4D3A2F"/>
                </a:solidFill>
                <a:latin typeface="Calibri" panose="020F0502020204030204" pitchFamily="34" charset="0"/>
                <a:cs typeface="Franklin Gothic Book"/>
              </a:rPr>
              <a:t>a</a:t>
            </a:r>
            <a:r>
              <a:rPr lang="en-US" sz="2800" spc="-30" dirty="0">
                <a:solidFill>
                  <a:srgbClr val="4D3A2F"/>
                </a:solidFill>
                <a:latin typeface="Calibri" panose="020F0502020204030204" pitchFamily="34" charset="0"/>
                <a:cs typeface="Franklin Gothic Book"/>
              </a:rPr>
              <a:t>n</a:t>
            </a:r>
            <a:r>
              <a:rPr lang="en-US" sz="2800" spc="-15" dirty="0">
                <a:solidFill>
                  <a:srgbClr val="4D3A2F"/>
                </a:solidFill>
                <a:latin typeface="Calibri" panose="020F0502020204030204" pitchFamily="34" charset="0"/>
                <a:cs typeface="Franklin Gothic Book"/>
              </a:rPr>
              <a:t>d</a:t>
            </a:r>
            <a:r>
              <a:rPr lang="en-US" sz="2800" spc="-20" dirty="0">
                <a:solidFill>
                  <a:srgbClr val="4D3A2F"/>
                </a:solidFill>
                <a:latin typeface="Calibri" panose="020F0502020204030204" pitchFamily="34" charset="0"/>
                <a:cs typeface="Franklin Gothic Book"/>
              </a:rPr>
              <a:t> </a:t>
            </a:r>
            <a:r>
              <a:rPr lang="en-US" sz="2800" spc="-5" dirty="0">
                <a:solidFill>
                  <a:srgbClr val="4D3A2F"/>
                </a:solidFill>
                <a:latin typeface="Calibri" panose="020F0502020204030204" pitchFamily="34" charset="0"/>
                <a:cs typeface="Franklin Gothic Book"/>
              </a:rPr>
              <a:t>b</a:t>
            </a:r>
            <a:r>
              <a:rPr lang="en-US" sz="2800" spc="-15" dirty="0">
                <a:solidFill>
                  <a:srgbClr val="4D3A2F"/>
                </a:solidFill>
                <a:latin typeface="Calibri" panose="020F0502020204030204" pitchFamily="34" charset="0"/>
                <a:cs typeface="Franklin Gothic Book"/>
              </a:rPr>
              <a:t>e</a:t>
            </a:r>
            <a:r>
              <a:rPr lang="en-US" sz="2800" spc="-10" dirty="0">
                <a:solidFill>
                  <a:srgbClr val="4D3A2F"/>
                </a:solidFill>
                <a:latin typeface="Calibri" panose="020F0502020204030204" pitchFamily="34" charset="0"/>
                <a:cs typeface="Franklin Gothic Book"/>
              </a:rPr>
              <a:t> p</a:t>
            </a:r>
            <a:r>
              <a:rPr lang="en-US" sz="2800" spc="-55" dirty="0">
                <a:solidFill>
                  <a:srgbClr val="4D3A2F"/>
                </a:solidFill>
                <a:latin typeface="Calibri" panose="020F0502020204030204" pitchFamily="34" charset="0"/>
                <a:cs typeface="Franklin Gothic Book"/>
              </a:rPr>
              <a:t>r</a:t>
            </a:r>
            <a:r>
              <a:rPr lang="en-US" sz="2800" spc="-20" dirty="0">
                <a:solidFill>
                  <a:srgbClr val="4D3A2F"/>
                </a:solidFill>
                <a:latin typeface="Calibri" panose="020F0502020204030204" pitchFamily="34" charset="0"/>
                <a:cs typeface="Franklin Gothic Book"/>
              </a:rPr>
              <a:t>o</a:t>
            </a:r>
            <a:r>
              <a:rPr lang="en-US" sz="2800" spc="-15" dirty="0">
                <a:solidFill>
                  <a:srgbClr val="4D3A2F"/>
                </a:solidFill>
                <a:latin typeface="Calibri" panose="020F0502020204030204" pitchFamily="34" charset="0"/>
                <a:cs typeface="Franklin Gothic Book"/>
              </a:rPr>
              <a:t>c</a:t>
            </a:r>
            <a:r>
              <a:rPr lang="en-US" sz="2800" spc="-25" dirty="0">
                <a:solidFill>
                  <a:srgbClr val="4D3A2F"/>
                </a:solidFill>
                <a:latin typeface="Calibri" panose="020F0502020204030204" pitchFamily="34" charset="0"/>
                <a:cs typeface="Franklin Gothic Book"/>
              </a:rPr>
              <a:t>es</a:t>
            </a:r>
            <a:r>
              <a:rPr lang="en-US" sz="2800" spc="-20" dirty="0">
                <a:solidFill>
                  <a:srgbClr val="4D3A2F"/>
                </a:solidFill>
                <a:latin typeface="Calibri" panose="020F0502020204030204" pitchFamily="34" charset="0"/>
                <a:cs typeface="Franklin Gothic Book"/>
              </a:rPr>
              <a:t>s</a:t>
            </a:r>
            <a:r>
              <a:rPr lang="en-US" sz="2800" spc="-25" dirty="0">
                <a:solidFill>
                  <a:srgbClr val="4D3A2F"/>
                </a:solidFill>
                <a:latin typeface="Calibri" panose="020F0502020204030204" pitchFamily="34" charset="0"/>
                <a:cs typeface="Franklin Gothic Book"/>
              </a:rPr>
              <a:t>e</a:t>
            </a:r>
            <a:r>
              <a:rPr lang="en-US" sz="2800" spc="-15" dirty="0">
                <a:solidFill>
                  <a:srgbClr val="4D3A2F"/>
                </a:solidFill>
                <a:latin typeface="Calibri" panose="020F0502020204030204" pitchFamily="34" charset="0"/>
                <a:cs typeface="Franklin Gothic Book"/>
              </a:rPr>
              <a:t>d</a:t>
            </a:r>
            <a:r>
              <a:rPr lang="en-US" sz="2800" spc="-10" dirty="0">
                <a:solidFill>
                  <a:srgbClr val="4D3A2F"/>
                </a:solidFill>
                <a:latin typeface="Calibri" panose="020F0502020204030204" pitchFamily="34" charset="0"/>
                <a:cs typeface="Franklin Gothic Book"/>
              </a:rPr>
              <a:t> </a:t>
            </a:r>
            <a:r>
              <a:rPr lang="en-US" sz="2800" spc="-20" dirty="0">
                <a:solidFill>
                  <a:srgbClr val="4D3A2F"/>
                </a:solidFill>
                <a:latin typeface="Calibri" panose="020F0502020204030204" pitchFamily="34" charset="0"/>
                <a:cs typeface="Franklin Gothic Book"/>
              </a:rPr>
              <a:t>th</a:t>
            </a:r>
            <a:r>
              <a:rPr lang="en-US" sz="2800" spc="-55" dirty="0">
                <a:solidFill>
                  <a:srgbClr val="4D3A2F"/>
                </a:solidFill>
                <a:latin typeface="Calibri" panose="020F0502020204030204" pitchFamily="34" charset="0"/>
                <a:cs typeface="Franklin Gothic Book"/>
              </a:rPr>
              <a:t>r</a:t>
            </a:r>
            <a:r>
              <a:rPr lang="en-US" sz="2800" spc="-20" dirty="0">
                <a:solidFill>
                  <a:srgbClr val="4D3A2F"/>
                </a:solidFill>
                <a:latin typeface="Calibri" panose="020F0502020204030204" pitchFamily="34" charset="0"/>
                <a:cs typeface="Franklin Gothic Book"/>
              </a:rPr>
              <a:t>o</a:t>
            </a:r>
            <a:r>
              <a:rPr lang="en-US" sz="2800" spc="-30" dirty="0">
                <a:solidFill>
                  <a:srgbClr val="4D3A2F"/>
                </a:solidFill>
                <a:latin typeface="Calibri" panose="020F0502020204030204" pitchFamily="34" charset="0"/>
                <a:cs typeface="Franklin Gothic Book"/>
              </a:rPr>
              <a:t>u</a:t>
            </a:r>
            <a:r>
              <a:rPr lang="en-US" sz="2800" spc="-10" dirty="0">
                <a:solidFill>
                  <a:srgbClr val="4D3A2F"/>
                </a:solidFill>
                <a:latin typeface="Calibri" panose="020F0502020204030204" pitchFamily="34" charset="0"/>
                <a:cs typeface="Franklin Gothic Book"/>
              </a:rPr>
              <a:t>g</a:t>
            </a:r>
            <a:r>
              <a:rPr lang="en-US" sz="2800" dirty="0">
                <a:solidFill>
                  <a:srgbClr val="4D3A2F"/>
                </a:solidFill>
                <a:latin typeface="Calibri" panose="020F0502020204030204" pitchFamily="34" charset="0"/>
                <a:cs typeface="Franklin Gothic Book"/>
              </a:rPr>
              <a:t>h</a:t>
            </a:r>
            <a:r>
              <a:rPr lang="en-US" sz="2800" spc="-5" dirty="0">
                <a:solidFill>
                  <a:srgbClr val="4D3A2F"/>
                </a:solidFill>
                <a:latin typeface="Calibri" panose="020F0502020204030204" pitchFamily="34" charset="0"/>
                <a:cs typeface="Franklin Gothic Book"/>
              </a:rPr>
              <a:t> </a:t>
            </a:r>
            <a:r>
              <a:rPr lang="en-US" sz="2800" spc="-35" dirty="0">
                <a:solidFill>
                  <a:srgbClr val="4D3A2F"/>
                </a:solidFill>
                <a:latin typeface="Calibri" panose="020F0502020204030204" pitchFamily="34" charset="0"/>
                <a:cs typeface="Franklin Gothic Book"/>
              </a:rPr>
              <a:t>y</a:t>
            </a:r>
            <a:r>
              <a:rPr lang="en-US" sz="2800" spc="-20" dirty="0">
                <a:solidFill>
                  <a:srgbClr val="4D3A2F"/>
                </a:solidFill>
                <a:latin typeface="Calibri" panose="020F0502020204030204" pitchFamily="34" charset="0"/>
                <a:cs typeface="Franklin Gothic Book"/>
              </a:rPr>
              <a:t>o</a:t>
            </a:r>
            <a:r>
              <a:rPr lang="en-US" sz="2800" spc="-30" dirty="0">
                <a:solidFill>
                  <a:srgbClr val="4D3A2F"/>
                </a:solidFill>
                <a:latin typeface="Calibri" panose="020F0502020204030204" pitchFamily="34" charset="0"/>
                <a:cs typeface="Franklin Gothic Book"/>
              </a:rPr>
              <a:t>u</a:t>
            </a:r>
            <a:r>
              <a:rPr lang="en-US" sz="2800" spc="-10" dirty="0">
                <a:solidFill>
                  <a:srgbClr val="4D3A2F"/>
                </a:solidFill>
                <a:latin typeface="Calibri" panose="020F0502020204030204" pitchFamily="34" charset="0"/>
                <a:cs typeface="Franklin Gothic Book"/>
              </a:rPr>
              <a:t>r W</a:t>
            </a:r>
            <a:r>
              <a:rPr lang="en-US" sz="2800" dirty="0">
                <a:solidFill>
                  <a:srgbClr val="4D3A2F"/>
                </a:solidFill>
                <a:latin typeface="Calibri" panose="020F0502020204030204" pitchFamily="34" charset="0"/>
                <a:cs typeface="Franklin Gothic Book"/>
              </a:rPr>
              <a:t>I</a:t>
            </a:r>
            <a:r>
              <a:rPr lang="en-US" sz="2800" spc="-15" dirty="0">
                <a:solidFill>
                  <a:srgbClr val="4D3A2F"/>
                </a:solidFill>
                <a:latin typeface="Calibri" panose="020F0502020204030204" pitchFamily="34" charset="0"/>
                <a:cs typeface="Franklin Gothic Book"/>
              </a:rPr>
              <a:t>I-</a:t>
            </a:r>
            <a:r>
              <a:rPr lang="en-US" sz="2800" spc="-20" dirty="0">
                <a:solidFill>
                  <a:srgbClr val="4D3A2F"/>
                </a:solidFill>
                <a:latin typeface="Calibri" panose="020F0502020204030204" pitchFamily="34" charset="0"/>
                <a:cs typeface="Franklin Gothic Book"/>
              </a:rPr>
              <a:t>FM.</a:t>
            </a:r>
            <a:endParaRPr lang="en-US" sz="2800" dirty="0">
              <a:solidFill>
                <a:prstClr val="black"/>
              </a:solidFill>
              <a:latin typeface="Calibri" panose="020F0502020204030204" pitchFamily="34" charset="0"/>
              <a:cs typeface="Franklin Gothic Book"/>
            </a:endParaRPr>
          </a:p>
          <a:p>
            <a:pPr marL="354330" marR="398145" indent="-341630" algn="ctr" fontAlgn="auto">
              <a:spcBef>
                <a:spcPts val="0"/>
              </a:spcBef>
              <a:spcAft>
                <a:spcPts val="0"/>
              </a:spcAft>
            </a:pPr>
            <a:r>
              <a:rPr lang="en-US" sz="2800" b="1" spc="-15" dirty="0">
                <a:solidFill>
                  <a:srgbClr val="4D3A2F"/>
                </a:solidFill>
                <a:latin typeface="Calibri" panose="020F0502020204030204" pitchFamily="34" charset="0"/>
                <a:cs typeface="Franklin Gothic Book"/>
              </a:rPr>
              <a:t>I</a:t>
            </a:r>
            <a:r>
              <a:rPr lang="en-US" sz="2800" b="1" spc="-10" dirty="0">
                <a:solidFill>
                  <a:srgbClr val="4D3A2F"/>
                </a:solidFill>
                <a:latin typeface="Calibri" panose="020F0502020204030204" pitchFamily="34" charset="0"/>
                <a:cs typeface="Franklin Gothic Book"/>
              </a:rPr>
              <a:t>f</a:t>
            </a:r>
            <a:r>
              <a:rPr lang="en-US" sz="2800" spc="-5" dirty="0">
                <a:solidFill>
                  <a:srgbClr val="4D3A2F"/>
                </a:solidFill>
                <a:latin typeface="Calibri" panose="020F0502020204030204" pitchFamily="34" charset="0"/>
                <a:cs typeface="Franklin Gothic Book"/>
              </a:rPr>
              <a:t> </a:t>
            </a:r>
            <a:r>
              <a:rPr lang="en-US" sz="2800" spc="-20" dirty="0">
                <a:solidFill>
                  <a:srgbClr val="4D3A2F"/>
                </a:solidFill>
                <a:latin typeface="Calibri" panose="020F0502020204030204" pitchFamily="34" charset="0"/>
                <a:cs typeface="Franklin Gothic Book"/>
              </a:rPr>
              <a:t>ther</a:t>
            </a:r>
            <a:r>
              <a:rPr lang="en-US" sz="2800" spc="-15" dirty="0">
                <a:solidFill>
                  <a:srgbClr val="4D3A2F"/>
                </a:solidFill>
                <a:latin typeface="Calibri" panose="020F0502020204030204" pitchFamily="34" charset="0"/>
                <a:cs typeface="Franklin Gothic Book"/>
              </a:rPr>
              <a:t>e</a:t>
            </a:r>
            <a:r>
              <a:rPr lang="en-US" sz="2800" spc="-10" dirty="0">
                <a:solidFill>
                  <a:srgbClr val="4D3A2F"/>
                </a:solidFill>
                <a:latin typeface="Calibri" panose="020F0502020204030204" pitchFamily="34" charset="0"/>
                <a:cs typeface="Franklin Gothic Book"/>
              </a:rPr>
              <a:t> </a:t>
            </a:r>
            <a:r>
              <a:rPr lang="en-US" sz="2800" spc="-15" dirty="0">
                <a:solidFill>
                  <a:srgbClr val="4D3A2F"/>
                </a:solidFill>
                <a:latin typeface="Calibri" panose="020F0502020204030204" pitchFamily="34" charset="0"/>
                <a:cs typeface="Franklin Gothic Book"/>
              </a:rPr>
              <a:t>is</a:t>
            </a:r>
            <a:r>
              <a:rPr lang="en-US" sz="2800" spc="-5" dirty="0">
                <a:solidFill>
                  <a:srgbClr val="4D3A2F"/>
                </a:solidFill>
                <a:latin typeface="Calibri" panose="020F0502020204030204" pitchFamily="34" charset="0"/>
                <a:cs typeface="Franklin Gothic Book"/>
              </a:rPr>
              <a:t> </a:t>
            </a:r>
            <a:r>
              <a:rPr lang="en-US" sz="2800" spc="-25" dirty="0">
                <a:solidFill>
                  <a:srgbClr val="4D3A2F"/>
                </a:solidFill>
                <a:latin typeface="Calibri" panose="020F0502020204030204" pitchFamily="34" charset="0"/>
                <a:cs typeface="Franklin Gothic Book"/>
              </a:rPr>
              <a:t>som</a:t>
            </a:r>
            <a:r>
              <a:rPr lang="en-US" sz="2800" spc="-35" dirty="0">
                <a:solidFill>
                  <a:srgbClr val="4D3A2F"/>
                </a:solidFill>
                <a:latin typeface="Calibri" panose="020F0502020204030204" pitchFamily="34" charset="0"/>
                <a:cs typeface="Franklin Gothic Book"/>
              </a:rPr>
              <a:t>e</a:t>
            </a:r>
            <a:r>
              <a:rPr lang="en-US" sz="2800" spc="-5" dirty="0">
                <a:solidFill>
                  <a:srgbClr val="4D3A2F"/>
                </a:solidFill>
                <a:latin typeface="Calibri" panose="020F0502020204030204" pitchFamily="34" charset="0"/>
                <a:cs typeface="Franklin Gothic Book"/>
              </a:rPr>
              <a:t>thi</a:t>
            </a:r>
            <a:r>
              <a:rPr lang="en-US" sz="2800" spc="-10" dirty="0">
                <a:solidFill>
                  <a:srgbClr val="4D3A2F"/>
                </a:solidFill>
                <a:latin typeface="Calibri" panose="020F0502020204030204" pitchFamily="34" charset="0"/>
                <a:cs typeface="Franklin Gothic Book"/>
              </a:rPr>
              <a:t>n</a:t>
            </a:r>
            <a:r>
              <a:rPr lang="en-US" sz="2800" dirty="0">
                <a:solidFill>
                  <a:srgbClr val="4D3A2F"/>
                </a:solidFill>
                <a:latin typeface="Calibri" panose="020F0502020204030204" pitchFamily="34" charset="0"/>
                <a:cs typeface="Franklin Gothic Book"/>
              </a:rPr>
              <a:t>g</a:t>
            </a:r>
            <a:r>
              <a:rPr lang="en-US" sz="2800" spc="-20" dirty="0">
                <a:solidFill>
                  <a:srgbClr val="4D3A2F"/>
                </a:solidFill>
                <a:latin typeface="Calibri" panose="020F0502020204030204" pitchFamily="34" charset="0"/>
                <a:cs typeface="Franklin Gothic Book"/>
              </a:rPr>
              <a:t> </a:t>
            </a:r>
            <a:r>
              <a:rPr lang="en-US" sz="2800" u="sng" spc="-5" dirty="0">
                <a:solidFill>
                  <a:srgbClr val="4D3A2F"/>
                </a:solidFill>
                <a:latin typeface="Calibri" panose="020F0502020204030204" pitchFamily="34" charset="0"/>
                <a:cs typeface="Franklin Gothic Book"/>
              </a:rPr>
              <a:t>i</a:t>
            </a:r>
            <a:r>
              <a:rPr lang="en-US" sz="2800" u="sng" dirty="0">
                <a:solidFill>
                  <a:srgbClr val="4D3A2F"/>
                </a:solidFill>
                <a:latin typeface="Calibri" panose="020F0502020204030204" pitchFamily="34" charset="0"/>
                <a:cs typeface="Franklin Gothic Book"/>
              </a:rPr>
              <a:t>n</a:t>
            </a:r>
            <a:r>
              <a:rPr lang="en-US" sz="2800" u="sng" spc="-10" dirty="0">
                <a:solidFill>
                  <a:srgbClr val="4D3A2F"/>
                </a:solidFill>
                <a:latin typeface="Calibri" panose="020F0502020204030204" pitchFamily="34" charset="0"/>
                <a:cs typeface="Franklin Gothic Book"/>
              </a:rPr>
              <a:t> </a:t>
            </a:r>
            <a:r>
              <a:rPr lang="en-US" sz="2800" u="sng" spc="-15" dirty="0">
                <a:solidFill>
                  <a:srgbClr val="4D3A2F"/>
                </a:solidFill>
                <a:latin typeface="Calibri" panose="020F0502020204030204" pitchFamily="34" charset="0"/>
                <a:cs typeface="Franklin Gothic Book"/>
              </a:rPr>
              <a:t>i</a:t>
            </a:r>
            <a:r>
              <a:rPr lang="en-US" sz="2800" u="sng" spc="-10" dirty="0">
                <a:solidFill>
                  <a:srgbClr val="4D3A2F"/>
                </a:solidFill>
                <a:latin typeface="Calibri" panose="020F0502020204030204" pitchFamily="34" charset="0"/>
                <a:cs typeface="Franklin Gothic Book"/>
              </a:rPr>
              <a:t>t</a:t>
            </a:r>
            <a:r>
              <a:rPr lang="en-US" sz="2800" u="sng" spc="-5" dirty="0">
                <a:solidFill>
                  <a:srgbClr val="4D3A2F"/>
                </a:solidFill>
                <a:latin typeface="Calibri" panose="020F0502020204030204" pitchFamily="34" charset="0"/>
                <a:cs typeface="Franklin Gothic Book"/>
              </a:rPr>
              <a:t> </a:t>
            </a:r>
            <a:r>
              <a:rPr lang="en-US" sz="2800" u="sng" spc="-70" dirty="0">
                <a:solidFill>
                  <a:srgbClr val="4D3A2F"/>
                </a:solidFill>
                <a:latin typeface="Calibri" panose="020F0502020204030204" pitchFamily="34" charset="0"/>
                <a:cs typeface="Franklin Gothic Book"/>
              </a:rPr>
              <a:t>f</a:t>
            </a:r>
            <a:r>
              <a:rPr lang="en-US" sz="2800" u="sng" spc="-20" dirty="0">
                <a:solidFill>
                  <a:srgbClr val="4D3A2F"/>
                </a:solidFill>
                <a:latin typeface="Calibri" panose="020F0502020204030204" pitchFamily="34" charset="0"/>
                <a:cs typeface="Franklin Gothic Book"/>
              </a:rPr>
              <a:t>o</a:t>
            </a:r>
            <a:r>
              <a:rPr lang="en-US" sz="2800" u="sng" spc="-10" dirty="0">
                <a:solidFill>
                  <a:srgbClr val="4D3A2F"/>
                </a:solidFill>
                <a:latin typeface="Calibri" panose="020F0502020204030204" pitchFamily="34" charset="0"/>
                <a:cs typeface="Franklin Gothic Book"/>
              </a:rPr>
              <a:t>r you</a:t>
            </a:r>
            <a:r>
              <a:rPr lang="en-US" sz="2800" dirty="0">
                <a:solidFill>
                  <a:srgbClr val="4D3A2F"/>
                </a:solidFill>
                <a:latin typeface="Calibri" panose="020F0502020204030204" pitchFamily="34" charset="0"/>
                <a:cs typeface="Franklin Gothic Book"/>
              </a:rPr>
              <a:t>,</a:t>
            </a:r>
            <a:r>
              <a:rPr lang="en-US" sz="2800" spc="-15" dirty="0">
                <a:solidFill>
                  <a:srgbClr val="4D3A2F"/>
                </a:solidFill>
                <a:latin typeface="Calibri" panose="020F0502020204030204" pitchFamily="34" charset="0"/>
                <a:cs typeface="Franklin Gothic Book"/>
              </a:rPr>
              <a:t> you</a:t>
            </a:r>
            <a:r>
              <a:rPr lang="en-US" sz="2800" spc="-5" dirty="0">
                <a:solidFill>
                  <a:srgbClr val="4D3A2F"/>
                </a:solidFill>
                <a:latin typeface="Calibri" panose="020F0502020204030204" pitchFamily="34" charset="0"/>
                <a:cs typeface="Franklin Gothic Book"/>
              </a:rPr>
              <a:t> will </a:t>
            </a:r>
            <a:r>
              <a:rPr lang="en-US" sz="2800" spc="-20" dirty="0">
                <a:solidFill>
                  <a:srgbClr val="4D3A2F"/>
                </a:solidFill>
                <a:latin typeface="Calibri" panose="020F0502020204030204" pitchFamily="34" charset="0"/>
                <a:cs typeface="Franklin Gothic Book"/>
              </a:rPr>
              <a:t>c</a:t>
            </a:r>
            <a:r>
              <a:rPr lang="en-US" sz="2800" spc="-15" dirty="0">
                <a:solidFill>
                  <a:srgbClr val="4D3A2F"/>
                </a:solidFill>
                <a:latin typeface="Calibri" panose="020F0502020204030204" pitchFamily="34" charset="0"/>
                <a:cs typeface="Franklin Gothic Book"/>
              </a:rPr>
              <a:t>o</a:t>
            </a:r>
            <a:r>
              <a:rPr lang="en-US" sz="2800" spc="-30" dirty="0">
                <a:solidFill>
                  <a:srgbClr val="4D3A2F"/>
                </a:solidFill>
                <a:latin typeface="Calibri" panose="020F0502020204030204" pitchFamily="34" charset="0"/>
                <a:cs typeface="Franklin Gothic Book"/>
              </a:rPr>
              <a:t>n</a:t>
            </a:r>
            <a:r>
              <a:rPr lang="en-US" sz="2800" spc="-5" dirty="0">
                <a:solidFill>
                  <a:srgbClr val="4D3A2F"/>
                </a:solidFill>
                <a:latin typeface="Calibri" panose="020F0502020204030204" pitchFamily="34" charset="0"/>
                <a:cs typeface="Franklin Gothic Book"/>
              </a:rPr>
              <a:t>ti</a:t>
            </a:r>
            <a:r>
              <a:rPr lang="en-US" sz="2800" spc="-10" dirty="0">
                <a:solidFill>
                  <a:srgbClr val="4D3A2F"/>
                </a:solidFill>
                <a:latin typeface="Calibri" panose="020F0502020204030204" pitchFamily="34" charset="0"/>
                <a:cs typeface="Franklin Gothic Book"/>
              </a:rPr>
              <a:t>n</a:t>
            </a:r>
            <a:r>
              <a:rPr lang="en-US" sz="2800" spc="-30" dirty="0">
                <a:solidFill>
                  <a:srgbClr val="4D3A2F"/>
                </a:solidFill>
                <a:latin typeface="Calibri" panose="020F0502020204030204" pitchFamily="34" charset="0"/>
                <a:cs typeface="Franklin Gothic Book"/>
              </a:rPr>
              <a:t>u</a:t>
            </a:r>
            <a:r>
              <a:rPr lang="en-US" sz="2800" spc="-15" dirty="0">
                <a:solidFill>
                  <a:srgbClr val="4D3A2F"/>
                </a:solidFill>
                <a:latin typeface="Calibri" panose="020F0502020204030204" pitchFamily="34" charset="0"/>
                <a:cs typeface="Franklin Gothic Book"/>
              </a:rPr>
              <a:t>e </a:t>
            </a:r>
            <a:r>
              <a:rPr lang="en-US" sz="2800" spc="-55" dirty="0">
                <a:solidFill>
                  <a:srgbClr val="4D3A2F"/>
                </a:solidFill>
                <a:latin typeface="Calibri" panose="020F0502020204030204" pitchFamily="34" charset="0"/>
                <a:cs typeface="Franklin Gothic Book"/>
              </a:rPr>
              <a:t>t</a:t>
            </a:r>
            <a:r>
              <a:rPr lang="en-US" sz="2800" spc="-15" dirty="0">
                <a:solidFill>
                  <a:srgbClr val="4D3A2F"/>
                </a:solidFill>
                <a:latin typeface="Calibri" panose="020F0502020204030204" pitchFamily="34" charset="0"/>
                <a:cs typeface="Franklin Gothic Book"/>
              </a:rPr>
              <a:t>o</a:t>
            </a:r>
            <a:r>
              <a:rPr lang="en-US" sz="2800" spc="-20" dirty="0">
                <a:solidFill>
                  <a:srgbClr val="4D3A2F"/>
                </a:solidFill>
                <a:latin typeface="Calibri" panose="020F0502020204030204" pitchFamily="34" charset="0"/>
                <a:cs typeface="Franklin Gothic Book"/>
              </a:rPr>
              <a:t> </a:t>
            </a:r>
            <a:r>
              <a:rPr lang="en-US" sz="2800" spc="-10" dirty="0">
                <a:solidFill>
                  <a:srgbClr val="00B050"/>
                </a:solidFill>
                <a:latin typeface="Calibri" panose="020F0502020204030204" pitchFamily="34" charset="0"/>
                <a:cs typeface="Franklin Gothic Book"/>
              </a:rPr>
              <a:t>p</a:t>
            </a:r>
            <a:r>
              <a:rPr lang="en-US" sz="2800" spc="-80" dirty="0">
                <a:solidFill>
                  <a:srgbClr val="00B050"/>
                </a:solidFill>
                <a:latin typeface="Calibri" panose="020F0502020204030204" pitchFamily="34" charset="0"/>
                <a:cs typeface="Franklin Gothic Book"/>
              </a:rPr>
              <a:t>a</a:t>
            </a:r>
            <a:r>
              <a:rPr lang="en-US" sz="2800" dirty="0">
                <a:solidFill>
                  <a:srgbClr val="00B050"/>
                </a:solidFill>
                <a:latin typeface="Calibri" panose="020F0502020204030204" pitchFamily="34" charset="0"/>
                <a:cs typeface="Franklin Gothic Book"/>
              </a:rPr>
              <a:t>y</a:t>
            </a:r>
            <a:r>
              <a:rPr lang="en-US" sz="2800" spc="-10" dirty="0">
                <a:solidFill>
                  <a:srgbClr val="00B050"/>
                </a:solidFill>
                <a:latin typeface="Calibri" panose="020F0502020204030204" pitchFamily="34" charset="0"/>
                <a:cs typeface="Franklin Gothic Book"/>
              </a:rPr>
              <a:t> </a:t>
            </a:r>
            <a:r>
              <a:rPr lang="en-US" sz="2800" spc="-20" dirty="0">
                <a:solidFill>
                  <a:srgbClr val="00B050"/>
                </a:solidFill>
                <a:latin typeface="Calibri" panose="020F0502020204030204" pitchFamily="34" charset="0"/>
                <a:cs typeface="Franklin Gothic Book"/>
              </a:rPr>
              <a:t>at</a:t>
            </a:r>
            <a:r>
              <a:rPr lang="en-US" sz="2800" spc="-65" dirty="0">
                <a:solidFill>
                  <a:srgbClr val="00B050"/>
                </a:solidFill>
                <a:latin typeface="Calibri" panose="020F0502020204030204" pitchFamily="34" charset="0"/>
                <a:cs typeface="Franklin Gothic Book"/>
              </a:rPr>
              <a:t>t</a:t>
            </a:r>
            <a:r>
              <a:rPr lang="en-US" sz="2800" spc="-20" dirty="0">
                <a:solidFill>
                  <a:srgbClr val="00B050"/>
                </a:solidFill>
                <a:latin typeface="Calibri" panose="020F0502020204030204" pitchFamily="34" charset="0"/>
                <a:cs typeface="Franklin Gothic Book"/>
              </a:rPr>
              <a:t>e</a:t>
            </a:r>
            <a:r>
              <a:rPr lang="en-US" sz="2800" spc="-30" dirty="0">
                <a:solidFill>
                  <a:srgbClr val="00B050"/>
                </a:solidFill>
                <a:latin typeface="Calibri" panose="020F0502020204030204" pitchFamily="34" charset="0"/>
                <a:cs typeface="Franklin Gothic Book"/>
              </a:rPr>
              <a:t>n</a:t>
            </a:r>
            <a:r>
              <a:rPr lang="en-US" sz="2800" spc="-15" dirty="0">
                <a:solidFill>
                  <a:srgbClr val="00B050"/>
                </a:solidFill>
                <a:latin typeface="Calibri" panose="020F0502020204030204" pitchFamily="34" charset="0"/>
                <a:cs typeface="Franklin Gothic Book"/>
              </a:rPr>
              <a:t>tio</a:t>
            </a:r>
            <a:r>
              <a:rPr lang="en-US" sz="2800" spc="-20" dirty="0">
                <a:solidFill>
                  <a:srgbClr val="00B050"/>
                </a:solidFill>
                <a:latin typeface="Calibri" panose="020F0502020204030204" pitchFamily="34" charset="0"/>
                <a:cs typeface="Franklin Gothic Book"/>
              </a:rPr>
              <a:t>n</a:t>
            </a:r>
            <a:r>
              <a:rPr lang="en-US" sz="2800" spc="-10" dirty="0">
                <a:solidFill>
                  <a:srgbClr val="00B050"/>
                </a:solidFill>
                <a:latin typeface="Calibri" panose="020F0502020204030204" pitchFamily="34" charset="0"/>
                <a:cs typeface="Franklin Gothic Book"/>
              </a:rPr>
              <a:t> </a:t>
            </a:r>
            <a:r>
              <a:rPr lang="en-US" sz="2800" spc="-20" dirty="0">
                <a:solidFill>
                  <a:srgbClr val="4D3A2F"/>
                </a:solidFill>
                <a:latin typeface="Calibri" panose="020F0502020204030204" pitchFamily="34" charset="0"/>
                <a:cs typeface="Franklin Gothic Book"/>
              </a:rPr>
              <a:t>a</a:t>
            </a:r>
            <a:r>
              <a:rPr lang="en-US" sz="2800" spc="-30" dirty="0">
                <a:solidFill>
                  <a:srgbClr val="4D3A2F"/>
                </a:solidFill>
                <a:latin typeface="Calibri" panose="020F0502020204030204" pitchFamily="34" charset="0"/>
                <a:cs typeface="Franklin Gothic Book"/>
              </a:rPr>
              <a:t>n</a:t>
            </a:r>
            <a:r>
              <a:rPr lang="en-US" sz="2800" spc="-15" dirty="0">
                <a:solidFill>
                  <a:srgbClr val="4D3A2F"/>
                </a:solidFill>
                <a:latin typeface="Calibri" panose="020F0502020204030204" pitchFamily="34" charset="0"/>
                <a:cs typeface="Franklin Gothic Book"/>
              </a:rPr>
              <a:t>d</a:t>
            </a:r>
            <a:r>
              <a:rPr lang="en-US" sz="2800" spc="-20" dirty="0">
                <a:solidFill>
                  <a:srgbClr val="4D3A2F"/>
                </a:solidFill>
                <a:latin typeface="Calibri" panose="020F0502020204030204" pitchFamily="34" charset="0"/>
                <a:cs typeface="Franklin Gothic Book"/>
              </a:rPr>
              <a:t> </a:t>
            </a:r>
            <a:r>
              <a:rPr lang="en-US" sz="2800" spc="-10" dirty="0">
                <a:solidFill>
                  <a:srgbClr val="00B050"/>
                </a:solidFill>
                <a:latin typeface="Calibri" panose="020F0502020204030204" pitchFamily="34" charset="0"/>
                <a:cs typeface="Franklin Gothic Book"/>
              </a:rPr>
              <a:t>l</a:t>
            </a:r>
            <a:r>
              <a:rPr lang="en-US" sz="2800" spc="-5" dirty="0">
                <a:solidFill>
                  <a:srgbClr val="00B050"/>
                </a:solidFill>
                <a:latin typeface="Calibri" panose="020F0502020204030204" pitchFamily="34" charset="0"/>
                <a:cs typeface="Franklin Gothic Book"/>
              </a:rPr>
              <a:t>i</a:t>
            </a:r>
            <a:r>
              <a:rPr lang="en-US" sz="2800" spc="-10" dirty="0">
                <a:solidFill>
                  <a:srgbClr val="00B050"/>
                </a:solidFill>
                <a:latin typeface="Calibri" panose="020F0502020204030204" pitchFamily="34" charset="0"/>
                <a:cs typeface="Franklin Gothic Book"/>
              </a:rPr>
              <a:t>s</a:t>
            </a:r>
            <a:r>
              <a:rPr lang="en-US" sz="2800" spc="-55" dirty="0">
                <a:solidFill>
                  <a:srgbClr val="00B050"/>
                </a:solidFill>
                <a:latin typeface="Calibri" panose="020F0502020204030204" pitchFamily="34" charset="0"/>
                <a:cs typeface="Franklin Gothic Book"/>
              </a:rPr>
              <a:t>t</a:t>
            </a:r>
            <a:r>
              <a:rPr lang="en-US" sz="2800" spc="-25" dirty="0">
                <a:solidFill>
                  <a:srgbClr val="00B050"/>
                </a:solidFill>
                <a:latin typeface="Calibri" panose="020F0502020204030204" pitchFamily="34" charset="0"/>
                <a:cs typeface="Franklin Gothic Book"/>
              </a:rPr>
              <a:t>e</a:t>
            </a:r>
            <a:r>
              <a:rPr lang="en-US" sz="2800" spc="-20" dirty="0">
                <a:solidFill>
                  <a:srgbClr val="00B050"/>
                </a:solidFill>
                <a:latin typeface="Calibri" panose="020F0502020204030204" pitchFamily="34" charset="0"/>
                <a:cs typeface="Franklin Gothic Book"/>
              </a:rPr>
              <a:t>n</a:t>
            </a:r>
            <a:endParaRPr lang="en-US" sz="2800" dirty="0">
              <a:solidFill>
                <a:srgbClr val="00B050"/>
              </a:solidFill>
              <a:latin typeface="Calibri" panose="020F0502020204030204" pitchFamily="34" charset="0"/>
              <a:cs typeface="Franklin Gothic Book"/>
            </a:endParaRPr>
          </a:p>
          <a:p>
            <a:pPr marL="12700" algn="ctr" fontAlgn="auto">
              <a:spcBef>
                <a:spcPts val="0"/>
              </a:spcBef>
              <a:spcAft>
                <a:spcPts val="0"/>
              </a:spcAft>
            </a:pPr>
            <a:r>
              <a:rPr lang="en-US" sz="2800" b="1" spc="-15" dirty="0">
                <a:solidFill>
                  <a:srgbClr val="4D3A2F"/>
                </a:solidFill>
                <a:latin typeface="Calibri" panose="020F0502020204030204" pitchFamily="34" charset="0"/>
                <a:cs typeface="Franklin Gothic Book"/>
              </a:rPr>
              <a:t>I</a:t>
            </a:r>
            <a:r>
              <a:rPr lang="en-US" sz="2800" b="1" spc="-10" dirty="0">
                <a:solidFill>
                  <a:srgbClr val="4D3A2F"/>
                </a:solidFill>
                <a:latin typeface="Calibri" panose="020F0502020204030204" pitchFamily="34" charset="0"/>
                <a:cs typeface="Franklin Gothic Book"/>
              </a:rPr>
              <a:t>f</a:t>
            </a:r>
            <a:r>
              <a:rPr lang="en-US" sz="2800" b="1" spc="-5" dirty="0">
                <a:solidFill>
                  <a:srgbClr val="4D3A2F"/>
                </a:solidFill>
                <a:latin typeface="Calibri" panose="020F0502020204030204" pitchFamily="34" charset="0"/>
                <a:cs typeface="Franklin Gothic Book"/>
              </a:rPr>
              <a:t> </a:t>
            </a:r>
            <a:r>
              <a:rPr lang="en-US" sz="2800" b="1" spc="-30" dirty="0">
                <a:solidFill>
                  <a:srgbClr val="4D3A2F"/>
                </a:solidFill>
                <a:latin typeface="Calibri" panose="020F0502020204030204" pitchFamily="34" charset="0"/>
                <a:cs typeface="Franklin Gothic Book"/>
              </a:rPr>
              <a:t>n</a:t>
            </a:r>
            <a:r>
              <a:rPr lang="en-US" sz="2800" b="1" spc="-40" dirty="0">
                <a:solidFill>
                  <a:srgbClr val="4D3A2F"/>
                </a:solidFill>
                <a:latin typeface="Calibri" panose="020F0502020204030204" pitchFamily="34" charset="0"/>
                <a:cs typeface="Franklin Gothic Book"/>
              </a:rPr>
              <a:t>o</a:t>
            </a:r>
            <a:r>
              <a:rPr lang="en-US" sz="2800" b="1" spc="-15" dirty="0">
                <a:solidFill>
                  <a:srgbClr val="4D3A2F"/>
                </a:solidFill>
                <a:latin typeface="Calibri" panose="020F0502020204030204" pitchFamily="34" charset="0"/>
                <a:cs typeface="Franklin Gothic Book"/>
              </a:rPr>
              <a:t>t</a:t>
            </a:r>
            <a:r>
              <a:rPr lang="en-US" sz="2800" spc="-10" dirty="0">
                <a:solidFill>
                  <a:srgbClr val="4D3A2F"/>
                </a:solidFill>
                <a:latin typeface="Calibri" panose="020F0502020204030204" pitchFamily="34" charset="0"/>
                <a:cs typeface="Franklin Gothic Book"/>
              </a:rPr>
              <a:t>, </a:t>
            </a:r>
            <a:r>
              <a:rPr lang="en-US" sz="2800" spc="-5" dirty="0">
                <a:solidFill>
                  <a:srgbClr val="4D3A2F"/>
                </a:solidFill>
                <a:latin typeface="Calibri" panose="020F0502020204030204" pitchFamily="34" charset="0"/>
                <a:cs typeface="Franklin Gothic Book"/>
              </a:rPr>
              <a:t>you</a:t>
            </a:r>
            <a:r>
              <a:rPr lang="en-US" sz="2800" spc="-10" dirty="0">
                <a:solidFill>
                  <a:srgbClr val="4D3A2F"/>
                </a:solidFill>
                <a:latin typeface="Calibri" panose="020F0502020204030204" pitchFamily="34" charset="0"/>
                <a:cs typeface="Franklin Gothic Book"/>
              </a:rPr>
              <a:t> </a:t>
            </a:r>
            <a:r>
              <a:rPr lang="en-US" sz="2800" spc="-20" dirty="0">
                <a:solidFill>
                  <a:srgbClr val="4D3A2F"/>
                </a:solidFill>
                <a:latin typeface="Calibri" panose="020F0502020204030204" pitchFamily="34" charset="0"/>
                <a:cs typeface="Franklin Gothic Book"/>
              </a:rPr>
              <a:t>ar</a:t>
            </a:r>
            <a:r>
              <a:rPr lang="en-US" sz="2800" spc="-15" dirty="0">
                <a:solidFill>
                  <a:srgbClr val="4D3A2F"/>
                </a:solidFill>
                <a:latin typeface="Calibri" panose="020F0502020204030204" pitchFamily="34" charset="0"/>
                <a:cs typeface="Franklin Gothic Book"/>
              </a:rPr>
              <a:t>e</a:t>
            </a:r>
            <a:r>
              <a:rPr lang="en-US" sz="2800" spc="-10" dirty="0">
                <a:solidFill>
                  <a:srgbClr val="4D3A2F"/>
                </a:solidFill>
                <a:latin typeface="Calibri" panose="020F0502020204030204" pitchFamily="34" charset="0"/>
                <a:cs typeface="Franklin Gothic Book"/>
              </a:rPr>
              <a:t> </a:t>
            </a:r>
            <a:r>
              <a:rPr lang="en-US" sz="2800" spc="-20" dirty="0">
                <a:solidFill>
                  <a:srgbClr val="4D3A2F"/>
                </a:solidFill>
                <a:latin typeface="Calibri" panose="020F0502020204030204" pitchFamily="34" charset="0"/>
                <a:cs typeface="Franklin Gothic Book"/>
              </a:rPr>
              <a:t>a</a:t>
            </a:r>
            <a:r>
              <a:rPr lang="en-US" sz="2800" spc="-10" dirty="0">
                <a:solidFill>
                  <a:srgbClr val="4D3A2F"/>
                </a:solidFill>
                <a:latin typeface="Calibri" panose="020F0502020204030204" pitchFamily="34" charset="0"/>
                <a:cs typeface="Franklin Gothic Book"/>
              </a:rPr>
              <a:t>t</a:t>
            </a:r>
            <a:r>
              <a:rPr lang="en-US" sz="2800" dirty="0">
                <a:solidFill>
                  <a:srgbClr val="4D3A2F"/>
                </a:solidFill>
                <a:latin typeface="Calibri" panose="020F0502020204030204" pitchFamily="34" charset="0"/>
                <a:cs typeface="Franklin Gothic Book"/>
              </a:rPr>
              <a:t> </a:t>
            </a:r>
            <a:r>
              <a:rPr lang="en-US" sz="2800" spc="-20" dirty="0">
                <a:solidFill>
                  <a:srgbClr val="4D3A2F"/>
                </a:solidFill>
                <a:latin typeface="Calibri" panose="020F0502020204030204" pitchFamily="34" charset="0"/>
                <a:cs typeface="Franklin Gothic Book"/>
              </a:rPr>
              <a:t>le</a:t>
            </a:r>
            <a:r>
              <a:rPr lang="en-US" sz="2800" spc="-25" dirty="0">
                <a:solidFill>
                  <a:srgbClr val="4D3A2F"/>
                </a:solidFill>
                <a:latin typeface="Calibri" panose="020F0502020204030204" pitchFamily="34" charset="0"/>
                <a:cs typeface="Franklin Gothic Book"/>
              </a:rPr>
              <a:t>a</a:t>
            </a:r>
            <a:r>
              <a:rPr lang="en-US" sz="2800" spc="-20" dirty="0">
                <a:solidFill>
                  <a:srgbClr val="4D3A2F"/>
                </a:solidFill>
                <a:latin typeface="Calibri" panose="020F0502020204030204" pitchFamily="34" charset="0"/>
                <a:cs typeface="Franklin Gothic Book"/>
              </a:rPr>
              <a:t>s</a:t>
            </a:r>
            <a:r>
              <a:rPr lang="en-US" sz="2800" spc="-10" dirty="0">
                <a:solidFill>
                  <a:srgbClr val="4D3A2F"/>
                </a:solidFill>
                <a:latin typeface="Calibri" panose="020F0502020204030204" pitchFamily="34" charset="0"/>
                <a:cs typeface="Franklin Gothic Book"/>
              </a:rPr>
              <a:t>t</a:t>
            </a:r>
            <a:r>
              <a:rPr lang="en-US" sz="2800" dirty="0">
                <a:solidFill>
                  <a:srgbClr val="4D3A2F"/>
                </a:solidFill>
                <a:latin typeface="Calibri" panose="020F0502020204030204" pitchFamily="34" charset="0"/>
                <a:cs typeface="Franklin Gothic Book"/>
              </a:rPr>
              <a:t> partially </a:t>
            </a:r>
            <a:r>
              <a:rPr lang="en-US" sz="2800" spc="-30" dirty="0">
                <a:solidFill>
                  <a:srgbClr val="4D3A2F"/>
                </a:solidFill>
                <a:latin typeface="Calibri" panose="020F0502020204030204" pitchFamily="34" charset="0"/>
                <a:cs typeface="Franklin Gothic Book"/>
              </a:rPr>
              <a:t>m</a:t>
            </a:r>
            <a:r>
              <a:rPr lang="en-US" sz="2800" spc="-25" dirty="0">
                <a:solidFill>
                  <a:srgbClr val="4D3A2F"/>
                </a:solidFill>
                <a:latin typeface="Calibri" panose="020F0502020204030204" pitchFamily="34" charset="0"/>
                <a:cs typeface="Franklin Gothic Book"/>
              </a:rPr>
              <a:t>en</a:t>
            </a:r>
            <a:r>
              <a:rPr lang="en-US" sz="2800" spc="-5" dirty="0">
                <a:solidFill>
                  <a:srgbClr val="4D3A2F"/>
                </a:solidFill>
                <a:latin typeface="Calibri" panose="020F0502020204030204" pitchFamily="34" charset="0"/>
                <a:cs typeface="Franklin Gothic Book"/>
              </a:rPr>
              <a:t>t</a:t>
            </a:r>
            <a:r>
              <a:rPr lang="en-US" sz="2800" spc="-30" dirty="0">
                <a:solidFill>
                  <a:srgbClr val="4D3A2F"/>
                </a:solidFill>
                <a:latin typeface="Calibri" panose="020F0502020204030204" pitchFamily="34" charset="0"/>
                <a:cs typeface="Franklin Gothic Book"/>
              </a:rPr>
              <a:t>a</a:t>
            </a:r>
            <a:r>
              <a:rPr lang="en-US" sz="2800" spc="-10" dirty="0">
                <a:solidFill>
                  <a:srgbClr val="4D3A2F"/>
                </a:solidFill>
                <a:latin typeface="Calibri" panose="020F0502020204030204" pitchFamily="34" charset="0"/>
                <a:cs typeface="Franklin Gothic Book"/>
              </a:rPr>
              <a:t>ll</a:t>
            </a:r>
            <a:r>
              <a:rPr lang="en-US" sz="2800" dirty="0">
                <a:solidFill>
                  <a:srgbClr val="4D3A2F"/>
                </a:solidFill>
                <a:latin typeface="Calibri" panose="020F0502020204030204" pitchFamily="34" charset="0"/>
                <a:cs typeface="Franklin Gothic Book"/>
              </a:rPr>
              <a:t>y</a:t>
            </a:r>
            <a:r>
              <a:rPr lang="en-US" sz="2800" spc="-5" dirty="0">
                <a:solidFill>
                  <a:srgbClr val="4D3A2F"/>
                </a:solidFill>
                <a:latin typeface="Calibri" panose="020F0502020204030204" pitchFamily="34" charset="0"/>
                <a:cs typeface="Franklin Gothic Book"/>
              </a:rPr>
              <a:t> </a:t>
            </a:r>
            <a:r>
              <a:rPr lang="en-US" sz="2800" spc="-10" dirty="0">
                <a:solidFill>
                  <a:srgbClr val="4D3A2F"/>
                </a:solidFill>
                <a:latin typeface="Calibri" panose="020F0502020204030204" pitchFamily="34" charset="0"/>
                <a:cs typeface="Franklin Gothic Book"/>
              </a:rPr>
              <a:t>g</a:t>
            </a:r>
            <a:r>
              <a:rPr lang="en-US" sz="2800" spc="-20" dirty="0">
                <a:solidFill>
                  <a:srgbClr val="4D3A2F"/>
                </a:solidFill>
                <a:latin typeface="Calibri" panose="020F0502020204030204" pitchFamily="34" charset="0"/>
                <a:cs typeface="Franklin Gothic Book"/>
              </a:rPr>
              <a:t>o</a:t>
            </a:r>
            <a:r>
              <a:rPr lang="en-US" sz="2800" spc="-25" dirty="0">
                <a:solidFill>
                  <a:srgbClr val="4D3A2F"/>
                </a:solidFill>
                <a:latin typeface="Calibri" panose="020F0502020204030204" pitchFamily="34" charset="0"/>
                <a:cs typeface="Franklin Gothic Book"/>
              </a:rPr>
              <a:t>ne</a:t>
            </a:r>
            <a:r>
              <a:rPr lang="en-US" sz="2800" dirty="0">
                <a:solidFill>
                  <a:srgbClr val="4D3A2F"/>
                </a:solidFill>
                <a:latin typeface="Calibri" panose="020F0502020204030204" pitchFamily="34" charset="0"/>
                <a:cs typeface="Franklin Gothic Book"/>
              </a:rPr>
              <a:t>.</a:t>
            </a:r>
            <a:endParaRPr lang="en-US" sz="2800" dirty="0">
              <a:solidFill>
                <a:prstClr val="black"/>
              </a:solidFill>
              <a:latin typeface="Calibri" panose="020F0502020204030204" pitchFamily="34" charset="0"/>
              <a:cs typeface="Franklin Gothic Book"/>
            </a:endParaRPr>
          </a:p>
        </p:txBody>
      </p:sp>
      <p:sp>
        <p:nvSpPr>
          <p:cNvPr id="6" name="object 6"/>
          <p:cNvSpPr/>
          <p:nvPr/>
        </p:nvSpPr>
        <p:spPr>
          <a:xfrm>
            <a:off x="96519" y="6183629"/>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7" name="object 7"/>
          <p:cNvSpPr/>
          <p:nvPr/>
        </p:nvSpPr>
        <p:spPr>
          <a:xfrm>
            <a:off x="581659" y="6708140"/>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8"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a:p>
        </p:txBody>
      </p:sp>
      <p:sp>
        <p:nvSpPr>
          <p:cNvPr id="10" name="Slide Number Placeholder 9">
            <a:extLst>
              <a:ext uri="{FF2B5EF4-FFF2-40B4-BE49-F238E27FC236}">
                <a16:creationId xmlns:a16="http://schemas.microsoft.com/office/drawing/2014/main" id="{B3F6EB5D-7DC3-4E4A-BBFF-1AE414D2D154}"/>
              </a:ext>
            </a:extLst>
          </p:cNvPr>
          <p:cNvSpPr>
            <a:spLocks noGrp="1"/>
          </p:cNvSpPr>
          <p:nvPr>
            <p:ph type="sldNum" sz="quarter" idx="12"/>
          </p:nvPr>
        </p:nvSpPr>
        <p:spPr/>
        <p:txBody>
          <a:bodyPr/>
          <a:lstStyle/>
          <a:p>
            <a:fld id="{E31375A4-56A4-47D6-9801-1991572033F7}" type="slidenum">
              <a:rPr lang="en-US" smtClean="0">
                <a:solidFill>
                  <a:prstClr val="black"/>
                </a:solidFill>
              </a:rPr>
              <a:pPr/>
              <a:t>34</a:t>
            </a:fld>
            <a:endParaRPr lang="en-US">
              <a:solidFill>
                <a:prstClr val="black"/>
              </a:solidFill>
            </a:endParaRPr>
          </a:p>
        </p:txBody>
      </p:sp>
      <p:sp>
        <p:nvSpPr>
          <p:cNvPr id="4" name="Date Placeholder 3">
            <a:extLst>
              <a:ext uri="{FF2B5EF4-FFF2-40B4-BE49-F238E27FC236}">
                <a16:creationId xmlns:a16="http://schemas.microsoft.com/office/drawing/2014/main" id="{1A0C877C-4A06-D1DB-428F-44BB32DEEDD1}"/>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3215056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71550" y="569894"/>
            <a:ext cx="7200900" cy="954106"/>
          </a:xfrm>
          <a:prstGeom prst="rect">
            <a:avLst/>
          </a:prstGeom>
        </p:spPr>
        <p:txBody>
          <a:bodyPr vert="horz" wrap="square" lIns="0" tIns="274319" rIns="0" bIns="0" rtlCol="0">
            <a:spAutoFit/>
          </a:bodyPr>
          <a:lstStyle/>
          <a:p>
            <a:pPr marL="12700" algn="ctr">
              <a:lnSpc>
                <a:spcPct val="100000"/>
              </a:lnSpc>
            </a:pPr>
            <a:r>
              <a:rPr sz="4400" spc="-10" dirty="0">
                <a:latin typeface="Calibri" panose="020F0502020204030204" pitchFamily="34" charset="0"/>
              </a:rPr>
              <a:t>S</a:t>
            </a:r>
            <a:r>
              <a:rPr sz="4400" spc="-25" dirty="0">
                <a:latin typeface="Calibri" panose="020F0502020204030204" pitchFamily="34" charset="0"/>
              </a:rPr>
              <a:t>E</a:t>
            </a:r>
            <a:r>
              <a:rPr sz="4400" spc="-20" dirty="0">
                <a:latin typeface="Calibri" panose="020F0502020204030204" pitchFamily="34" charset="0"/>
              </a:rPr>
              <a:t>L</a:t>
            </a:r>
            <a:r>
              <a:rPr sz="4400" spc="-25" dirty="0">
                <a:latin typeface="Calibri" panose="020F0502020204030204" pitchFamily="34" charset="0"/>
              </a:rPr>
              <a:t>EC</a:t>
            </a:r>
            <a:r>
              <a:rPr sz="4400" spc="-20" dirty="0">
                <a:latin typeface="Calibri" panose="020F0502020204030204" pitchFamily="34" charset="0"/>
              </a:rPr>
              <a:t>TI</a:t>
            </a:r>
            <a:r>
              <a:rPr sz="4400" spc="-30" dirty="0">
                <a:latin typeface="Calibri" panose="020F0502020204030204" pitchFamily="34" charset="0"/>
              </a:rPr>
              <a:t>V</a:t>
            </a:r>
            <a:r>
              <a:rPr sz="4400" spc="-20" dirty="0">
                <a:latin typeface="Calibri" panose="020F0502020204030204" pitchFamily="34" charset="0"/>
              </a:rPr>
              <a:t>E</a:t>
            </a:r>
            <a:r>
              <a:rPr sz="4400" spc="5" dirty="0">
                <a:latin typeface="Calibri" panose="020F0502020204030204" pitchFamily="34" charset="0"/>
              </a:rPr>
              <a:t> </a:t>
            </a:r>
            <a:r>
              <a:rPr sz="4400" spc="-25" dirty="0">
                <a:latin typeface="Calibri" panose="020F0502020204030204" pitchFamily="34" charset="0"/>
              </a:rPr>
              <a:t>INTER</a:t>
            </a:r>
            <a:r>
              <a:rPr sz="4400" spc="-30" dirty="0">
                <a:latin typeface="Calibri" panose="020F0502020204030204" pitchFamily="34" charset="0"/>
              </a:rPr>
              <a:t>PRE</a:t>
            </a:r>
            <a:r>
              <a:rPr sz="4400" spc="-190" dirty="0">
                <a:latin typeface="Calibri" panose="020F0502020204030204" pitchFamily="34" charset="0"/>
              </a:rPr>
              <a:t>T</a:t>
            </a:r>
            <a:r>
              <a:rPr sz="4400" spc="-195" dirty="0">
                <a:latin typeface="Calibri" panose="020F0502020204030204" pitchFamily="34" charset="0"/>
              </a:rPr>
              <a:t>A</a:t>
            </a:r>
            <a:r>
              <a:rPr sz="4400" spc="-25" dirty="0">
                <a:latin typeface="Calibri" panose="020F0502020204030204" pitchFamily="34" charset="0"/>
              </a:rPr>
              <a:t>TION</a:t>
            </a:r>
            <a:endParaRPr sz="4400" dirty="0">
              <a:latin typeface="Calibri" panose="020F0502020204030204" pitchFamily="34" charset="0"/>
            </a:endParaRPr>
          </a:p>
        </p:txBody>
      </p:sp>
      <p:sp>
        <p:nvSpPr>
          <p:cNvPr id="4" name="object 4"/>
          <p:cNvSpPr txBox="1">
            <a:spLocks noGrp="1"/>
          </p:cNvSpPr>
          <p:nvPr>
            <p:ph idx="1"/>
          </p:nvPr>
        </p:nvSpPr>
        <p:spPr>
          <a:xfrm>
            <a:off x="971550" y="1828800"/>
            <a:ext cx="7200900" cy="3159839"/>
          </a:xfrm>
          <a:prstGeom prst="rect">
            <a:avLst/>
          </a:prstGeom>
        </p:spPr>
        <p:txBody>
          <a:bodyPr vert="horz" wrap="square" lIns="0" tIns="45720" rIns="0" bIns="0" rtlCol="0">
            <a:spAutoFit/>
          </a:bodyPr>
          <a:lstStyle/>
          <a:p>
            <a:pPr marL="300990">
              <a:lnSpc>
                <a:spcPct val="100000"/>
              </a:lnSpc>
            </a:pPr>
            <a:r>
              <a:rPr sz="2400" spc="-30" dirty="0">
                <a:latin typeface="Calibri" panose="020F0502020204030204" pitchFamily="34" charset="0"/>
              </a:rPr>
              <a:t>G</a:t>
            </a:r>
            <a:r>
              <a:rPr sz="2400" spc="-20" dirty="0">
                <a:latin typeface="Calibri" panose="020F0502020204030204" pitchFamily="34" charset="0"/>
              </a:rPr>
              <a:t>ender</a:t>
            </a:r>
            <a:r>
              <a:rPr sz="2400" dirty="0">
                <a:latin typeface="Calibri" panose="020F0502020204030204" pitchFamily="34" charset="0"/>
              </a:rPr>
              <a:t> </a:t>
            </a:r>
            <a:r>
              <a:rPr sz="2400" spc="-20" dirty="0">
                <a:latin typeface="Calibri" panose="020F0502020204030204" pitchFamily="34" charset="0"/>
              </a:rPr>
              <a:t>P</a:t>
            </a:r>
            <a:r>
              <a:rPr sz="2400" spc="-25" dirty="0">
                <a:latin typeface="Calibri" panose="020F0502020204030204" pitchFamily="34" charset="0"/>
              </a:rPr>
              <a:t>a</a:t>
            </a:r>
            <a:r>
              <a:rPr sz="2400" spc="-10" dirty="0">
                <a:latin typeface="Calibri" panose="020F0502020204030204" pitchFamily="34" charset="0"/>
              </a:rPr>
              <a:t>t</a:t>
            </a:r>
            <a:r>
              <a:rPr sz="2400" spc="-80" dirty="0">
                <a:latin typeface="Calibri" panose="020F0502020204030204" pitchFamily="34" charset="0"/>
              </a:rPr>
              <a:t>t</a:t>
            </a:r>
            <a:r>
              <a:rPr sz="2400" spc="-15" dirty="0">
                <a:latin typeface="Calibri" panose="020F0502020204030204" pitchFamily="34" charset="0"/>
              </a:rPr>
              <a:t>erns</a:t>
            </a:r>
            <a:endParaRPr sz="2400" dirty="0">
              <a:latin typeface="Calibri" panose="020F0502020204030204" pitchFamily="34" charset="0"/>
              <a:cs typeface="Times New Roman"/>
            </a:endParaRPr>
          </a:p>
          <a:p>
            <a:pPr marL="300990">
              <a:lnSpc>
                <a:spcPct val="100000"/>
              </a:lnSpc>
            </a:pPr>
            <a:r>
              <a:rPr sz="2400" spc="-30" dirty="0">
                <a:latin typeface="Calibri" panose="020F0502020204030204" pitchFamily="34" charset="0"/>
              </a:rPr>
              <a:t>G</a:t>
            </a:r>
            <a:r>
              <a:rPr sz="2400" spc="-20" dirty="0">
                <a:latin typeface="Calibri" panose="020F0502020204030204" pitchFamily="34" charset="0"/>
              </a:rPr>
              <a:t>ener</a:t>
            </a:r>
            <a:r>
              <a:rPr sz="2400" spc="-25" dirty="0">
                <a:latin typeface="Calibri" panose="020F0502020204030204" pitchFamily="34" charset="0"/>
              </a:rPr>
              <a:t>a</a:t>
            </a:r>
            <a:r>
              <a:rPr sz="2400" spc="-20" dirty="0">
                <a:latin typeface="Calibri" panose="020F0502020204030204" pitchFamily="34" charset="0"/>
              </a:rPr>
              <a:t>t</a:t>
            </a:r>
            <a:r>
              <a:rPr sz="2400" spc="-5" dirty="0">
                <a:latin typeface="Calibri" panose="020F0502020204030204" pitchFamily="34" charset="0"/>
              </a:rPr>
              <a:t>i</a:t>
            </a:r>
            <a:r>
              <a:rPr sz="2400" spc="-20" dirty="0">
                <a:latin typeface="Calibri" panose="020F0502020204030204" pitchFamily="34" charset="0"/>
              </a:rPr>
              <a:t>on</a:t>
            </a:r>
            <a:r>
              <a:rPr sz="2400" spc="-25" dirty="0">
                <a:latin typeface="Calibri" panose="020F0502020204030204" pitchFamily="34" charset="0"/>
              </a:rPr>
              <a:t>a</a:t>
            </a:r>
            <a:r>
              <a:rPr sz="2400" spc="-10" dirty="0">
                <a:latin typeface="Calibri" panose="020F0502020204030204" pitchFamily="34" charset="0"/>
              </a:rPr>
              <a:t>l</a:t>
            </a:r>
            <a:r>
              <a:rPr sz="2400" dirty="0">
                <a:latin typeface="Calibri" panose="020F0502020204030204" pitchFamily="34" charset="0"/>
              </a:rPr>
              <a:t> </a:t>
            </a:r>
            <a:r>
              <a:rPr sz="2400" spc="-20" dirty="0">
                <a:latin typeface="Calibri" panose="020F0502020204030204" pitchFamily="34" charset="0"/>
              </a:rPr>
              <a:t>Pat</a:t>
            </a:r>
            <a:r>
              <a:rPr sz="2400" spc="-80" dirty="0">
                <a:latin typeface="Calibri" panose="020F0502020204030204" pitchFamily="34" charset="0"/>
              </a:rPr>
              <a:t>t</a:t>
            </a:r>
            <a:r>
              <a:rPr sz="2400" spc="-15" dirty="0">
                <a:latin typeface="Calibri" panose="020F0502020204030204" pitchFamily="34" charset="0"/>
              </a:rPr>
              <a:t>erns</a:t>
            </a:r>
            <a:endParaRPr sz="2400" dirty="0">
              <a:latin typeface="Calibri" panose="020F0502020204030204" pitchFamily="34" charset="0"/>
              <a:cs typeface="Times New Roman"/>
            </a:endParaRPr>
          </a:p>
          <a:p>
            <a:pPr marL="300990">
              <a:lnSpc>
                <a:spcPct val="100000"/>
              </a:lnSpc>
            </a:pPr>
            <a:r>
              <a:rPr sz="2400" spc="-30" dirty="0">
                <a:latin typeface="Calibri" panose="020F0502020204030204" pitchFamily="34" charset="0"/>
              </a:rPr>
              <a:t>G</a:t>
            </a:r>
            <a:r>
              <a:rPr sz="2400" spc="-20" dirty="0">
                <a:latin typeface="Calibri" panose="020F0502020204030204" pitchFamily="34" charset="0"/>
              </a:rPr>
              <a:t>eo</a:t>
            </a:r>
            <a:r>
              <a:rPr sz="2400" spc="-25" dirty="0">
                <a:latin typeface="Calibri" panose="020F0502020204030204" pitchFamily="34" charset="0"/>
              </a:rPr>
              <a:t>g</a:t>
            </a:r>
            <a:r>
              <a:rPr sz="2400" spc="-15" dirty="0">
                <a:latin typeface="Calibri" panose="020F0502020204030204" pitchFamily="34" charset="0"/>
              </a:rPr>
              <a:t>r</a:t>
            </a:r>
            <a:r>
              <a:rPr sz="2400" spc="-25" dirty="0">
                <a:latin typeface="Calibri" panose="020F0502020204030204" pitchFamily="34" charset="0"/>
              </a:rPr>
              <a:t>a</a:t>
            </a:r>
            <a:r>
              <a:rPr sz="2400" spc="-15" dirty="0">
                <a:latin typeface="Calibri" panose="020F0502020204030204" pitchFamily="34" charset="0"/>
              </a:rPr>
              <a:t>p</a:t>
            </a:r>
            <a:r>
              <a:rPr sz="2400" spc="-10" dirty="0">
                <a:latin typeface="Calibri" panose="020F0502020204030204" pitchFamily="34" charset="0"/>
              </a:rPr>
              <a:t>h</a:t>
            </a:r>
            <a:r>
              <a:rPr sz="2400" spc="-5" dirty="0">
                <a:latin typeface="Calibri" panose="020F0502020204030204" pitchFamily="34" charset="0"/>
              </a:rPr>
              <a:t>i</a:t>
            </a:r>
            <a:r>
              <a:rPr sz="2400" spc="-15" dirty="0">
                <a:latin typeface="Calibri" panose="020F0502020204030204" pitchFamily="34" charset="0"/>
              </a:rPr>
              <a:t>c</a:t>
            </a:r>
            <a:r>
              <a:rPr sz="2400" dirty="0">
                <a:latin typeface="Calibri" panose="020F0502020204030204" pitchFamily="34" charset="0"/>
              </a:rPr>
              <a:t> </a:t>
            </a:r>
            <a:r>
              <a:rPr sz="2400" spc="-20" dirty="0">
                <a:latin typeface="Calibri" panose="020F0502020204030204" pitchFamily="34" charset="0"/>
              </a:rPr>
              <a:t>P</a:t>
            </a:r>
            <a:r>
              <a:rPr sz="2400" spc="-25" dirty="0">
                <a:latin typeface="Calibri" panose="020F0502020204030204" pitchFamily="34" charset="0"/>
              </a:rPr>
              <a:t>a</a:t>
            </a:r>
            <a:r>
              <a:rPr sz="2400" spc="-10" dirty="0">
                <a:latin typeface="Calibri" panose="020F0502020204030204" pitchFamily="34" charset="0"/>
              </a:rPr>
              <a:t>t</a:t>
            </a:r>
            <a:r>
              <a:rPr sz="2400" spc="-80" dirty="0">
                <a:latin typeface="Calibri" panose="020F0502020204030204" pitchFamily="34" charset="0"/>
              </a:rPr>
              <a:t>t</a:t>
            </a:r>
            <a:r>
              <a:rPr sz="2400" spc="-15" dirty="0">
                <a:latin typeface="Calibri" panose="020F0502020204030204" pitchFamily="34" charset="0"/>
              </a:rPr>
              <a:t>erns</a:t>
            </a:r>
            <a:endParaRPr sz="2400" dirty="0">
              <a:latin typeface="Calibri" panose="020F0502020204030204" pitchFamily="34" charset="0"/>
              <a:cs typeface="Times New Roman"/>
            </a:endParaRPr>
          </a:p>
          <a:p>
            <a:pPr marL="300990">
              <a:lnSpc>
                <a:spcPct val="100000"/>
              </a:lnSpc>
            </a:pPr>
            <a:r>
              <a:rPr sz="2400" dirty="0">
                <a:latin typeface="Calibri" panose="020F0502020204030204" pitchFamily="34" charset="0"/>
              </a:rPr>
              <a:t>C</a:t>
            </a:r>
            <a:r>
              <a:rPr sz="2400" spc="-20" dirty="0">
                <a:latin typeface="Calibri" panose="020F0502020204030204" pitchFamily="34" charset="0"/>
              </a:rPr>
              <a:t>ult</a:t>
            </a:r>
            <a:r>
              <a:rPr sz="2400" spc="-15" dirty="0">
                <a:latin typeface="Calibri" panose="020F0502020204030204" pitchFamily="34" charset="0"/>
              </a:rPr>
              <a:t>ur</a:t>
            </a:r>
            <a:r>
              <a:rPr sz="2400" spc="-25" dirty="0">
                <a:latin typeface="Calibri" panose="020F0502020204030204" pitchFamily="34" charset="0"/>
              </a:rPr>
              <a:t>a</a:t>
            </a:r>
            <a:r>
              <a:rPr sz="2400" spc="-10" dirty="0">
                <a:latin typeface="Calibri" panose="020F0502020204030204" pitchFamily="34" charset="0"/>
              </a:rPr>
              <a:t>l</a:t>
            </a:r>
            <a:r>
              <a:rPr sz="2400" dirty="0">
                <a:latin typeface="Calibri" panose="020F0502020204030204" pitchFamily="34" charset="0"/>
              </a:rPr>
              <a:t> </a:t>
            </a:r>
            <a:r>
              <a:rPr sz="2400" spc="-20" dirty="0">
                <a:latin typeface="Calibri" panose="020F0502020204030204" pitchFamily="34" charset="0"/>
              </a:rPr>
              <a:t>Pat</a:t>
            </a:r>
            <a:r>
              <a:rPr sz="2400" spc="-80" dirty="0">
                <a:latin typeface="Calibri" panose="020F0502020204030204" pitchFamily="34" charset="0"/>
              </a:rPr>
              <a:t>t</a:t>
            </a:r>
            <a:r>
              <a:rPr sz="2400" spc="-15" dirty="0">
                <a:latin typeface="Calibri" panose="020F0502020204030204" pitchFamily="34" charset="0"/>
              </a:rPr>
              <a:t>erns</a:t>
            </a:r>
            <a:endParaRPr sz="2400" dirty="0">
              <a:latin typeface="Calibri" panose="020F0502020204030204" pitchFamily="34" charset="0"/>
              <a:cs typeface="Times New Roman"/>
            </a:endParaRPr>
          </a:p>
          <a:p>
            <a:pPr marL="300990">
              <a:lnSpc>
                <a:spcPct val="100000"/>
              </a:lnSpc>
            </a:pPr>
            <a:r>
              <a:rPr sz="2400" spc="-25" dirty="0">
                <a:latin typeface="Calibri" panose="020F0502020204030204" pitchFamily="34" charset="0"/>
              </a:rPr>
              <a:t>E</a:t>
            </a:r>
            <a:r>
              <a:rPr sz="2400" spc="-20" dirty="0">
                <a:latin typeface="Calibri" panose="020F0502020204030204" pitchFamily="34" charset="0"/>
              </a:rPr>
              <a:t>du</a:t>
            </a:r>
            <a:r>
              <a:rPr sz="2400" spc="-30" dirty="0">
                <a:latin typeface="Calibri" panose="020F0502020204030204" pitchFamily="34" charset="0"/>
              </a:rPr>
              <a:t>c</a:t>
            </a:r>
            <a:r>
              <a:rPr sz="2400" spc="-20" dirty="0">
                <a:latin typeface="Calibri" panose="020F0502020204030204" pitchFamily="34" charset="0"/>
              </a:rPr>
              <a:t>at</a:t>
            </a:r>
            <a:r>
              <a:rPr sz="2400" spc="-5" dirty="0">
                <a:latin typeface="Calibri" panose="020F0502020204030204" pitchFamily="34" charset="0"/>
              </a:rPr>
              <a:t>i</a:t>
            </a:r>
            <a:r>
              <a:rPr sz="2400" spc="-20" dirty="0">
                <a:latin typeface="Calibri" panose="020F0502020204030204" pitchFamily="34" charset="0"/>
              </a:rPr>
              <a:t>on</a:t>
            </a:r>
            <a:r>
              <a:rPr sz="2400" spc="-25" dirty="0">
                <a:latin typeface="Calibri" panose="020F0502020204030204" pitchFamily="34" charset="0"/>
              </a:rPr>
              <a:t>a</a:t>
            </a:r>
            <a:r>
              <a:rPr sz="2400" spc="-10" dirty="0">
                <a:latin typeface="Calibri" panose="020F0502020204030204" pitchFamily="34" charset="0"/>
              </a:rPr>
              <a:t>l</a:t>
            </a:r>
            <a:r>
              <a:rPr sz="2400" dirty="0">
                <a:latin typeface="Calibri" panose="020F0502020204030204" pitchFamily="34" charset="0"/>
              </a:rPr>
              <a:t> </a:t>
            </a:r>
            <a:r>
              <a:rPr sz="2400" spc="-20" dirty="0">
                <a:latin typeface="Calibri" panose="020F0502020204030204" pitchFamily="34" charset="0"/>
              </a:rPr>
              <a:t>Pat</a:t>
            </a:r>
            <a:r>
              <a:rPr sz="2400" spc="-80" dirty="0">
                <a:latin typeface="Calibri" panose="020F0502020204030204" pitchFamily="34" charset="0"/>
              </a:rPr>
              <a:t>t</a:t>
            </a:r>
            <a:r>
              <a:rPr sz="2400" spc="-15" dirty="0">
                <a:latin typeface="Calibri" panose="020F0502020204030204" pitchFamily="34" charset="0"/>
              </a:rPr>
              <a:t>erns</a:t>
            </a:r>
            <a:endParaRPr sz="2400" dirty="0">
              <a:latin typeface="Calibri" panose="020F0502020204030204" pitchFamily="34" charset="0"/>
              <a:cs typeface="Times New Roman"/>
            </a:endParaRPr>
          </a:p>
          <a:p>
            <a:pPr marL="300990">
              <a:lnSpc>
                <a:spcPct val="100000"/>
              </a:lnSpc>
            </a:pPr>
            <a:r>
              <a:rPr sz="2400" spc="-35" dirty="0">
                <a:latin typeface="Calibri" panose="020F0502020204030204" pitchFamily="34" charset="0"/>
              </a:rPr>
              <a:t>O</a:t>
            </a:r>
            <a:r>
              <a:rPr sz="2400" spc="-20" dirty="0">
                <a:latin typeface="Calibri" panose="020F0502020204030204" pitchFamily="34" charset="0"/>
              </a:rPr>
              <a:t>ccu</a:t>
            </a:r>
            <a:r>
              <a:rPr sz="2400" spc="-25" dirty="0">
                <a:latin typeface="Calibri" panose="020F0502020204030204" pitchFamily="34" charset="0"/>
              </a:rPr>
              <a:t>p</a:t>
            </a:r>
            <a:r>
              <a:rPr sz="2400" spc="-20" dirty="0">
                <a:latin typeface="Calibri" panose="020F0502020204030204" pitchFamily="34" charset="0"/>
              </a:rPr>
              <a:t>at</a:t>
            </a:r>
            <a:r>
              <a:rPr sz="2400" spc="-5" dirty="0">
                <a:latin typeface="Calibri" panose="020F0502020204030204" pitchFamily="34" charset="0"/>
              </a:rPr>
              <a:t>i</a:t>
            </a:r>
            <a:r>
              <a:rPr sz="2400" spc="-20" dirty="0">
                <a:latin typeface="Calibri" panose="020F0502020204030204" pitchFamily="34" charset="0"/>
              </a:rPr>
              <a:t>on</a:t>
            </a:r>
            <a:r>
              <a:rPr sz="2400" spc="-25" dirty="0">
                <a:latin typeface="Calibri" panose="020F0502020204030204" pitchFamily="34" charset="0"/>
              </a:rPr>
              <a:t>a</a:t>
            </a:r>
            <a:r>
              <a:rPr sz="2400" spc="-10" dirty="0">
                <a:latin typeface="Calibri" panose="020F0502020204030204" pitchFamily="34" charset="0"/>
              </a:rPr>
              <a:t>l</a:t>
            </a:r>
            <a:r>
              <a:rPr sz="2400" dirty="0">
                <a:latin typeface="Calibri" panose="020F0502020204030204" pitchFamily="34" charset="0"/>
              </a:rPr>
              <a:t> </a:t>
            </a:r>
            <a:r>
              <a:rPr sz="2400" spc="-20" dirty="0">
                <a:latin typeface="Calibri" panose="020F0502020204030204" pitchFamily="34" charset="0"/>
              </a:rPr>
              <a:t>Pat</a:t>
            </a:r>
            <a:r>
              <a:rPr sz="2400" spc="-80" dirty="0">
                <a:latin typeface="Calibri" panose="020F0502020204030204" pitchFamily="34" charset="0"/>
              </a:rPr>
              <a:t>t</a:t>
            </a:r>
            <a:r>
              <a:rPr sz="2400" spc="-15" dirty="0">
                <a:latin typeface="Calibri" panose="020F0502020204030204" pitchFamily="34" charset="0"/>
              </a:rPr>
              <a:t>erns</a:t>
            </a:r>
            <a:endParaRPr sz="2400" dirty="0">
              <a:latin typeface="Calibri" panose="020F0502020204030204" pitchFamily="34" charset="0"/>
              <a:cs typeface="Times New Roman"/>
            </a:endParaRPr>
          </a:p>
        </p:txBody>
      </p:sp>
      <p:sp>
        <p:nvSpPr>
          <p:cNvPr id="7" name="object 7"/>
          <p:cNvSpPr/>
          <p:nvPr/>
        </p:nvSpPr>
        <p:spPr>
          <a:xfrm>
            <a:off x="96519" y="6183629"/>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8" name="object 8"/>
          <p:cNvSpPr/>
          <p:nvPr/>
        </p:nvSpPr>
        <p:spPr>
          <a:xfrm>
            <a:off x="581659" y="6708140"/>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9"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a:p>
        </p:txBody>
      </p:sp>
      <p:sp>
        <p:nvSpPr>
          <p:cNvPr id="10" name="Slide Number Placeholder 9">
            <a:extLst>
              <a:ext uri="{FF2B5EF4-FFF2-40B4-BE49-F238E27FC236}">
                <a16:creationId xmlns:a16="http://schemas.microsoft.com/office/drawing/2014/main" id="{F7A703E2-57C7-4E1D-AA42-4A850F1DD913}"/>
              </a:ext>
            </a:extLst>
          </p:cNvPr>
          <p:cNvSpPr>
            <a:spLocks noGrp="1"/>
          </p:cNvSpPr>
          <p:nvPr>
            <p:ph type="sldNum" sz="quarter" idx="12"/>
          </p:nvPr>
        </p:nvSpPr>
        <p:spPr/>
        <p:txBody>
          <a:bodyPr/>
          <a:lstStyle/>
          <a:p>
            <a:fld id="{E31375A4-56A4-47D6-9801-1991572033F7}" type="slidenum">
              <a:rPr lang="en-US" smtClean="0">
                <a:solidFill>
                  <a:prstClr val="black"/>
                </a:solidFill>
              </a:rPr>
              <a:pPr/>
              <a:t>35</a:t>
            </a:fld>
            <a:endParaRPr lang="en-US">
              <a:solidFill>
                <a:prstClr val="black"/>
              </a:solidFill>
            </a:endParaRPr>
          </a:p>
        </p:txBody>
      </p:sp>
      <p:sp>
        <p:nvSpPr>
          <p:cNvPr id="2" name="Date Placeholder 1">
            <a:extLst>
              <a:ext uri="{FF2B5EF4-FFF2-40B4-BE49-F238E27FC236}">
                <a16:creationId xmlns:a16="http://schemas.microsoft.com/office/drawing/2014/main" id="{8CD3607D-F5F3-933D-FFE2-F1CA8BCF5C1B}"/>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2380485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101089" y="354586"/>
            <a:ext cx="7200900" cy="734817"/>
          </a:xfrm>
          <a:prstGeom prst="rect">
            <a:avLst/>
          </a:prstGeom>
        </p:spPr>
        <p:txBody>
          <a:bodyPr vert="horz" wrap="square" lIns="0" tIns="57150" rIns="0" bIns="0" rtlCol="0">
            <a:spAutoFit/>
          </a:bodyPr>
          <a:lstStyle/>
          <a:p>
            <a:pPr marL="165100" algn="ctr">
              <a:lnSpc>
                <a:spcPct val="100000"/>
              </a:lnSpc>
            </a:pPr>
            <a:r>
              <a:rPr lang="en-US" sz="4400" dirty="0">
                <a:latin typeface="Calibri" panose="020F0502020204030204" pitchFamily="34" charset="0"/>
              </a:rPr>
              <a:t>Listening de-</a:t>
            </a:r>
            <a:r>
              <a:rPr lang="en-US" sz="4400" dirty="0" err="1">
                <a:latin typeface="Calibri" panose="020F0502020204030204" pitchFamily="34" charset="0"/>
              </a:rPr>
              <a:t>railers</a:t>
            </a:r>
            <a:endParaRPr sz="4400" dirty="0">
              <a:latin typeface="Calibri" panose="020F0502020204030204" pitchFamily="34" charset="0"/>
            </a:endParaRPr>
          </a:p>
        </p:txBody>
      </p:sp>
      <p:sp>
        <p:nvSpPr>
          <p:cNvPr id="4" name="object 4"/>
          <p:cNvSpPr txBox="1"/>
          <p:nvPr/>
        </p:nvSpPr>
        <p:spPr>
          <a:xfrm>
            <a:off x="877569" y="1169670"/>
            <a:ext cx="2830334" cy="315595"/>
          </a:xfrm>
          <a:prstGeom prst="rect">
            <a:avLst/>
          </a:prstGeom>
        </p:spPr>
        <p:txBody>
          <a:bodyPr vert="horz" wrap="square" lIns="0" tIns="0" rIns="0" bIns="0" rtlCol="0">
            <a:spAutoFit/>
          </a:bodyPr>
          <a:lstStyle/>
          <a:p>
            <a:pPr marL="12700" fontAlgn="auto">
              <a:spcBef>
                <a:spcPts val="0"/>
              </a:spcBef>
              <a:spcAft>
                <a:spcPts val="0"/>
              </a:spcAft>
            </a:pPr>
            <a:r>
              <a:rPr sz="2000" u="heavy" spc="-5" dirty="0">
                <a:solidFill>
                  <a:srgbClr val="4D3A2F"/>
                </a:solidFill>
                <a:latin typeface="Calibri" panose="020F0502020204030204" pitchFamily="34" charset="0"/>
                <a:cs typeface="Franklin Gothic Book"/>
              </a:rPr>
              <a:t>L</a:t>
            </a:r>
            <a:r>
              <a:rPr sz="2000" u="heavy" spc="5" dirty="0">
                <a:solidFill>
                  <a:srgbClr val="4D3A2F"/>
                </a:solidFill>
                <a:latin typeface="Calibri" panose="020F0502020204030204" pitchFamily="34" charset="0"/>
                <a:cs typeface="Franklin Gothic Book"/>
              </a:rPr>
              <a:t>i</a:t>
            </a:r>
            <a:r>
              <a:rPr sz="2000" u="heavy" dirty="0">
                <a:solidFill>
                  <a:srgbClr val="4D3A2F"/>
                </a:solidFill>
                <a:latin typeface="Calibri" panose="020F0502020204030204" pitchFamily="34" charset="0"/>
                <a:cs typeface="Franklin Gothic Book"/>
              </a:rPr>
              <a:t>s</a:t>
            </a:r>
            <a:r>
              <a:rPr sz="2000" u="heavy" spc="-50" dirty="0">
                <a:solidFill>
                  <a:srgbClr val="4D3A2F"/>
                </a:solidFill>
                <a:latin typeface="Calibri" panose="020F0502020204030204" pitchFamily="34" charset="0"/>
                <a:cs typeface="Franklin Gothic Book"/>
              </a:rPr>
              <a:t>t</a:t>
            </a:r>
            <a:r>
              <a:rPr sz="2000" u="heavy" dirty="0">
                <a:solidFill>
                  <a:srgbClr val="4D3A2F"/>
                </a:solidFill>
                <a:latin typeface="Calibri" panose="020F0502020204030204" pitchFamily="34" charset="0"/>
                <a:cs typeface="Franklin Gothic Book"/>
              </a:rPr>
              <a:t>e</a:t>
            </a:r>
            <a:r>
              <a:rPr sz="2000" u="heavy" spc="-5" dirty="0">
                <a:solidFill>
                  <a:srgbClr val="4D3A2F"/>
                </a:solidFill>
                <a:latin typeface="Calibri" panose="020F0502020204030204" pitchFamily="34" charset="0"/>
                <a:cs typeface="Franklin Gothic Book"/>
              </a:rPr>
              <a:t>n</a:t>
            </a:r>
            <a:r>
              <a:rPr sz="2000" u="heavy" spc="5" dirty="0">
                <a:solidFill>
                  <a:srgbClr val="4D3A2F"/>
                </a:solidFill>
                <a:latin typeface="Calibri" panose="020F0502020204030204" pitchFamily="34" charset="0"/>
                <a:cs typeface="Franklin Gothic Book"/>
              </a:rPr>
              <a:t>i</a:t>
            </a:r>
            <a:r>
              <a:rPr sz="2000" u="heavy" dirty="0">
                <a:solidFill>
                  <a:srgbClr val="4D3A2F"/>
                </a:solidFill>
                <a:latin typeface="Calibri" panose="020F0502020204030204" pitchFamily="34" charset="0"/>
                <a:cs typeface="Franklin Gothic Book"/>
              </a:rPr>
              <a:t>ng</a:t>
            </a:r>
            <a:r>
              <a:rPr sz="2000" u="heavy" spc="20" dirty="0">
                <a:solidFill>
                  <a:srgbClr val="4D3A2F"/>
                </a:solidFill>
                <a:latin typeface="Calibri" panose="020F0502020204030204" pitchFamily="34" charset="0"/>
                <a:cs typeface="Franklin Gothic Book"/>
              </a:rPr>
              <a:t> </a:t>
            </a:r>
            <a:r>
              <a:rPr sz="2000" u="heavy" spc="5" dirty="0">
                <a:solidFill>
                  <a:srgbClr val="4D3A2F"/>
                </a:solidFill>
                <a:latin typeface="Calibri" panose="020F0502020204030204" pitchFamily="34" charset="0"/>
                <a:cs typeface="Franklin Gothic Book"/>
              </a:rPr>
              <a:t>wi</a:t>
            </a:r>
            <a:r>
              <a:rPr sz="2000" u="heavy" spc="-10" dirty="0">
                <a:solidFill>
                  <a:srgbClr val="4D3A2F"/>
                </a:solidFill>
                <a:latin typeface="Calibri" panose="020F0502020204030204" pitchFamily="34" charset="0"/>
                <a:cs typeface="Franklin Gothic Book"/>
              </a:rPr>
              <a:t>t</a:t>
            </a:r>
            <a:r>
              <a:rPr sz="2000" u="heavy" spc="15" dirty="0">
                <a:solidFill>
                  <a:srgbClr val="4D3A2F"/>
                </a:solidFill>
                <a:latin typeface="Calibri" panose="020F0502020204030204" pitchFamily="34" charset="0"/>
                <a:cs typeface="Franklin Gothic Book"/>
              </a:rPr>
              <a:t>h</a:t>
            </a:r>
            <a:r>
              <a:rPr sz="2000" u="heavy" spc="-10" dirty="0">
                <a:solidFill>
                  <a:srgbClr val="4D3A2F"/>
                </a:solidFill>
                <a:latin typeface="Calibri" panose="020F0502020204030204" pitchFamily="34" charset="0"/>
                <a:cs typeface="Franklin Gothic Book"/>
              </a:rPr>
              <a:t>out</a:t>
            </a:r>
            <a:r>
              <a:rPr sz="2000" u="heavy" spc="20" dirty="0">
                <a:solidFill>
                  <a:srgbClr val="4D3A2F"/>
                </a:solidFill>
                <a:latin typeface="Calibri" panose="020F0502020204030204" pitchFamily="34" charset="0"/>
                <a:cs typeface="Franklin Gothic Book"/>
              </a:rPr>
              <a:t> </a:t>
            </a:r>
            <a:r>
              <a:rPr sz="2000" u="heavy" spc="-35" dirty="0">
                <a:solidFill>
                  <a:srgbClr val="4D3A2F"/>
                </a:solidFill>
                <a:latin typeface="Calibri" panose="020F0502020204030204" pitchFamily="34" charset="0"/>
                <a:cs typeface="Franklin Gothic Book"/>
              </a:rPr>
              <a:t>F</a:t>
            </a:r>
            <a:r>
              <a:rPr sz="2000" u="heavy" dirty="0">
                <a:solidFill>
                  <a:srgbClr val="4D3A2F"/>
                </a:solidFill>
                <a:latin typeface="Calibri" panose="020F0502020204030204" pitchFamily="34" charset="0"/>
                <a:cs typeface="Franklin Gothic Book"/>
              </a:rPr>
              <a:t>o</a:t>
            </a:r>
            <a:r>
              <a:rPr sz="2000" u="heavy" spc="-5" dirty="0">
                <a:solidFill>
                  <a:srgbClr val="4D3A2F"/>
                </a:solidFill>
                <a:latin typeface="Calibri" panose="020F0502020204030204" pitchFamily="34" charset="0"/>
                <a:cs typeface="Franklin Gothic Book"/>
              </a:rPr>
              <a:t>c</a:t>
            </a:r>
            <a:r>
              <a:rPr sz="2000" u="heavy" dirty="0">
                <a:solidFill>
                  <a:srgbClr val="4D3A2F"/>
                </a:solidFill>
                <a:latin typeface="Calibri" panose="020F0502020204030204" pitchFamily="34" charset="0"/>
                <a:cs typeface="Franklin Gothic Book"/>
              </a:rPr>
              <a:t>u</a:t>
            </a:r>
            <a:r>
              <a:rPr sz="2000" u="heavy" spc="25" dirty="0">
                <a:solidFill>
                  <a:srgbClr val="4D3A2F"/>
                </a:solidFill>
                <a:latin typeface="Calibri" panose="020F0502020204030204" pitchFamily="34" charset="0"/>
                <a:cs typeface="Franklin Gothic Book"/>
              </a:rPr>
              <a:t>s</a:t>
            </a:r>
            <a:r>
              <a:rPr sz="2000" dirty="0">
                <a:solidFill>
                  <a:srgbClr val="4D3A2F"/>
                </a:solidFill>
                <a:latin typeface="Calibri" panose="020F0502020204030204" pitchFamily="34" charset="0"/>
                <a:cs typeface="Franklin Gothic Book"/>
              </a:rPr>
              <a:t>:</a:t>
            </a:r>
            <a:endParaRPr sz="2000" dirty="0">
              <a:solidFill>
                <a:prstClr val="black"/>
              </a:solidFill>
              <a:latin typeface="Calibri" panose="020F0502020204030204" pitchFamily="34" charset="0"/>
              <a:cs typeface="Franklin Gothic Book"/>
            </a:endParaRPr>
          </a:p>
        </p:txBody>
      </p:sp>
      <p:sp>
        <p:nvSpPr>
          <p:cNvPr id="6" name="object 6"/>
          <p:cNvSpPr txBox="1"/>
          <p:nvPr/>
        </p:nvSpPr>
        <p:spPr>
          <a:xfrm>
            <a:off x="877569" y="1472437"/>
            <a:ext cx="7647940" cy="4508927"/>
          </a:xfrm>
          <a:prstGeom prst="rect">
            <a:avLst/>
          </a:prstGeom>
        </p:spPr>
        <p:txBody>
          <a:bodyPr vert="horz" wrap="square" lIns="0" tIns="0" rIns="0" bIns="0" rtlCol="0">
            <a:spAutoFit/>
          </a:bodyPr>
          <a:lstStyle/>
          <a:p>
            <a:pPr marL="12700" marR="344170" fontAlgn="auto">
              <a:lnSpc>
                <a:spcPts val="1920"/>
              </a:lnSpc>
              <a:spcBef>
                <a:spcPts val="0"/>
              </a:spcBef>
              <a:spcAft>
                <a:spcPts val="0"/>
              </a:spcAft>
            </a:pPr>
            <a:r>
              <a:rPr sz="2000" spc="-20" dirty="0">
                <a:solidFill>
                  <a:srgbClr val="4D3A2F"/>
                </a:solidFill>
                <a:latin typeface="Calibri" panose="020F0502020204030204" pitchFamily="34" charset="0"/>
                <a:cs typeface="Franklin Gothic Book"/>
              </a:rPr>
              <a:t>Mult</a:t>
            </a:r>
            <a:r>
              <a:rPr sz="2000" spc="-5" dirty="0">
                <a:solidFill>
                  <a:srgbClr val="4D3A2F"/>
                </a:solidFill>
                <a:latin typeface="Calibri" panose="020F0502020204030204" pitchFamily="34" charset="0"/>
                <a:cs typeface="Franklin Gothic Book"/>
              </a:rPr>
              <a:t>i</a:t>
            </a:r>
            <a:r>
              <a:rPr sz="2000" spc="-1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a</a:t>
            </a:r>
            <a:r>
              <a:rPr sz="2000" spc="-20" dirty="0">
                <a:solidFill>
                  <a:srgbClr val="4D3A2F"/>
                </a:solidFill>
                <a:latin typeface="Calibri" panose="020F0502020204030204" pitchFamily="34" charset="0"/>
                <a:cs typeface="Franklin Gothic Book"/>
              </a:rPr>
              <a:t>s</a:t>
            </a:r>
            <a:r>
              <a:rPr sz="2000" spc="-5" dirty="0">
                <a:solidFill>
                  <a:srgbClr val="4D3A2F"/>
                </a:solidFill>
                <a:latin typeface="Calibri" panose="020F0502020204030204" pitchFamily="34" charset="0"/>
                <a:cs typeface="Franklin Gothic Book"/>
              </a:rPr>
              <a:t>ki</a:t>
            </a:r>
            <a:r>
              <a:rPr sz="2000" dirty="0">
                <a:solidFill>
                  <a:srgbClr val="4D3A2F"/>
                </a:solidFill>
                <a:latin typeface="Calibri" panose="020F0502020204030204" pitchFamily="34" charset="0"/>
                <a:cs typeface="Franklin Gothic Book"/>
              </a:rPr>
              <a:t>ng</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o</a:t>
            </a:r>
            <a:r>
              <a:rPr sz="2000" spc="-10" dirty="0">
                <a:solidFill>
                  <a:srgbClr val="4D3A2F"/>
                </a:solidFill>
                <a:latin typeface="Calibri" panose="020F0502020204030204" pitchFamily="34" charset="0"/>
                <a:cs typeface="Franklin Gothic Book"/>
              </a:rPr>
              <a:t>f</a:t>
            </a:r>
            <a:r>
              <a:rPr sz="2000" spc="5" dirty="0">
                <a:solidFill>
                  <a:srgbClr val="4D3A2F"/>
                </a:solidFill>
                <a:latin typeface="Calibri" panose="020F0502020204030204" pitchFamily="34" charset="0"/>
                <a:cs typeface="Franklin Gothic Book"/>
              </a:rPr>
              <a:t> </a:t>
            </a:r>
            <a:r>
              <a:rPr sz="2000" spc="-30" dirty="0">
                <a:solidFill>
                  <a:srgbClr val="4D3A2F"/>
                </a:solidFill>
                <a:latin typeface="Calibri" panose="020F0502020204030204" pitchFamily="34" charset="0"/>
                <a:cs typeface="Franklin Gothic Book"/>
              </a:rPr>
              <a:t>y</a:t>
            </a:r>
            <a:r>
              <a:rPr sz="2000" spc="-20" dirty="0">
                <a:solidFill>
                  <a:srgbClr val="4D3A2F"/>
                </a:solidFill>
                <a:latin typeface="Calibri" panose="020F0502020204030204" pitchFamily="34" charset="0"/>
                <a:cs typeface="Franklin Gothic Book"/>
              </a:rPr>
              <a:t>ou</a:t>
            </a:r>
            <a:r>
              <a:rPr sz="2000" spc="-10" dirty="0">
                <a:solidFill>
                  <a:srgbClr val="4D3A2F"/>
                </a:solidFill>
                <a:latin typeface="Calibri" panose="020F0502020204030204" pitchFamily="34" charset="0"/>
                <a:cs typeface="Franklin Gothic Book"/>
              </a:rPr>
              <a:t>r</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m</a:t>
            </a:r>
            <a:r>
              <a:rPr sz="2000" spc="-10" dirty="0">
                <a:solidFill>
                  <a:srgbClr val="4D3A2F"/>
                </a:solidFill>
                <a:latin typeface="Calibri" panose="020F0502020204030204" pitchFamily="34" charset="0"/>
                <a:cs typeface="Franklin Gothic Book"/>
              </a:rPr>
              <a:t>i</a:t>
            </a:r>
            <a:r>
              <a:rPr sz="2000" spc="-5" dirty="0">
                <a:solidFill>
                  <a:srgbClr val="4D3A2F"/>
                </a:solidFill>
                <a:latin typeface="Calibri" panose="020F0502020204030204" pitchFamily="34" charset="0"/>
                <a:cs typeface="Franklin Gothic Book"/>
              </a:rPr>
              <a:t>n</a:t>
            </a:r>
            <a:r>
              <a:rPr sz="2000" spc="-15" dirty="0">
                <a:solidFill>
                  <a:srgbClr val="4D3A2F"/>
                </a:solidFill>
                <a:latin typeface="Calibri" panose="020F0502020204030204" pitchFamily="34" charset="0"/>
                <a:cs typeface="Franklin Gothic Book"/>
              </a:rPr>
              <a:t>d</a:t>
            </a:r>
            <a:r>
              <a:rPr sz="2000" dirty="0">
                <a:solidFill>
                  <a:srgbClr val="4D3A2F"/>
                </a:solidFill>
                <a:latin typeface="Calibri" panose="020F0502020204030204" pitchFamily="34" charset="0"/>
                <a:cs typeface="Franklin Gothic Book"/>
              </a:rPr>
              <a:t>,</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l</a:t>
            </a:r>
            <a:r>
              <a:rPr sz="2000" spc="-5" dirty="0">
                <a:solidFill>
                  <a:srgbClr val="4D3A2F"/>
                </a:solidFill>
                <a:latin typeface="Calibri" panose="020F0502020204030204" pitchFamily="34" charset="0"/>
                <a:cs typeface="Franklin Gothic Book"/>
              </a:rPr>
              <a:t>i</a:t>
            </a:r>
            <a:r>
              <a:rPr sz="2000" spc="-10" dirty="0">
                <a:solidFill>
                  <a:srgbClr val="4D3A2F"/>
                </a:solidFill>
                <a:latin typeface="Calibri" panose="020F0502020204030204" pitchFamily="34" charset="0"/>
                <a:cs typeface="Franklin Gothic Book"/>
              </a:rPr>
              <a:t>s</a:t>
            </a:r>
            <a:r>
              <a:rPr sz="2000" spc="-50" dirty="0">
                <a:solidFill>
                  <a:srgbClr val="4D3A2F"/>
                </a:solidFill>
                <a:latin typeface="Calibri" panose="020F0502020204030204" pitchFamily="34" charset="0"/>
                <a:cs typeface="Franklin Gothic Book"/>
              </a:rPr>
              <a:t>t</a:t>
            </a:r>
            <a:r>
              <a:rPr sz="2000" spc="-20" dirty="0">
                <a:solidFill>
                  <a:srgbClr val="4D3A2F"/>
                </a:solidFill>
                <a:latin typeface="Calibri" panose="020F0502020204030204" pitchFamily="34" charset="0"/>
                <a:cs typeface="Franklin Gothic Book"/>
              </a:rPr>
              <a:t>e</a:t>
            </a:r>
            <a:r>
              <a:rPr sz="2000" spc="-15" dirty="0">
                <a:solidFill>
                  <a:srgbClr val="4D3A2F"/>
                </a:solidFill>
                <a:latin typeface="Calibri" panose="020F0502020204030204" pitchFamily="34" charset="0"/>
                <a:cs typeface="Franklin Gothic Book"/>
              </a:rPr>
              <a:t>n</a:t>
            </a:r>
            <a:r>
              <a:rPr sz="2000" spc="-5" dirty="0">
                <a:solidFill>
                  <a:srgbClr val="4D3A2F"/>
                </a:solidFill>
                <a:latin typeface="Calibri" panose="020F0502020204030204" pitchFamily="34" charset="0"/>
                <a:cs typeface="Franklin Gothic Book"/>
              </a:rPr>
              <a:t>i</a:t>
            </a:r>
            <a:r>
              <a:rPr sz="2000" dirty="0">
                <a:solidFill>
                  <a:srgbClr val="4D3A2F"/>
                </a:solidFill>
                <a:latin typeface="Calibri" panose="020F0502020204030204" pitchFamily="34" charset="0"/>
                <a:cs typeface="Franklin Gothic Book"/>
              </a:rPr>
              <a:t>ng</a:t>
            </a:r>
            <a:r>
              <a:rPr sz="2000" spc="5" dirty="0">
                <a:solidFill>
                  <a:srgbClr val="4D3A2F"/>
                </a:solidFill>
                <a:latin typeface="Calibri" panose="020F0502020204030204" pitchFamily="34" charset="0"/>
                <a:cs typeface="Franklin Gothic Book"/>
              </a:rPr>
              <a:t> </a:t>
            </a:r>
            <a:r>
              <a:rPr sz="2000" spc="-5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o</a:t>
            </a:r>
            <a:r>
              <a:rPr sz="2000" spc="-5" dirty="0">
                <a:solidFill>
                  <a:srgbClr val="4D3A2F"/>
                </a:solidFill>
                <a:latin typeface="Calibri" panose="020F0502020204030204" pitchFamily="34" charset="0"/>
                <a:cs typeface="Franklin Gothic Book"/>
              </a:rPr>
              <a:t> </a:t>
            </a:r>
            <a:r>
              <a:rPr sz="2000" spc="-10" dirty="0">
                <a:solidFill>
                  <a:srgbClr val="4D3A2F"/>
                </a:solidFill>
                <a:latin typeface="Calibri" panose="020F0502020204030204" pitchFamily="34" charset="0"/>
                <a:cs typeface="Franklin Gothic Book"/>
              </a:rPr>
              <a:t>s</a:t>
            </a:r>
            <a:r>
              <a:rPr sz="2000" spc="-20" dirty="0">
                <a:solidFill>
                  <a:srgbClr val="4D3A2F"/>
                </a:solidFill>
                <a:latin typeface="Calibri" panose="020F0502020204030204" pitchFamily="34" charset="0"/>
                <a:cs typeface="Franklin Gothic Book"/>
              </a:rPr>
              <a:t>om</a:t>
            </a:r>
            <a:r>
              <a:rPr sz="2000" spc="-10" dirty="0">
                <a:solidFill>
                  <a:srgbClr val="4D3A2F"/>
                </a:solidFill>
                <a:latin typeface="Calibri" panose="020F0502020204030204" pitchFamily="34" charset="0"/>
                <a:cs typeface="Franklin Gothic Book"/>
              </a:rPr>
              <a:t>e</a:t>
            </a:r>
            <a:r>
              <a:rPr sz="2000" spc="-20" dirty="0">
                <a:solidFill>
                  <a:srgbClr val="4D3A2F"/>
                </a:solidFill>
                <a:latin typeface="Calibri" panose="020F0502020204030204" pitchFamily="34" charset="0"/>
                <a:cs typeface="Franklin Gothic Book"/>
              </a:rPr>
              <a:t>o</a:t>
            </a:r>
            <a:r>
              <a:rPr sz="2000" spc="-15" dirty="0">
                <a:solidFill>
                  <a:srgbClr val="4D3A2F"/>
                </a:solidFill>
                <a:latin typeface="Calibri" panose="020F0502020204030204" pitchFamily="34" charset="0"/>
                <a:cs typeface="Franklin Gothic Book"/>
              </a:rPr>
              <a:t>ne</a:t>
            </a:r>
            <a:r>
              <a:rPr sz="2000" spc="5" dirty="0">
                <a:solidFill>
                  <a:srgbClr val="4D3A2F"/>
                </a:solidFill>
                <a:latin typeface="Calibri" panose="020F0502020204030204" pitchFamily="34" charset="0"/>
                <a:cs typeface="Franklin Gothic Book"/>
              </a:rPr>
              <a:t> </a:t>
            </a:r>
            <a:r>
              <a:rPr sz="2000" spc="-5" dirty="0">
                <a:solidFill>
                  <a:srgbClr val="4D3A2F"/>
                </a:solidFill>
                <a:latin typeface="Calibri" panose="020F0502020204030204" pitchFamily="34" charset="0"/>
                <a:cs typeface="Franklin Gothic Book"/>
              </a:rPr>
              <a:t>whi</a:t>
            </a:r>
            <a:r>
              <a:rPr sz="2000" spc="-15" dirty="0">
                <a:solidFill>
                  <a:srgbClr val="4D3A2F"/>
                </a:solidFill>
                <a:latin typeface="Calibri" panose="020F0502020204030204" pitchFamily="34" charset="0"/>
                <a:cs typeface="Franklin Gothic Book"/>
              </a:rPr>
              <a:t>le</a:t>
            </a:r>
            <a:r>
              <a:rPr sz="2000" spc="5" dirty="0">
                <a:solidFill>
                  <a:srgbClr val="4D3A2F"/>
                </a:solidFill>
                <a:latin typeface="Calibri" panose="020F0502020204030204" pitchFamily="34" charset="0"/>
                <a:cs typeface="Franklin Gothic Book"/>
              </a:rPr>
              <a:t> </a:t>
            </a:r>
            <a:r>
              <a:rPr sz="2000" spc="-20" dirty="0">
                <a:solidFill>
                  <a:srgbClr val="00B050"/>
                </a:solidFill>
                <a:latin typeface="Calibri" panose="020F0502020204030204" pitchFamily="34" charset="0"/>
                <a:cs typeface="Franklin Gothic Book"/>
              </a:rPr>
              <a:t>t</a:t>
            </a:r>
            <a:r>
              <a:rPr sz="2000" dirty="0">
                <a:solidFill>
                  <a:srgbClr val="00B050"/>
                </a:solidFill>
                <a:latin typeface="Calibri" panose="020F0502020204030204" pitchFamily="34" charset="0"/>
                <a:cs typeface="Franklin Gothic Book"/>
              </a:rPr>
              <a:t>hin</a:t>
            </a:r>
            <a:r>
              <a:rPr sz="2000" spc="-5" dirty="0">
                <a:solidFill>
                  <a:srgbClr val="00B050"/>
                </a:solidFill>
                <a:latin typeface="Calibri" panose="020F0502020204030204" pitchFamily="34" charset="0"/>
                <a:cs typeface="Franklin Gothic Book"/>
              </a:rPr>
              <a:t>ki</a:t>
            </a:r>
            <a:r>
              <a:rPr sz="2000" dirty="0">
                <a:solidFill>
                  <a:srgbClr val="00B050"/>
                </a:solidFill>
                <a:latin typeface="Calibri" panose="020F0502020204030204" pitchFamily="34" charset="0"/>
                <a:cs typeface="Franklin Gothic Book"/>
              </a:rPr>
              <a:t>ng</a:t>
            </a:r>
            <a:r>
              <a:rPr sz="2000" spc="5" dirty="0">
                <a:solidFill>
                  <a:srgbClr val="00B050"/>
                </a:solidFill>
                <a:latin typeface="Calibri" panose="020F0502020204030204" pitchFamily="34" charset="0"/>
                <a:cs typeface="Franklin Gothic Book"/>
              </a:rPr>
              <a:t> </a:t>
            </a:r>
            <a:r>
              <a:rPr sz="2000" spc="-25" dirty="0">
                <a:solidFill>
                  <a:srgbClr val="00B050"/>
                </a:solidFill>
                <a:latin typeface="Calibri" panose="020F0502020204030204" pitchFamily="34" charset="0"/>
                <a:cs typeface="Franklin Gothic Book"/>
              </a:rPr>
              <a:t>a</a:t>
            </a:r>
            <a:r>
              <a:rPr sz="2000" dirty="0">
                <a:solidFill>
                  <a:srgbClr val="00B050"/>
                </a:solidFill>
                <a:latin typeface="Calibri" panose="020F0502020204030204" pitchFamily="34" charset="0"/>
                <a:cs typeface="Franklin Gothic Book"/>
              </a:rPr>
              <a:t>b</a:t>
            </a:r>
            <a:r>
              <a:rPr sz="2000" spc="-10" dirty="0">
                <a:solidFill>
                  <a:srgbClr val="00B050"/>
                </a:solidFill>
                <a:latin typeface="Calibri" panose="020F0502020204030204" pitchFamily="34" charset="0"/>
                <a:cs typeface="Franklin Gothic Book"/>
              </a:rPr>
              <a:t>o</a:t>
            </a:r>
            <a:r>
              <a:rPr sz="2000" spc="-20" dirty="0">
                <a:solidFill>
                  <a:srgbClr val="00B050"/>
                </a:solidFill>
                <a:latin typeface="Calibri" panose="020F0502020204030204" pitchFamily="34" charset="0"/>
                <a:cs typeface="Franklin Gothic Book"/>
              </a:rPr>
              <a:t>u</a:t>
            </a:r>
            <a:r>
              <a:rPr sz="2000" spc="-10" dirty="0">
                <a:solidFill>
                  <a:srgbClr val="00B050"/>
                </a:solidFill>
                <a:latin typeface="Calibri" panose="020F0502020204030204" pitchFamily="34" charset="0"/>
                <a:cs typeface="Franklin Gothic Book"/>
              </a:rPr>
              <a:t>t</a:t>
            </a:r>
            <a:r>
              <a:rPr sz="2000" spc="-5" dirty="0">
                <a:solidFill>
                  <a:srgbClr val="00B050"/>
                </a:solidFill>
                <a:latin typeface="Calibri" panose="020F0502020204030204" pitchFamily="34" charset="0"/>
                <a:cs typeface="Franklin Gothic Book"/>
              </a:rPr>
              <a:t> </a:t>
            </a:r>
            <a:r>
              <a:rPr sz="2000" spc="-20" dirty="0">
                <a:solidFill>
                  <a:srgbClr val="00B050"/>
                </a:solidFill>
                <a:latin typeface="Calibri" panose="020F0502020204030204" pitchFamily="34" charset="0"/>
                <a:cs typeface="Franklin Gothic Book"/>
              </a:rPr>
              <a:t>so</a:t>
            </a:r>
            <a:r>
              <a:rPr sz="2000" spc="-10" dirty="0">
                <a:solidFill>
                  <a:srgbClr val="00B050"/>
                </a:solidFill>
                <a:latin typeface="Calibri" panose="020F0502020204030204" pitchFamily="34" charset="0"/>
                <a:cs typeface="Franklin Gothic Book"/>
              </a:rPr>
              <a:t>m</a:t>
            </a:r>
            <a:r>
              <a:rPr sz="2000" spc="-30" dirty="0">
                <a:solidFill>
                  <a:srgbClr val="00B050"/>
                </a:solidFill>
                <a:latin typeface="Calibri" panose="020F0502020204030204" pitchFamily="34" charset="0"/>
                <a:cs typeface="Franklin Gothic Book"/>
              </a:rPr>
              <a:t>e</a:t>
            </a:r>
            <a:r>
              <a:rPr sz="2000" spc="-20" dirty="0">
                <a:solidFill>
                  <a:srgbClr val="00B050"/>
                </a:solidFill>
                <a:latin typeface="Calibri" panose="020F0502020204030204" pitchFamily="34" charset="0"/>
                <a:cs typeface="Franklin Gothic Book"/>
              </a:rPr>
              <a:t>t</a:t>
            </a:r>
            <a:r>
              <a:rPr sz="2000" dirty="0">
                <a:solidFill>
                  <a:srgbClr val="00B050"/>
                </a:solidFill>
                <a:latin typeface="Calibri" panose="020F0502020204030204" pitchFamily="34" charset="0"/>
                <a:cs typeface="Franklin Gothic Book"/>
              </a:rPr>
              <a:t>hing</a:t>
            </a:r>
            <a:r>
              <a:rPr sz="2000" spc="5" dirty="0">
                <a:solidFill>
                  <a:srgbClr val="00B050"/>
                </a:solidFill>
                <a:latin typeface="Calibri" panose="020F0502020204030204" pitchFamily="34" charset="0"/>
                <a:cs typeface="Franklin Gothic Book"/>
              </a:rPr>
              <a:t> </a:t>
            </a:r>
            <a:r>
              <a:rPr sz="2000" spc="-15" dirty="0">
                <a:solidFill>
                  <a:srgbClr val="00B050"/>
                </a:solidFill>
                <a:latin typeface="Calibri" panose="020F0502020204030204" pitchFamily="34" charset="0"/>
                <a:cs typeface="Franklin Gothic Book"/>
              </a:rPr>
              <a:t>el</a:t>
            </a:r>
            <a:r>
              <a:rPr sz="2000" spc="-20" dirty="0">
                <a:solidFill>
                  <a:srgbClr val="00B050"/>
                </a:solidFill>
                <a:latin typeface="Calibri" panose="020F0502020204030204" pitchFamily="34" charset="0"/>
                <a:cs typeface="Franklin Gothic Book"/>
              </a:rPr>
              <a:t>s</a:t>
            </a:r>
            <a:r>
              <a:rPr sz="2000" spc="-15" dirty="0">
                <a:solidFill>
                  <a:srgbClr val="00B050"/>
                </a:solidFill>
                <a:latin typeface="Calibri" panose="020F0502020204030204" pitchFamily="34" charset="0"/>
                <a:cs typeface="Franklin Gothic Book"/>
              </a:rPr>
              <a:t>e</a:t>
            </a:r>
            <a:r>
              <a:rPr sz="2000" spc="-15" dirty="0">
                <a:solidFill>
                  <a:srgbClr val="4D3A2F"/>
                </a:solidFill>
                <a:latin typeface="Calibri" panose="020F0502020204030204" pitchFamily="34" charset="0"/>
                <a:cs typeface="Franklin Gothic Book"/>
              </a:rPr>
              <a:t>.</a:t>
            </a:r>
            <a:endParaRPr lang="en-US" sz="2000" spc="-15" dirty="0">
              <a:solidFill>
                <a:srgbClr val="4D3A2F"/>
              </a:solidFill>
              <a:latin typeface="Calibri" panose="020F0502020204030204" pitchFamily="34" charset="0"/>
              <a:cs typeface="Franklin Gothic Book"/>
            </a:endParaRPr>
          </a:p>
          <a:p>
            <a:pPr marL="12700" marR="344170" fontAlgn="auto">
              <a:lnSpc>
                <a:spcPts val="1920"/>
              </a:lnSpc>
              <a:spcBef>
                <a:spcPts val="0"/>
              </a:spcBef>
              <a:spcAft>
                <a:spcPts val="0"/>
              </a:spcAft>
            </a:pPr>
            <a:endParaRPr lang="en-US" sz="2000" dirty="0">
              <a:solidFill>
                <a:prstClr val="black"/>
              </a:solidFill>
              <a:latin typeface="Calibri" panose="020F0502020204030204" pitchFamily="34" charset="0"/>
              <a:cs typeface="Franklin Gothic Book"/>
            </a:endParaRPr>
          </a:p>
          <a:p>
            <a:pPr marL="12700" marR="344170" fontAlgn="auto">
              <a:lnSpc>
                <a:spcPts val="1920"/>
              </a:lnSpc>
              <a:spcBef>
                <a:spcPts val="0"/>
              </a:spcBef>
              <a:spcAft>
                <a:spcPts val="0"/>
              </a:spcAft>
            </a:pPr>
            <a:r>
              <a:rPr sz="2000" u="heavy" spc="-5" dirty="0">
                <a:solidFill>
                  <a:srgbClr val="4D3A2F"/>
                </a:solidFill>
                <a:latin typeface="Calibri" panose="020F0502020204030204" pitchFamily="34" charset="0"/>
                <a:cs typeface="Franklin Gothic Book"/>
              </a:rPr>
              <a:t>L</a:t>
            </a:r>
            <a:r>
              <a:rPr sz="2000" u="heavy" spc="5" dirty="0">
                <a:solidFill>
                  <a:srgbClr val="4D3A2F"/>
                </a:solidFill>
                <a:latin typeface="Calibri" panose="020F0502020204030204" pitchFamily="34" charset="0"/>
                <a:cs typeface="Franklin Gothic Book"/>
              </a:rPr>
              <a:t>i</a:t>
            </a:r>
            <a:r>
              <a:rPr sz="2000" u="heavy" dirty="0">
                <a:solidFill>
                  <a:srgbClr val="4D3A2F"/>
                </a:solidFill>
                <a:latin typeface="Calibri" panose="020F0502020204030204" pitchFamily="34" charset="0"/>
                <a:cs typeface="Franklin Gothic Book"/>
              </a:rPr>
              <a:t>s</a:t>
            </a:r>
            <a:r>
              <a:rPr sz="2000" u="heavy" spc="-50" dirty="0">
                <a:solidFill>
                  <a:srgbClr val="4D3A2F"/>
                </a:solidFill>
                <a:latin typeface="Calibri" panose="020F0502020204030204" pitchFamily="34" charset="0"/>
                <a:cs typeface="Franklin Gothic Book"/>
              </a:rPr>
              <a:t>t</a:t>
            </a:r>
            <a:r>
              <a:rPr sz="2000" u="heavy" dirty="0">
                <a:solidFill>
                  <a:srgbClr val="4D3A2F"/>
                </a:solidFill>
                <a:latin typeface="Calibri" panose="020F0502020204030204" pitchFamily="34" charset="0"/>
                <a:cs typeface="Franklin Gothic Book"/>
              </a:rPr>
              <a:t>e</a:t>
            </a:r>
            <a:r>
              <a:rPr sz="2000" u="heavy" spc="-5" dirty="0">
                <a:solidFill>
                  <a:srgbClr val="4D3A2F"/>
                </a:solidFill>
                <a:latin typeface="Calibri" panose="020F0502020204030204" pitchFamily="34" charset="0"/>
                <a:cs typeface="Franklin Gothic Book"/>
              </a:rPr>
              <a:t>n</a:t>
            </a:r>
            <a:r>
              <a:rPr sz="2000" u="heavy" spc="5" dirty="0">
                <a:solidFill>
                  <a:srgbClr val="4D3A2F"/>
                </a:solidFill>
                <a:latin typeface="Calibri" panose="020F0502020204030204" pitchFamily="34" charset="0"/>
                <a:cs typeface="Franklin Gothic Book"/>
              </a:rPr>
              <a:t>i</a:t>
            </a:r>
            <a:r>
              <a:rPr sz="2000" u="heavy" dirty="0">
                <a:solidFill>
                  <a:srgbClr val="4D3A2F"/>
                </a:solidFill>
                <a:latin typeface="Calibri" panose="020F0502020204030204" pitchFamily="34" charset="0"/>
                <a:cs typeface="Franklin Gothic Book"/>
              </a:rPr>
              <a:t>ng</a:t>
            </a:r>
            <a:r>
              <a:rPr sz="2000" u="heavy" spc="20" dirty="0">
                <a:solidFill>
                  <a:srgbClr val="4D3A2F"/>
                </a:solidFill>
                <a:latin typeface="Calibri" panose="020F0502020204030204" pitchFamily="34" charset="0"/>
                <a:cs typeface="Franklin Gothic Book"/>
              </a:rPr>
              <a:t> </a:t>
            </a:r>
            <a:r>
              <a:rPr sz="2000" u="heavy" spc="5" dirty="0">
                <a:solidFill>
                  <a:srgbClr val="4D3A2F"/>
                </a:solidFill>
                <a:latin typeface="Calibri" panose="020F0502020204030204" pitchFamily="34" charset="0"/>
                <a:cs typeface="Franklin Gothic Book"/>
              </a:rPr>
              <a:t>wi</a:t>
            </a:r>
            <a:r>
              <a:rPr sz="2000" u="heavy" spc="-10" dirty="0">
                <a:solidFill>
                  <a:srgbClr val="4D3A2F"/>
                </a:solidFill>
                <a:latin typeface="Calibri" panose="020F0502020204030204" pitchFamily="34" charset="0"/>
                <a:cs typeface="Franklin Gothic Book"/>
              </a:rPr>
              <a:t>t</a:t>
            </a:r>
            <a:r>
              <a:rPr sz="2000" u="heavy" spc="15" dirty="0">
                <a:solidFill>
                  <a:srgbClr val="4D3A2F"/>
                </a:solidFill>
                <a:latin typeface="Calibri" panose="020F0502020204030204" pitchFamily="34" charset="0"/>
                <a:cs typeface="Franklin Gothic Book"/>
              </a:rPr>
              <a:t>h</a:t>
            </a:r>
            <a:r>
              <a:rPr sz="2000" u="heavy" spc="-10" dirty="0">
                <a:solidFill>
                  <a:srgbClr val="4D3A2F"/>
                </a:solidFill>
                <a:latin typeface="Calibri" panose="020F0502020204030204" pitchFamily="34" charset="0"/>
                <a:cs typeface="Franklin Gothic Book"/>
              </a:rPr>
              <a:t>out</a:t>
            </a:r>
            <a:r>
              <a:rPr sz="2000" u="heavy" spc="30" dirty="0">
                <a:solidFill>
                  <a:srgbClr val="4D3A2F"/>
                </a:solidFill>
                <a:latin typeface="Calibri" panose="020F0502020204030204" pitchFamily="34" charset="0"/>
                <a:cs typeface="Franklin Gothic Book"/>
              </a:rPr>
              <a:t> </a:t>
            </a:r>
            <a:r>
              <a:rPr sz="2000" u="heavy" spc="-45" dirty="0">
                <a:solidFill>
                  <a:srgbClr val="4D3A2F"/>
                </a:solidFill>
                <a:latin typeface="Calibri" panose="020F0502020204030204" pitchFamily="34" charset="0"/>
                <a:cs typeface="Franklin Gothic Book"/>
              </a:rPr>
              <a:t>R</a:t>
            </a:r>
            <a:r>
              <a:rPr sz="2000" u="heavy" spc="-10" dirty="0">
                <a:solidFill>
                  <a:srgbClr val="4D3A2F"/>
                </a:solidFill>
                <a:latin typeface="Calibri" panose="020F0502020204030204" pitchFamily="34" charset="0"/>
                <a:cs typeface="Franklin Gothic Book"/>
              </a:rPr>
              <a:t>e</a:t>
            </a:r>
            <a:r>
              <a:rPr sz="2000" u="heavy" dirty="0">
                <a:solidFill>
                  <a:srgbClr val="4D3A2F"/>
                </a:solidFill>
                <a:latin typeface="Calibri" panose="020F0502020204030204" pitchFamily="34" charset="0"/>
                <a:cs typeface="Franklin Gothic Book"/>
              </a:rPr>
              <a:t>s</a:t>
            </a:r>
            <a:r>
              <a:rPr sz="2000" u="heavy" spc="5" dirty="0">
                <a:solidFill>
                  <a:srgbClr val="4D3A2F"/>
                </a:solidFill>
                <a:latin typeface="Calibri" panose="020F0502020204030204" pitchFamily="34" charset="0"/>
                <a:cs typeface="Franklin Gothic Book"/>
              </a:rPr>
              <a:t>p</a:t>
            </a:r>
            <a:r>
              <a:rPr sz="2000" u="heavy" spc="-10" dirty="0">
                <a:solidFill>
                  <a:srgbClr val="4D3A2F"/>
                </a:solidFill>
                <a:latin typeface="Calibri" panose="020F0502020204030204" pitchFamily="34" charset="0"/>
                <a:cs typeface="Franklin Gothic Book"/>
              </a:rPr>
              <a:t>e</a:t>
            </a:r>
            <a:r>
              <a:rPr sz="2000" u="heavy" dirty="0">
                <a:solidFill>
                  <a:srgbClr val="4D3A2F"/>
                </a:solidFill>
                <a:latin typeface="Calibri" panose="020F0502020204030204" pitchFamily="34" charset="0"/>
                <a:cs typeface="Franklin Gothic Book"/>
              </a:rPr>
              <a:t>ct:</a:t>
            </a:r>
            <a:r>
              <a:rPr sz="2000" u="heavy" spc="25" dirty="0">
                <a:solidFill>
                  <a:srgbClr val="4D3A2F"/>
                </a:solidFill>
                <a:latin typeface="Calibri" panose="020F0502020204030204" pitchFamily="34" charset="0"/>
                <a:cs typeface="Franklin Gothic Book"/>
              </a:rPr>
              <a:t> </a:t>
            </a:r>
            <a:r>
              <a:rPr sz="2000" u="heavy" spc="5" dirty="0">
                <a:solidFill>
                  <a:srgbClr val="4D3A2F"/>
                </a:solidFill>
                <a:latin typeface="Calibri" panose="020F0502020204030204" pitchFamily="34" charset="0"/>
                <a:cs typeface="Franklin Gothic Book"/>
              </a:rPr>
              <a:t>I</a:t>
            </a:r>
            <a:r>
              <a:rPr sz="2000" u="heavy" spc="-10" dirty="0">
                <a:solidFill>
                  <a:srgbClr val="4D3A2F"/>
                </a:solidFill>
                <a:latin typeface="Calibri" panose="020F0502020204030204" pitchFamily="34" charset="0"/>
                <a:cs typeface="Franklin Gothic Book"/>
              </a:rPr>
              <a:t>m</a:t>
            </a:r>
            <a:r>
              <a:rPr sz="2000" u="heavy" spc="5" dirty="0">
                <a:solidFill>
                  <a:srgbClr val="4D3A2F"/>
                </a:solidFill>
                <a:latin typeface="Calibri" panose="020F0502020204030204" pitchFamily="34" charset="0"/>
                <a:cs typeface="Franklin Gothic Book"/>
              </a:rPr>
              <a:t>p</a:t>
            </a:r>
            <a:r>
              <a:rPr sz="2000" u="heavy" spc="-15" dirty="0">
                <a:solidFill>
                  <a:srgbClr val="4D3A2F"/>
                </a:solidFill>
                <a:latin typeface="Calibri" panose="020F0502020204030204" pitchFamily="34" charset="0"/>
                <a:cs typeface="Franklin Gothic Book"/>
              </a:rPr>
              <a:t>a</a:t>
            </a:r>
            <a:r>
              <a:rPr sz="2000" u="heavy" dirty="0">
                <a:solidFill>
                  <a:srgbClr val="4D3A2F"/>
                </a:solidFill>
                <a:latin typeface="Calibri" panose="020F0502020204030204" pitchFamily="34" charset="0"/>
                <a:cs typeface="Franklin Gothic Book"/>
              </a:rPr>
              <a:t>t</a:t>
            </a:r>
            <a:r>
              <a:rPr sz="2000" u="heavy" spc="5" dirty="0">
                <a:solidFill>
                  <a:srgbClr val="4D3A2F"/>
                </a:solidFill>
                <a:latin typeface="Calibri" panose="020F0502020204030204" pitchFamily="34" charset="0"/>
                <a:cs typeface="Franklin Gothic Book"/>
              </a:rPr>
              <a:t>i</a:t>
            </a:r>
            <a:r>
              <a:rPr sz="2000" u="heavy" spc="-10" dirty="0">
                <a:solidFill>
                  <a:srgbClr val="4D3A2F"/>
                </a:solidFill>
                <a:latin typeface="Calibri" panose="020F0502020204030204" pitchFamily="34" charset="0"/>
                <a:cs typeface="Franklin Gothic Book"/>
              </a:rPr>
              <a:t>e</a:t>
            </a:r>
            <a:r>
              <a:rPr sz="2000" u="heavy" dirty="0">
                <a:solidFill>
                  <a:srgbClr val="4D3A2F"/>
                </a:solidFill>
                <a:latin typeface="Calibri" panose="020F0502020204030204" pitchFamily="34" charset="0"/>
                <a:cs typeface="Franklin Gothic Book"/>
              </a:rPr>
              <a:t>n</a:t>
            </a:r>
            <a:r>
              <a:rPr sz="2000" u="heavy" spc="-5" dirty="0">
                <a:solidFill>
                  <a:srgbClr val="4D3A2F"/>
                </a:solidFill>
                <a:latin typeface="Calibri" panose="020F0502020204030204" pitchFamily="34" charset="0"/>
                <a:cs typeface="Franklin Gothic Book"/>
              </a:rPr>
              <a:t>c</a:t>
            </a:r>
            <a:r>
              <a:rPr sz="2000" u="heavy" spc="-15" dirty="0">
                <a:solidFill>
                  <a:srgbClr val="4D3A2F"/>
                </a:solidFill>
                <a:latin typeface="Calibri" panose="020F0502020204030204" pitchFamily="34" charset="0"/>
                <a:cs typeface="Franklin Gothic Book"/>
              </a:rPr>
              <a:t>e</a:t>
            </a:r>
            <a:r>
              <a:rPr sz="2000" u="heavy" dirty="0">
                <a:solidFill>
                  <a:srgbClr val="4D3A2F"/>
                </a:solidFill>
                <a:latin typeface="Calibri" panose="020F0502020204030204" pitchFamily="34" charset="0"/>
                <a:cs typeface="Franklin Gothic Book"/>
              </a:rPr>
              <a:t> </a:t>
            </a:r>
            <a:endParaRPr sz="2000" dirty="0">
              <a:solidFill>
                <a:prstClr val="black"/>
              </a:solidFill>
              <a:latin typeface="Calibri" panose="020F0502020204030204" pitchFamily="34" charset="0"/>
              <a:cs typeface="Franklin Gothic Book"/>
            </a:endParaRPr>
          </a:p>
          <a:p>
            <a:pPr marL="12700" marR="26034" fontAlgn="auto">
              <a:lnSpc>
                <a:spcPts val="1920"/>
              </a:lnSpc>
              <a:spcBef>
                <a:spcPts val="220"/>
              </a:spcBef>
              <a:spcAft>
                <a:spcPts val="0"/>
              </a:spcAft>
            </a:pPr>
            <a:r>
              <a:rPr sz="2000" spc="-20" dirty="0">
                <a:solidFill>
                  <a:srgbClr val="4D3A2F"/>
                </a:solidFill>
                <a:latin typeface="Calibri" panose="020F0502020204030204" pitchFamily="34" charset="0"/>
                <a:cs typeface="Franklin Gothic Book"/>
              </a:rPr>
              <a:t>D</a:t>
            </a:r>
            <a:r>
              <a:rPr sz="2000" spc="-10" dirty="0">
                <a:solidFill>
                  <a:srgbClr val="4D3A2F"/>
                </a:solidFill>
                <a:latin typeface="Calibri" panose="020F0502020204030204" pitchFamily="34" charset="0"/>
                <a:cs typeface="Franklin Gothic Book"/>
              </a:rPr>
              <a:t>e</a:t>
            </a:r>
            <a:r>
              <a:rPr sz="2000" spc="-15" dirty="0">
                <a:solidFill>
                  <a:srgbClr val="4D3A2F"/>
                </a:solidFill>
                <a:latin typeface="Calibri" panose="020F0502020204030204" pitchFamily="34" charset="0"/>
                <a:cs typeface="Franklin Gothic Book"/>
              </a:rPr>
              <a:t>cid</a:t>
            </a:r>
            <a:r>
              <a:rPr sz="2000" spc="-10" dirty="0">
                <a:solidFill>
                  <a:srgbClr val="4D3A2F"/>
                </a:solidFill>
                <a:latin typeface="Calibri" panose="020F0502020204030204" pitchFamily="34" charset="0"/>
                <a:cs typeface="Franklin Gothic Book"/>
              </a:rPr>
              <a:t>i</a:t>
            </a:r>
            <a:r>
              <a:rPr sz="2000" spc="-5" dirty="0">
                <a:solidFill>
                  <a:srgbClr val="4D3A2F"/>
                </a:solidFill>
                <a:latin typeface="Calibri" panose="020F0502020204030204" pitchFamily="34" charset="0"/>
                <a:cs typeface="Franklin Gothic Book"/>
              </a:rPr>
              <a:t>n</a:t>
            </a:r>
            <a:r>
              <a:rPr sz="2000" dirty="0">
                <a:solidFill>
                  <a:srgbClr val="4D3A2F"/>
                </a:solidFill>
                <a:latin typeface="Calibri" panose="020F0502020204030204" pitchFamily="34" charset="0"/>
                <a:cs typeface="Franklin Gothic Book"/>
              </a:rPr>
              <a:t>g</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h</a:t>
            </a:r>
            <a:r>
              <a:rPr sz="2000" spc="-25" dirty="0">
                <a:solidFill>
                  <a:srgbClr val="4D3A2F"/>
                </a:solidFill>
                <a:latin typeface="Calibri" panose="020F0502020204030204" pitchFamily="34" charset="0"/>
                <a:cs typeface="Franklin Gothic Book"/>
              </a:rPr>
              <a:t>a</a:t>
            </a:r>
            <a:r>
              <a:rPr sz="2000" spc="-10" dirty="0">
                <a:solidFill>
                  <a:srgbClr val="4D3A2F"/>
                </a:solidFill>
                <a:latin typeface="Calibri" panose="020F0502020204030204" pitchFamily="34" charset="0"/>
                <a:cs typeface="Franklin Gothic Book"/>
              </a:rPr>
              <a:t>t</a:t>
            </a:r>
            <a:r>
              <a:rPr sz="2000"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wh</a:t>
            </a:r>
            <a:r>
              <a:rPr sz="2000" spc="-10" dirty="0">
                <a:solidFill>
                  <a:srgbClr val="4D3A2F"/>
                </a:solidFill>
                <a:latin typeface="Calibri" panose="020F0502020204030204" pitchFamily="34" charset="0"/>
                <a:cs typeface="Franklin Gothic Book"/>
              </a:rPr>
              <a:t>at t</a:t>
            </a:r>
            <a:r>
              <a:rPr sz="2000" spc="-20" dirty="0">
                <a:solidFill>
                  <a:srgbClr val="4D3A2F"/>
                </a:solidFill>
                <a:latin typeface="Calibri" panose="020F0502020204030204" pitchFamily="34" charset="0"/>
                <a:cs typeface="Franklin Gothic Book"/>
              </a:rPr>
              <a:t>h</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othe</a:t>
            </a:r>
            <a:r>
              <a:rPr sz="2000" spc="-10" dirty="0">
                <a:solidFill>
                  <a:srgbClr val="4D3A2F"/>
                </a:solidFill>
                <a:latin typeface="Calibri" panose="020F0502020204030204" pitchFamily="34" charset="0"/>
                <a:cs typeface="Franklin Gothic Book"/>
              </a:rPr>
              <a:t>r</a:t>
            </a:r>
            <a:r>
              <a:rPr sz="2000" spc="5" dirty="0">
                <a:solidFill>
                  <a:srgbClr val="4D3A2F"/>
                </a:solidFill>
                <a:latin typeface="Calibri" panose="020F0502020204030204" pitchFamily="34" charset="0"/>
                <a:cs typeface="Franklin Gothic Book"/>
              </a:rPr>
              <a:t> </a:t>
            </a:r>
            <a:r>
              <a:rPr sz="2000" spc="-10" dirty="0">
                <a:solidFill>
                  <a:srgbClr val="4D3A2F"/>
                </a:solidFill>
                <a:latin typeface="Calibri" panose="020F0502020204030204" pitchFamily="34" charset="0"/>
                <a:cs typeface="Franklin Gothic Book"/>
              </a:rPr>
              <a:t>p</a:t>
            </a:r>
            <a:r>
              <a:rPr sz="2000" spc="-5" dirty="0">
                <a:solidFill>
                  <a:srgbClr val="4D3A2F"/>
                </a:solidFill>
                <a:latin typeface="Calibri" panose="020F0502020204030204" pitchFamily="34" charset="0"/>
                <a:cs typeface="Franklin Gothic Book"/>
              </a:rPr>
              <a:t>er</a:t>
            </a:r>
            <a:r>
              <a:rPr sz="2000" spc="-20" dirty="0">
                <a:solidFill>
                  <a:srgbClr val="4D3A2F"/>
                </a:solidFill>
                <a:latin typeface="Calibri" panose="020F0502020204030204" pitchFamily="34" charset="0"/>
                <a:cs typeface="Franklin Gothic Book"/>
              </a:rPr>
              <a:t>s</a:t>
            </a:r>
            <a:r>
              <a:rPr sz="2000" spc="-10" dirty="0">
                <a:solidFill>
                  <a:srgbClr val="4D3A2F"/>
                </a:solidFill>
                <a:latin typeface="Calibri" panose="020F0502020204030204" pitchFamily="34" charset="0"/>
                <a:cs typeface="Franklin Gothic Book"/>
              </a:rPr>
              <a:t>o</a:t>
            </a:r>
            <a:r>
              <a:rPr sz="2000" spc="-15" dirty="0">
                <a:solidFill>
                  <a:srgbClr val="4D3A2F"/>
                </a:solidFill>
                <a:latin typeface="Calibri" panose="020F0502020204030204" pitchFamily="34" charset="0"/>
                <a:cs typeface="Franklin Gothic Book"/>
              </a:rPr>
              <a:t>n</a:t>
            </a:r>
            <a:r>
              <a:rPr sz="2000" dirty="0">
                <a:solidFill>
                  <a:srgbClr val="4D3A2F"/>
                </a:solidFill>
                <a:latin typeface="Calibri" panose="020F0502020204030204" pitchFamily="34" charset="0"/>
                <a:cs typeface="Franklin Gothic Book"/>
              </a:rPr>
              <a:t> </a:t>
            </a:r>
            <a:r>
              <a:rPr sz="2000" spc="-5" dirty="0">
                <a:solidFill>
                  <a:srgbClr val="4D3A2F"/>
                </a:solidFill>
                <a:latin typeface="Calibri" panose="020F0502020204030204" pitchFamily="34" charset="0"/>
                <a:cs typeface="Franklin Gothic Book"/>
              </a:rPr>
              <a:t>i</a:t>
            </a:r>
            <a:r>
              <a:rPr sz="2000" dirty="0">
                <a:solidFill>
                  <a:srgbClr val="4D3A2F"/>
                </a:solidFill>
                <a:latin typeface="Calibri" panose="020F0502020204030204" pitchFamily="34" charset="0"/>
                <a:cs typeface="Franklin Gothic Book"/>
              </a:rPr>
              <a:t>s </a:t>
            </a:r>
            <a:r>
              <a:rPr sz="2000" spc="-5" dirty="0">
                <a:solidFill>
                  <a:srgbClr val="00B050"/>
                </a:solidFill>
                <a:latin typeface="Calibri" panose="020F0502020204030204" pitchFamily="34" charset="0"/>
                <a:cs typeface="Franklin Gothic Book"/>
              </a:rPr>
              <a:t>goi</a:t>
            </a:r>
            <a:r>
              <a:rPr sz="2000" dirty="0">
                <a:solidFill>
                  <a:srgbClr val="00B050"/>
                </a:solidFill>
                <a:latin typeface="Calibri" panose="020F0502020204030204" pitchFamily="34" charset="0"/>
                <a:cs typeface="Franklin Gothic Book"/>
              </a:rPr>
              <a:t>ng</a:t>
            </a:r>
            <a:r>
              <a:rPr sz="2000" spc="5" dirty="0">
                <a:solidFill>
                  <a:srgbClr val="00B050"/>
                </a:solidFill>
                <a:latin typeface="Calibri" panose="020F0502020204030204" pitchFamily="34" charset="0"/>
                <a:cs typeface="Franklin Gothic Book"/>
              </a:rPr>
              <a:t> </a:t>
            </a:r>
            <a:r>
              <a:rPr sz="2000" spc="-50" dirty="0">
                <a:solidFill>
                  <a:srgbClr val="00B050"/>
                </a:solidFill>
                <a:latin typeface="Calibri" panose="020F0502020204030204" pitchFamily="34" charset="0"/>
                <a:cs typeface="Franklin Gothic Book"/>
              </a:rPr>
              <a:t>t</a:t>
            </a:r>
            <a:r>
              <a:rPr sz="2000" spc="-15" dirty="0">
                <a:solidFill>
                  <a:srgbClr val="00B050"/>
                </a:solidFill>
                <a:latin typeface="Calibri" panose="020F0502020204030204" pitchFamily="34" charset="0"/>
                <a:cs typeface="Franklin Gothic Book"/>
              </a:rPr>
              <a:t>o</a:t>
            </a:r>
            <a:r>
              <a:rPr sz="2000" spc="5" dirty="0">
                <a:solidFill>
                  <a:srgbClr val="00B050"/>
                </a:solidFill>
                <a:latin typeface="Calibri" panose="020F0502020204030204" pitchFamily="34" charset="0"/>
                <a:cs typeface="Franklin Gothic Book"/>
              </a:rPr>
              <a:t> </a:t>
            </a:r>
            <a:r>
              <a:rPr sz="2000" spc="-20" dirty="0">
                <a:solidFill>
                  <a:srgbClr val="00B050"/>
                </a:solidFill>
                <a:latin typeface="Calibri" panose="020F0502020204030204" pitchFamily="34" charset="0"/>
                <a:cs typeface="Franklin Gothic Book"/>
              </a:rPr>
              <a:t>s</a:t>
            </a:r>
            <a:r>
              <a:rPr sz="2000" spc="-65" dirty="0">
                <a:solidFill>
                  <a:srgbClr val="00B050"/>
                </a:solidFill>
                <a:latin typeface="Calibri" panose="020F0502020204030204" pitchFamily="34" charset="0"/>
                <a:cs typeface="Franklin Gothic Book"/>
              </a:rPr>
              <a:t>a</a:t>
            </a:r>
            <a:r>
              <a:rPr sz="2000" dirty="0">
                <a:solidFill>
                  <a:srgbClr val="00B050"/>
                </a:solidFill>
                <a:latin typeface="Calibri" panose="020F0502020204030204" pitchFamily="34" charset="0"/>
                <a:cs typeface="Franklin Gothic Book"/>
              </a:rPr>
              <a:t>y</a:t>
            </a:r>
            <a:r>
              <a:rPr sz="2000" spc="-5" dirty="0">
                <a:solidFill>
                  <a:srgbClr val="00B050"/>
                </a:solidFill>
                <a:latin typeface="Calibri" panose="020F0502020204030204" pitchFamily="34" charset="0"/>
                <a:cs typeface="Franklin Gothic Book"/>
              </a:rPr>
              <a:t> </a:t>
            </a:r>
            <a:r>
              <a:rPr lang="en-US" sz="2000" spc="-5" dirty="0">
                <a:solidFill>
                  <a:srgbClr val="00B050"/>
                </a:solidFill>
                <a:latin typeface="Calibri" panose="020F0502020204030204" pitchFamily="34" charset="0"/>
                <a:cs typeface="Franklin Gothic Book"/>
              </a:rPr>
              <a:t>will be</a:t>
            </a:r>
            <a:r>
              <a:rPr sz="2000" spc="-10" dirty="0">
                <a:solidFill>
                  <a:srgbClr val="00B050"/>
                </a:solidFill>
                <a:latin typeface="Calibri" panose="020F0502020204030204" pitchFamily="34" charset="0"/>
                <a:cs typeface="Franklin Gothic Book"/>
              </a:rPr>
              <a:t> </a:t>
            </a:r>
            <a:r>
              <a:rPr sz="2000" spc="5" dirty="0">
                <a:solidFill>
                  <a:srgbClr val="00B050"/>
                </a:solidFill>
                <a:latin typeface="Calibri" panose="020F0502020204030204" pitchFamily="34" charset="0"/>
                <a:cs typeface="Franklin Gothic Book"/>
              </a:rPr>
              <a:t>w</a:t>
            </a:r>
            <a:r>
              <a:rPr sz="2000" spc="-50" dirty="0">
                <a:solidFill>
                  <a:srgbClr val="00B050"/>
                </a:solidFill>
                <a:latin typeface="Calibri" panose="020F0502020204030204" pitchFamily="34" charset="0"/>
                <a:cs typeface="Franklin Gothic Book"/>
              </a:rPr>
              <a:t>r</a:t>
            </a:r>
            <a:r>
              <a:rPr sz="2000" spc="-20" dirty="0">
                <a:solidFill>
                  <a:srgbClr val="00B050"/>
                </a:solidFill>
                <a:latin typeface="Calibri" panose="020F0502020204030204" pitchFamily="34" charset="0"/>
                <a:cs typeface="Franklin Gothic Book"/>
              </a:rPr>
              <a:t>o</a:t>
            </a:r>
            <a:r>
              <a:rPr sz="2000" spc="-15" dirty="0">
                <a:solidFill>
                  <a:srgbClr val="00B050"/>
                </a:solidFill>
                <a:latin typeface="Calibri" panose="020F0502020204030204" pitchFamily="34" charset="0"/>
                <a:cs typeface="Franklin Gothic Book"/>
              </a:rPr>
              <a:t>n</a:t>
            </a:r>
            <a:r>
              <a:rPr sz="2000" spc="5" dirty="0">
                <a:solidFill>
                  <a:srgbClr val="00B050"/>
                </a:solidFill>
                <a:latin typeface="Calibri" panose="020F0502020204030204" pitchFamily="34" charset="0"/>
                <a:cs typeface="Franklin Gothic Book"/>
              </a:rPr>
              <a:t>g</a:t>
            </a:r>
            <a:r>
              <a:rPr sz="2000" dirty="0">
                <a:solidFill>
                  <a:srgbClr val="4D3A2F"/>
                </a:solidFill>
                <a:latin typeface="Calibri" panose="020F0502020204030204" pitchFamily="34" charset="0"/>
                <a:cs typeface="Franklin Gothic Book"/>
              </a:rPr>
              <a:t>,</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s</a:t>
            </a:r>
            <a:r>
              <a:rPr sz="2000" spc="-15" dirty="0">
                <a:solidFill>
                  <a:srgbClr val="4D3A2F"/>
                </a:solidFill>
                <a:latin typeface="Calibri" panose="020F0502020204030204" pitchFamily="34" charset="0"/>
                <a:cs typeface="Franklin Gothic Book"/>
              </a:rPr>
              <a:t>o</a:t>
            </a:r>
            <a:r>
              <a:rPr sz="2000" spc="5" dirty="0">
                <a:solidFill>
                  <a:srgbClr val="4D3A2F"/>
                </a:solidFill>
                <a:latin typeface="Calibri" panose="020F0502020204030204" pitchFamily="34" charset="0"/>
                <a:cs typeface="Franklin Gothic Book"/>
              </a:rPr>
              <a:t> </a:t>
            </a:r>
            <a:r>
              <a:rPr sz="2000" spc="-30" dirty="0">
                <a:solidFill>
                  <a:srgbClr val="4D3A2F"/>
                </a:solidFill>
                <a:latin typeface="Calibri" panose="020F0502020204030204" pitchFamily="34" charset="0"/>
                <a:cs typeface="Franklin Gothic Book"/>
              </a:rPr>
              <a:t>y</a:t>
            </a:r>
            <a:r>
              <a:rPr sz="2000" spc="-10" dirty="0">
                <a:solidFill>
                  <a:srgbClr val="4D3A2F"/>
                </a:solidFill>
                <a:latin typeface="Calibri" panose="020F0502020204030204" pitchFamily="34" charset="0"/>
                <a:cs typeface="Franklin Gothic Book"/>
              </a:rPr>
              <a:t>o</a:t>
            </a:r>
            <a:r>
              <a:rPr sz="2000" spc="-15" dirty="0">
                <a:solidFill>
                  <a:srgbClr val="4D3A2F"/>
                </a:solidFill>
                <a:latin typeface="Calibri" panose="020F0502020204030204" pitchFamily="34" charset="0"/>
                <a:cs typeface="Franklin Gothic Book"/>
              </a:rPr>
              <a:t>u</a:t>
            </a:r>
            <a:r>
              <a:rPr sz="2000" spc="-5" dirty="0">
                <a:solidFill>
                  <a:srgbClr val="4D3A2F"/>
                </a:solidFill>
                <a:latin typeface="Calibri" panose="020F0502020204030204" pitchFamily="34" charset="0"/>
                <a:cs typeface="Franklin Gothic Book"/>
              </a:rPr>
              <a:t> </a:t>
            </a:r>
            <a:r>
              <a:rPr sz="2000" spc="-10" dirty="0">
                <a:solidFill>
                  <a:srgbClr val="4D3A2F"/>
                </a:solidFill>
                <a:latin typeface="Calibri" panose="020F0502020204030204" pitchFamily="34" charset="0"/>
                <a:cs typeface="Franklin Gothic Book"/>
              </a:rPr>
              <a:t>i</a:t>
            </a:r>
            <a:r>
              <a:rPr sz="2000" spc="-15" dirty="0">
                <a:solidFill>
                  <a:srgbClr val="4D3A2F"/>
                </a:solidFill>
                <a:latin typeface="Calibri" panose="020F0502020204030204" pitchFamily="34" charset="0"/>
                <a:cs typeface="Franklin Gothic Book"/>
              </a:rPr>
              <a:t>n</a:t>
            </a:r>
            <a:r>
              <a:rPr sz="2000" spc="-50" dirty="0">
                <a:solidFill>
                  <a:srgbClr val="4D3A2F"/>
                </a:solidFill>
                <a:latin typeface="Calibri" panose="020F0502020204030204" pitchFamily="34" charset="0"/>
                <a:cs typeface="Franklin Gothic Book"/>
              </a:rPr>
              <a:t>t</a:t>
            </a:r>
            <a:r>
              <a:rPr sz="2000" spc="-10" dirty="0">
                <a:solidFill>
                  <a:srgbClr val="4D3A2F"/>
                </a:solidFill>
                <a:latin typeface="Calibri" panose="020F0502020204030204" pitchFamily="34" charset="0"/>
                <a:cs typeface="Franklin Gothic Book"/>
              </a:rPr>
              <a:t>e</a:t>
            </a:r>
            <a:r>
              <a:rPr sz="2000" spc="-20" dirty="0">
                <a:solidFill>
                  <a:srgbClr val="4D3A2F"/>
                </a:solidFill>
                <a:latin typeface="Calibri" panose="020F0502020204030204" pitchFamily="34" charset="0"/>
                <a:cs typeface="Franklin Gothic Book"/>
              </a:rPr>
              <a:t>r</a:t>
            </a:r>
            <a:r>
              <a:rPr sz="2000" spc="-15" dirty="0">
                <a:solidFill>
                  <a:srgbClr val="4D3A2F"/>
                </a:solidFill>
                <a:latin typeface="Calibri" panose="020F0502020204030204" pitchFamily="34" charset="0"/>
                <a:cs typeface="Franklin Gothic Book"/>
              </a:rPr>
              <a:t>rup</a:t>
            </a:r>
            <a:r>
              <a:rPr sz="2000" spc="-10" dirty="0">
                <a:solidFill>
                  <a:srgbClr val="4D3A2F"/>
                </a:solidFill>
                <a:latin typeface="Calibri" panose="020F0502020204030204" pitchFamily="34" charset="0"/>
                <a:cs typeface="Franklin Gothic Book"/>
              </a:rPr>
              <a:t>t</a:t>
            </a:r>
            <a:r>
              <a:rPr sz="2000" dirty="0">
                <a:solidFill>
                  <a:srgbClr val="4D3A2F"/>
                </a:solidFill>
                <a:latin typeface="Calibri" panose="020F0502020204030204" pitchFamily="34" charset="0"/>
                <a:cs typeface="Franklin Gothic Book"/>
              </a:rPr>
              <a:t> </a:t>
            </a:r>
            <a:r>
              <a:rPr sz="2000" spc="-25" dirty="0">
                <a:solidFill>
                  <a:srgbClr val="4D3A2F"/>
                </a:solidFill>
                <a:latin typeface="Calibri" panose="020F0502020204030204" pitchFamily="34" charset="0"/>
                <a:cs typeface="Franklin Gothic Book"/>
              </a:rPr>
              <a:t>a</a:t>
            </a:r>
            <a:r>
              <a:rPr sz="2000" spc="-5" dirty="0">
                <a:solidFill>
                  <a:srgbClr val="4D3A2F"/>
                </a:solidFill>
                <a:latin typeface="Calibri" panose="020F0502020204030204" pitchFamily="34" charset="0"/>
                <a:cs typeface="Franklin Gothic Book"/>
              </a:rPr>
              <a:t>n</a:t>
            </a:r>
            <a:r>
              <a:rPr sz="2000" spc="-15" dirty="0">
                <a:solidFill>
                  <a:srgbClr val="4D3A2F"/>
                </a:solidFill>
                <a:latin typeface="Calibri" panose="020F0502020204030204" pitchFamily="34" charset="0"/>
                <a:cs typeface="Franklin Gothic Book"/>
              </a:rPr>
              <a:t>d</a:t>
            </a:r>
            <a:r>
              <a:rPr sz="2000" dirty="0">
                <a:solidFill>
                  <a:srgbClr val="4D3A2F"/>
                </a:solidFill>
                <a:latin typeface="Calibri" panose="020F0502020204030204" pitchFamily="34" charset="0"/>
                <a:cs typeface="Franklin Gothic Book"/>
              </a:rPr>
              <a:t> </a:t>
            </a:r>
            <a:r>
              <a:rPr sz="2000" spc="-5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el</a:t>
            </a:r>
            <a:r>
              <a:rPr sz="2000" spc="-5" dirty="0">
                <a:solidFill>
                  <a:srgbClr val="4D3A2F"/>
                </a:solidFill>
                <a:latin typeface="Calibri" panose="020F0502020204030204" pitchFamily="34" charset="0"/>
                <a:cs typeface="Franklin Gothic Book"/>
              </a:rPr>
              <a:t>l </a:t>
            </a:r>
            <a:r>
              <a:rPr sz="2000" spc="-2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hem</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wh</a:t>
            </a:r>
            <a:r>
              <a:rPr sz="2000" spc="-10" dirty="0">
                <a:solidFill>
                  <a:srgbClr val="4D3A2F"/>
                </a:solidFill>
                <a:latin typeface="Calibri" panose="020F0502020204030204" pitchFamily="34" charset="0"/>
                <a:cs typeface="Franklin Gothic Book"/>
              </a:rPr>
              <a:t>at </a:t>
            </a:r>
            <a:r>
              <a:rPr sz="2000" spc="-2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h</a:t>
            </a:r>
            <a:r>
              <a:rPr sz="2000" spc="-50" dirty="0">
                <a:solidFill>
                  <a:srgbClr val="4D3A2F"/>
                </a:solidFill>
                <a:latin typeface="Calibri" panose="020F0502020204030204" pitchFamily="34" charset="0"/>
                <a:cs typeface="Franklin Gothic Book"/>
              </a:rPr>
              <a:t>e</a:t>
            </a:r>
            <a:r>
              <a:rPr sz="2000" dirty="0">
                <a:solidFill>
                  <a:srgbClr val="4D3A2F"/>
                </a:solidFill>
                <a:latin typeface="Calibri" panose="020F0502020204030204" pitchFamily="34" charset="0"/>
                <a:cs typeface="Franklin Gothic Book"/>
              </a:rPr>
              <a:t>y</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s</a:t>
            </a:r>
            <a:r>
              <a:rPr sz="2000" spc="-15" dirty="0">
                <a:solidFill>
                  <a:srgbClr val="4D3A2F"/>
                </a:solidFill>
                <a:latin typeface="Calibri" panose="020F0502020204030204" pitchFamily="34" charset="0"/>
                <a:cs typeface="Franklin Gothic Book"/>
              </a:rPr>
              <a:t>hould</a:t>
            </a:r>
            <a:r>
              <a:rPr sz="2000"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t</a:t>
            </a:r>
            <a:r>
              <a:rPr sz="2000" dirty="0">
                <a:solidFill>
                  <a:srgbClr val="4D3A2F"/>
                </a:solidFill>
                <a:latin typeface="Calibri" panose="020F0502020204030204" pitchFamily="34" charset="0"/>
                <a:cs typeface="Franklin Gothic Book"/>
              </a:rPr>
              <a:t>hink.</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Th</a:t>
            </a:r>
            <a:r>
              <a:rPr sz="2000" spc="-50" dirty="0">
                <a:solidFill>
                  <a:srgbClr val="4D3A2F"/>
                </a:solidFill>
                <a:latin typeface="Calibri" panose="020F0502020204030204" pitchFamily="34" charset="0"/>
                <a:cs typeface="Franklin Gothic Book"/>
              </a:rPr>
              <a:t>e</a:t>
            </a:r>
            <a:r>
              <a:rPr sz="2000" dirty="0">
                <a:solidFill>
                  <a:srgbClr val="4D3A2F"/>
                </a:solidFill>
                <a:latin typeface="Calibri" panose="020F0502020204030204" pitchFamily="34" charset="0"/>
                <a:cs typeface="Franklin Gothic Book"/>
              </a:rPr>
              <a:t>y </a:t>
            </a:r>
            <a:r>
              <a:rPr sz="2000" spc="-15" dirty="0">
                <a:solidFill>
                  <a:srgbClr val="4D3A2F"/>
                </a:solidFill>
                <a:latin typeface="Calibri" panose="020F0502020204030204" pitchFamily="34" charset="0"/>
                <a:cs typeface="Franklin Gothic Book"/>
              </a:rPr>
              <a:t>a</a:t>
            </a:r>
            <a:r>
              <a:rPr sz="2000" spc="-20" dirty="0">
                <a:solidFill>
                  <a:srgbClr val="4D3A2F"/>
                </a:solidFill>
                <a:latin typeface="Calibri" panose="020F0502020204030204" pitchFamily="34" charset="0"/>
                <a:cs typeface="Franklin Gothic Book"/>
              </a:rPr>
              <a:t>s</a:t>
            </a:r>
            <a:r>
              <a:rPr sz="2000" spc="-10" dirty="0">
                <a:solidFill>
                  <a:srgbClr val="4D3A2F"/>
                </a:solidFill>
                <a:latin typeface="Calibri" panose="020F0502020204030204" pitchFamily="34" charset="0"/>
                <a:cs typeface="Franklin Gothic Book"/>
              </a:rPr>
              <a:t>s</a:t>
            </a:r>
            <a:r>
              <a:rPr sz="2000" spc="-20" dirty="0">
                <a:solidFill>
                  <a:srgbClr val="4D3A2F"/>
                </a:solidFill>
                <a:latin typeface="Calibri" panose="020F0502020204030204" pitchFamily="34" charset="0"/>
                <a:cs typeface="Franklin Gothic Book"/>
              </a:rPr>
              <a:t>u</a:t>
            </a:r>
            <a:r>
              <a:rPr sz="2000" spc="-15" dirty="0">
                <a:solidFill>
                  <a:srgbClr val="4D3A2F"/>
                </a:solidFill>
                <a:latin typeface="Calibri" panose="020F0502020204030204" pitchFamily="34" charset="0"/>
                <a:cs typeface="Franklin Gothic Book"/>
              </a:rPr>
              <a:t>me</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a</a:t>
            </a:r>
            <a:r>
              <a:rPr sz="2000"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d</a:t>
            </a:r>
            <a:r>
              <a:rPr sz="2000" spc="-10" dirty="0">
                <a:solidFill>
                  <a:srgbClr val="4D3A2F"/>
                </a:solidFill>
                <a:latin typeface="Calibri" panose="020F0502020204030204" pitchFamily="34" charset="0"/>
                <a:cs typeface="Franklin Gothic Book"/>
              </a:rPr>
              <a:t>i</a:t>
            </a:r>
            <a:r>
              <a:rPr sz="2000" spc="-15" dirty="0">
                <a:solidFill>
                  <a:srgbClr val="4D3A2F"/>
                </a:solidFill>
                <a:latin typeface="Calibri" panose="020F0502020204030204" pitchFamily="34" charset="0"/>
                <a:cs typeface="Franklin Gothic Book"/>
              </a:rPr>
              <a:t>r</a:t>
            </a:r>
            <a:r>
              <a:rPr sz="2000" spc="-10" dirty="0">
                <a:solidFill>
                  <a:srgbClr val="4D3A2F"/>
                </a:solidFill>
                <a:latin typeface="Calibri" panose="020F0502020204030204" pitchFamily="34" charset="0"/>
                <a:cs typeface="Franklin Gothic Book"/>
              </a:rPr>
              <a:t>e</a:t>
            </a:r>
            <a:r>
              <a:rPr sz="2000" spc="-15" dirty="0">
                <a:solidFill>
                  <a:srgbClr val="4D3A2F"/>
                </a:solidFill>
                <a:latin typeface="Calibri" panose="020F0502020204030204" pitchFamily="34" charset="0"/>
                <a:cs typeface="Franklin Gothic Book"/>
              </a:rPr>
              <a:t>c</a:t>
            </a:r>
            <a:r>
              <a:rPr sz="2000" spc="-20" dirty="0">
                <a:solidFill>
                  <a:srgbClr val="4D3A2F"/>
                </a:solidFill>
                <a:latin typeface="Calibri" panose="020F0502020204030204" pitchFamily="34" charset="0"/>
                <a:cs typeface="Franklin Gothic Book"/>
              </a:rPr>
              <a:t>t</a:t>
            </a:r>
            <a:r>
              <a:rPr sz="2000" spc="-5" dirty="0">
                <a:solidFill>
                  <a:srgbClr val="4D3A2F"/>
                </a:solidFill>
                <a:latin typeface="Calibri" panose="020F0502020204030204" pitchFamily="34" charset="0"/>
                <a:cs typeface="Franklin Gothic Book"/>
              </a:rPr>
              <a:t>ion </a:t>
            </a:r>
            <a:r>
              <a:rPr sz="2000" spc="-20" dirty="0">
                <a:solidFill>
                  <a:srgbClr val="4D3A2F"/>
                </a:solidFill>
                <a:latin typeface="Calibri" panose="020F0502020204030204" pitchFamily="34" charset="0"/>
                <a:cs typeface="Franklin Gothic Book"/>
              </a:rPr>
              <a:t>th</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c</a:t>
            </a:r>
            <a:r>
              <a:rPr sz="2000" spc="-10" dirty="0">
                <a:solidFill>
                  <a:srgbClr val="4D3A2F"/>
                </a:solidFill>
                <a:latin typeface="Calibri" panose="020F0502020204030204" pitchFamily="34" charset="0"/>
                <a:cs typeface="Franklin Gothic Book"/>
              </a:rPr>
              <a:t>o</a:t>
            </a:r>
            <a:r>
              <a:rPr sz="2000" spc="-60" dirty="0">
                <a:solidFill>
                  <a:srgbClr val="4D3A2F"/>
                </a:solidFill>
                <a:latin typeface="Calibri" panose="020F0502020204030204" pitchFamily="34" charset="0"/>
                <a:cs typeface="Franklin Gothic Book"/>
              </a:rPr>
              <a:t>n</a:t>
            </a:r>
            <a:r>
              <a:rPr sz="2000" spc="-35" dirty="0">
                <a:solidFill>
                  <a:srgbClr val="4D3A2F"/>
                </a:solidFill>
                <a:latin typeface="Calibri" panose="020F0502020204030204" pitchFamily="34" charset="0"/>
                <a:cs typeface="Franklin Gothic Book"/>
              </a:rPr>
              <a:t>v</a:t>
            </a:r>
            <a:r>
              <a:rPr sz="2000" spc="-20"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r</a:t>
            </a:r>
            <a:r>
              <a:rPr sz="2000" spc="-10" dirty="0">
                <a:solidFill>
                  <a:srgbClr val="4D3A2F"/>
                </a:solidFill>
                <a:latin typeface="Calibri" panose="020F0502020204030204" pitchFamily="34" charset="0"/>
                <a:cs typeface="Franklin Gothic Book"/>
              </a:rPr>
              <a:t>s</a:t>
            </a:r>
            <a:r>
              <a:rPr sz="2000" spc="-20" dirty="0">
                <a:solidFill>
                  <a:srgbClr val="4D3A2F"/>
                </a:solidFill>
                <a:latin typeface="Calibri" panose="020F0502020204030204" pitchFamily="34" charset="0"/>
                <a:cs typeface="Franklin Gothic Book"/>
              </a:rPr>
              <a:t>at</a:t>
            </a:r>
            <a:r>
              <a:rPr sz="2000" spc="-5" dirty="0">
                <a:solidFill>
                  <a:srgbClr val="4D3A2F"/>
                </a:solidFill>
                <a:latin typeface="Calibri" panose="020F0502020204030204" pitchFamily="34" charset="0"/>
                <a:cs typeface="Franklin Gothic Book"/>
              </a:rPr>
              <a:t>io</a:t>
            </a:r>
            <a:r>
              <a:rPr sz="2000" dirty="0">
                <a:solidFill>
                  <a:srgbClr val="4D3A2F"/>
                </a:solidFill>
                <a:latin typeface="Calibri" panose="020F0502020204030204" pitchFamily="34" charset="0"/>
                <a:cs typeface="Franklin Gothic Book"/>
              </a:rPr>
              <a:t>n</a:t>
            </a:r>
            <a:r>
              <a:rPr sz="2000" spc="10" dirty="0">
                <a:solidFill>
                  <a:srgbClr val="4D3A2F"/>
                </a:solidFill>
                <a:latin typeface="Calibri" panose="020F0502020204030204" pitchFamily="34" charset="0"/>
                <a:cs typeface="Franklin Gothic Book"/>
              </a:rPr>
              <a:t> </a:t>
            </a:r>
            <a:r>
              <a:rPr sz="2000" spc="-10" dirty="0">
                <a:solidFill>
                  <a:srgbClr val="4D3A2F"/>
                </a:solidFill>
                <a:latin typeface="Calibri" panose="020F0502020204030204" pitchFamily="34" charset="0"/>
                <a:cs typeface="Franklin Gothic Book"/>
              </a:rPr>
              <a:t>is</a:t>
            </a:r>
            <a:r>
              <a:rPr sz="2000" dirty="0">
                <a:solidFill>
                  <a:srgbClr val="4D3A2F"/>
                </a:solidFill>
                <a:latin typeface="Calibri" panose="020F0502020204030204" pitchFamily="34" charset="0"/>
                <a:cs typeface="Franklin Gothic Book"/>
              </a:rPr>
              <a:t> </a:t>
            </a:r>
            <a:r>
              <a:rPr sz="2000" spc="5" dirty="0">
                <a:solidFill>
                  <a:srgbClr val="4D3A2F"/>
                </a:solidFill>
                <a:latin typeface="Calibri" panose="020F0502020204030204" pitchFamily="34" charset="0"/>
                <a:cs typeface="Franklin Gothic Book"/>
              </a:rPr>
              <a:t>g</a:t>
            </a:r>
            <a:r>
              <a:rPr sz="2000" spc="-5" dirty="0">
                <a:solidFill>
                  <a:srgbClr val="4D3A2F"/>
                </a:solidFill>
                <a:latin typeface="Calibri" panose="020F0502020204030204" pitchFamily="34" charset="0"/>
                <a:cs typeface="Franklin Gothic Book"/>
              </a:rPr>
              <a:t>oi</a:t>
            </a:r>
            <a:r>
              <a:rPr sz="2000" dirty="0">
                <a:solidFill>
                  <a:srgbClr val="4D3A2F"/>
                </a:solidFill>
                <a:latin typeface="Calibri" panose="020F0502020204030204" pitchFamily="34" charset="0"/>
                <a:cs typeface="Franklin Gothic Book"/>
              </a:rPr>
              <a:t>n</a:t>
            </a:r>
            <a:r>
              <a:rPr sz="2000" spc="-5" dirty="0">
                <a:solidFill>
                  <a:srgbClr val="4D3A2F"/>
                </a:solidFill>
                <a:latin typeface="Calibri" panose="020F0502020204030204" pitchFamily="34" charset="0"/>
                <a:cs typeface="Franklin Gothic Book"/>
              </a:rPr>
              <a:t>g</a:t>
            </a:r>
            <a:r>
              <a:rPr sz="2000" dirty="0">
                <a:solidFill>
                  <a:srgbClr val="4D3A2F"/>
                </a:solidFill>
                <a:latin typeface="Calibri" panose="020F0502020204030204" pitchFamily="34" charset="0"/>
                <a:cs typeface="Franklin Gothic Book"/>
              </a:rPr>
              <a:t>,</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tu</a:t>
            </a:r>
            <a:r>
              <a:rPr sz="2000" spc="-5" dirty="0">
                <a:solidFill>
                  <a:srgbClr val="4D3A2F"/>
                </a:solidFill>
                <a:latin typeface="Calibri" panose="020F0502020204030204" pitchFamily="34" charset="0"/>
                <a:cs typeface="Franklin Gothic Book"/>
              </a:rPr>
              <a:t>n</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10" dirty="0">
                <a:solidFill>
                  <a:srgbClr val="4D3A2F"/>
                </a:solidFill>
                <a:latin typeface="Calibri" panose="020F0502020204030204" pitchFamily="34" charset="0"/>
                <a:cs typeface="Franklin Gothic Book"/>
              </a:rPr>
              <a:t>o</a:t>
            </a:r>
            <a:r>
              <a:rPr sz="2000" spc="-20" dirty="0">
                <a:solidFill>
                  <a:srgbClr val="4D3A2F"/>
                </a:solidFill>
                <a:latin typeface="Calibri" panose="020F0502020204030204" pitchFamily="34" charset="0"/>
                <a:cs typeface="Franklin Gothic Book"/>
              </a:rPr>
              <a:t>u</a:t>
            </a:r>
            <a:r>
              <a:rPr sz="2000" spc="-10" dirty="0">
                <a:solidFill>
                  <a:srgbClr val="4D3A2F"/>
                </a:solidFill>
                <a:latin typeface="Calibri" panose="020F0502020204030204" pitchFamily="34" charset="0"/>
                <a:cs typeface="Franklin Gothic Book"/>
              </a:rPr>
              <a:t>t </a:t>
            </a:r>
            <a:r>
              <a:rPr sz="2000" spc="-15" dirty="0">
                <a:solidFill>
                  <a:srgbClr val="4D3A2F"/>
                </a:solidFill>
                <a:latin typeface="Calibri" panose="020F0502020204030204" pitchFamily="34" charset="0"/>
                <a:cs typeface="Franklin Gothic Book"/>
              </a:rPr>
              <a:t>and</a:t>
            </a:r>
            <a:r>
              <a:rPr sz="2000" dirty="0">
                <a:solidFill>
                  <a:srgbClr val="4D3A2F"/>
                </a:solidFill>
                <a:latin typeface="Calibri" panose="020F0502020204030204" pitchFamily="34" charset="0"/>
                <a:cs typeface="Franklin Gothic Book"/>
              </a:rPr>
              <a:t> </a:t>
            </a:r>
            <a:r>
              <a:rPr sz="2000" spc="-10" dirty="0">
                <a:solidFill>
                  <a:srgbClr val="4D3A2F"/>
                </a:solidFill>
                <a:latin typeface="Calibri" panose="020F0502020204030204" pitchFamily="34" charset="0"/>
                <a:cs typeface="Franklin Gothic Book"/>
              </a:rPr>
              <a:t>then</a:t>
            </a:r>
            <a:r>
              <a:rPr sz="2000" spc="10"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re</a:t>
            </a:r>
            <a:r>
              <a:rPr sz="2000" spc="-10" dirty="0">
                <a:solidFill>
                  <a:srgbClr val="4D3A2F"/>
                </a:solidFill>
                <a:latin typeface="Calibri" panose="020F0502020204030204" pitchFamily="34" charset="0"/>
                <a:cs typeface="Franklin Gothic Book"/>
              </a:rPr>
              <a:t>spo</a:t>
            </a:r>
            <a:r>
              <a:rPr sz="2000" spc="-15" dirty="0">
                <a:solidFill>
                  <a:srgbClr val="4D3A2F"/>
                </a:solidFill>
                <a:latin typeface="Calibri" panose="020F0502020204030204" pitchFamily="34" charset="0"/>
                <a:cs typeface="Franklin Gothic Book"/>
              </a:rPr>
              <a:t>nd</a:t>
            </a:r>
            <a:r>
              <a:rPr sz="2000" dirty="0">
                <a:solidFill>
                  <a:srgbClr val="4D3A2F"/>
                </a:solidFill>
                <a:latin typeface="Calibri" panose="020F0502020204030204" pitchFamily="34" charset="0"/>
                <a:cs typeface="Franklin Gothic Book"/>
              </a:rPr>
              <a:t> </a:t>
            </a:r>
            <a:r>
              <a:rPr sz="2000" spc="5" dirty="0">
                <a:solidFill>
                  <a:srgbClr val="4D3A2F"/>
                </a:solidFill>
                <a:latin typeface="Calibri" panose="020F0502020204030204" pitchFamily="34" charset="0"/>
                <a:cs typeface="Franklin Gothic Book"/>
              </a:rPr>
              <a:t>w</a:t>
            </a:r>
            <a:r>
              <a:rPr sz="2000" spc="-10" dirty="0">
                <a:solidFill>
                  <a:srgbClr val="4D3A2F"/>
                </a:solidFill>
                <a:latin typeface="Calibri" panose="020F0502020204030204" pitchFamily="34" charset="0"/>
                <a:cs typeface="Franklin Gothic Book"/>
              </a:rPr>
              <a:t>i</a:t>
            </a:r>
            <a:r>
              <a:rPr sz="2000" spc="-20" dirty="0">
                <a:solidFill>
                  <a:srgbClr val="4D3A2F"/>
                </a:solidFill>
                <a:latin typeface="Calibri" panose="020F0502020204030204" pitchFamily="34" charset="0"/>
                <a:cs typeface="Franklin Gothic Book"/>
              </a:rPr>
              <a:t>t</a:t>
            </a:r>
            <a:r>
              <a:rPr sz="2000" dirty="0">
                <a:solidFill>
                  <a:srgbClr val="4D3A2F"/>
                </a:solidFill>
                <a:latin typeface="Calibri" panose="020F0502020204030204" pitchFamily="34" charset="0"/>
                <a:cs typeface="Franklin Gothic Book"/>
              </a:rPr>
              <a:t>h</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wh</a:t>
            </a:r>
            <a:r>
              <a:rPr sz="2000" spc="-10" dirty="0">
                <a:solidFill>
                  <a:srgbClr val="4D3A2F"/>
                </a:solidFill>
                <a:latin typeface="Calibri" panose="020F0502020204030204" pitchFamily="34" charset="0"/>
                <a:cs typeface="Franklin Gothic Book"/>
              </a:rPr>
              <a:t>at </a:t>
            </a:r>
            <a:r>
              <a:rPr sz="2000" spc="-2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h</a:t>
            </a:r>
            <a:r>
              <a:rPr sz="2000" spc="-50" dirty="0">
                <a:solidFill>
                  <a:srgbClr val="4D3A2F"/>
                </a:solidFill>
                <a:latin typeface="Calibri" panose="020F0502020204030204" pitchFamily="34" charset="0"/>
                <a:cs typeface="Franklin Gothic Book"/>
              </a:rPr>
              <a:t>e</a:t>
            </a:r>
            <a:r>
              <a:rPr sz="2000" dirty="0">
                <a:solidFill>
                  <a:srgbClr val="4D3A2F"/>
                </a:solidFill>
                <a:latin typeface="Calibri" panose="020F0502020204030204" pitchFamily="34" charset="0"/>
                <a:cs typeface="Franklin Gothic Book"/>
              </a:rPr>
              <a:t>y </a:t>
            </a:r>
            <a:r>
              <a:rPr sz="2000" i="1" spc="-15" dirty="0">
                <a:solidFill>
                  <a:srgbClr val="4D3A2F"/>
                </a:solidFill>
                <a:latin typeface="Calibri" panose="020F0502020204030204" pitchFamily="34" charset="0"/>
                <a:cs typeface="Franklin Gothic Book"/>
              </a:rPr>
              <a:t>t</a:t>
            </a:r>
            <a:r>
              <a:rPr sz="2000" i="1" spc="-5" dirty="0">
                <a:solidFill>
                  <a:srgbClr val="4D3A2F"/>
                </a:solidFill>
                <a:latin typeface="Calibri" panose="020F0502020204030204" pitchFamily="34" charset="0"/>
                <a:cs typeface="Franklin Gothic Book"/>
              </a:rPr>
              <a:t>ho</a:t>
            </a:r>
            <a:r>
              <a:rPr sz="2000" i="1" spc="10" dirty="0">
                <a:solidFill>
                  <a:srgbClr val="4D3A2F"/>
                </a:solidFill>
                <a:latin typeface="Calibri" panose="020F0502020204030204" pitchFamily="34" charset="0"/>
                <a:cs typeface="Franklin Gothic Book"/>
              </a:rPr>
              <a:t>u</a:t>
            </a:r>
            <a:r>
              <a:rPr sz="2000" i="1" spc="-10" dirty="0">
                <a:solidFill>
                  <a:srgbClr val="4D3A2F"/>
                </a:solidFill>
                <a:latin typeface="Calibri" panose="020F0502020204030204" pitchFamily="34" charset="0"/>
                <a:cs typeface="Franklin Gothic Book"/>
              </a:rPr>
              <a:t>g</a:t>
            </a:r>
            <a:r>
              <a:rPr sz="2000" i="1" spc="5" dirty="0">
                <a:solidFill>
                  <a:srgbClr val="4D3A2F"/>
                </a:solidFill>
                <a:latin typeface="Calibri" panose="020F0502020204030204" pitchFamily="34" charset="0"/>
                <a:cs typeface="Franklin Gothic Book"/>
              </a:rPr>
              <a:t>h</a:t>
            </a:r>
            <a:r>
              <a:rPr sz="2000" i="1" spc="-10" dirty="0">
                <a:solidFill>
                  <a:srgbClr val="4D3A2F"/>
                </a:solidFill>
                <a:latin typeface="Calibri" panose="020F0502020204030204" pitchFamily="34" charset="0"/>
                <a:cs typeface="Franklin Gothic Book"/>
              </a:rPr>
              <a:t>t</a:t>
            </a:r>
            <a:r>
              <a:rPr sz="2000" i="1"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w</a:t>
            </a:r>
            <a:r>
              <a:rPr sz="2000" spc="-10" dirty="0">
                <a:solidFill>
                  <a:srgbClr val="4D3A2F"/>
                </a:solidFill>
                <a:latin typeface="Calibri" panose="020F0502020204030204" pitchFamily="34" charset="0"/>
                <a:cs typeface="Franklin Gothic Book"/>
              </a:rPr>
              <a:t>as</a:t>
            </a:r>
            <a:r>
              <a:rPr sz="2000"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sa</a:t>
            </a:r>
            <a:r>
              <a:rPr sz="2000" spc="-5" dirty="0">
                <a:solidFill>
                  <a:srgbClr val="4D3A2F"/>
                </a:solidFill>
                <a:latin typeface="Calibri" panose="020F0502020204030204" pitchFamily="34" charset="0"/>
                <a:cs typeface="Franklin Gothic Book"/>
              </a:rPr>
              <a:t>i</a:t>
            </a:r>
            <a:r>
              <a:rPr sz="2000" dirty="0">
                <a:solidFill>
                  <a:srgbClr val="4D3A2F"/>
                </a:solidFill>
                <a:latin typeface="Calibri" panose="020F0502020204030204" pitchFamily="34" charset="0"/>
                <a:cs typeface="Franklin Gothic Book"/>
              </a:rPr>
              <a:t>d.</a:t>
            </a:r>
            <a:endParaRPr lang="en-US" sz="2000" dirty="0">
              <a:solidFill>
                <a:srgbClr val="4D3A2F"/>
              </a:solidFill>
              <a:latin typeface="Calibri" panose="020F0502020204030204" pitchFamily="34" charset="0"/>
              <a:cs typeface="Franklin Gothic Book"/>
            </a:endParaRPr>
          </a:p>
          <a:p>
            <a:pPr marL="12700" marR="26034" fontAlgn="auto">
              <a:lnSpc>
                <a:spcPts val="1920"/>
              </a:lnSpc>
              <a:spcBef>
                <a:spcPts val="220"/>
              </a:spcBef>
              <a:spcAft>
                <a:spcPts val="0"/>
              </a:spcAft>
            </a:pPr>
            <a:endParaRPr sz="2000" dirty="0">
              <a:solidFill>
                <a:prstClr val="black"/>
              </a:solidFill>
              <a:latin typeface="Calibri" panose="020F0502020204030204" pitchFamily="34" charset="0"/>
              <a:cs typeface="Franklin Gothic Book"/>
            </a:endParaRPr>
          </a:p>
          <a:p>
            <a:pPr marL="12700" fontAlgn="auto">
              <a:lnSpc>
                <a:spcPts val="1695"/>
              </a:lnSpc>
              <a:spcBef>
                <a:spcPts val="0"/>
              </a:spcBef>
              <a:spcAft>
                <a:spcPts val="0"/>
              </a:spcAft>
            </a:pPr>
            <a:r>
              <a:rPr sz="2000" u="heavy" spc="-5" dirty="0">
                <a:solidFill>
                  <a:srgbClr val="4D3A2F"/>
                </a:solidFill>
                <a:latin typeface="Calibri" panose="020F0502020204030204" pitchFamily="34" charset="0"/>
                <a:cs typeface="Franklin Gothic Book"/>
              </a:rPr>
              <a:t>L</a:t>
            </a:r>
            <a:r>
              <a:rPr sz="2000" u="heavy" spc="5" dirty="0">
                <a:solidFill>
                  <a:srgbClr val="4D3A2F"/>
                </a:solidFill>
                <a:latin typeface="Calibri" panose="020F0502020204030204" pitchFamily="34" charset="0"/>
                <a:cs typeface="Franklin Gothic Book"/>
              </a:rPr>
              <a:t>i</a:t>
            </a:r>
            <a:r>
              <a:rPr sz="2000" u="heavy" dirty="0">
                <a:solidFill>
                  <a:srgbClr val="4D3A2F"/>
                </a:solidFill>
                <a:latin typeface="Calibri" panose="020F0502020204030204" pitchFamily="34" charset="0"/>
                <a:cs typeface="Franklin Gothic Book"/>
              </a:rPr>
              <a:t>s</a:t>
            </a:r>
            <a:r>
              <a:rPr sz="2000" u="heavy" spc="-50" dirty="0">
                <a:solidFill>
                  <a:srgbClr val="4D3A2F"/>
                </a:solidFill>
                <a:latin typeface="Calibri" panose="020F0502020204030204" pitchFamily="34" charset="0"/>
                <a:cs typeface="Franklin Gothic Book"/>
              </a:rPr>
              <a:t>t</a:t>
            </a:r>
            <a:r>
              <a:rPr sz="2000" u="heavy" dirty="0">
                <a:solidFill>
                  <a:srgbClr val="4D3A2F"/>
                </a:solidFill>
                <a:latin typeface="Calibri" panose="020F0502020204030204" pitchFamily="34" charset="0"/>
                <a:cs typeface="Franklin Gothic Book"/>
              </a:rPr>
              <a:t>e</a:t>
            </a:r>
            <a:r>
              <a:rPr sz="2000" u="heavy" spc="-5" dirty="0">
                <a:solidFill>
                  <a:srgbClr val="4D3A2F"/>
                </a:solidFill>
                <a:latin typeface="Calibri" panose="020F0502020204030204" pitchFamily="34" charset="0"/>
                <a:cs typeface="Franklin Gothic Book"/>
              </a:rPr>
              <a:t>n</a:t>
            </a:r>
            <a:r>
              <a:rPr sz="2000" u="heavy" spc="5" dirty="0">
                <a:solidFill>
                  <a:srgbClr val="4D3A2F"/>
                </a:solidFill>
                <a:latin typeface="Calibri" panose="020F0502020204030204" pitchFamily="34" charset="0"/>
                <a:cs typeface="Franklin Gothic Book"/>
              </a:rPr>
              <a:t>i</a:t>
            </a:r>
            <a:r>
              <a:rPr sz="2000" u="heavy" dirty="0">
                <a:solidFill>
                  <a:srgbClr val="4D3A2F"/>
                </a:solidFill>
                <a:latin typeface="Calibri" panose="020F0502020204030204" pitchFamily="34" charset="0"/>
                <a:cs typeface="Franklin Gothic Book"/>
              </a:rPr>
              <a:t>ng</a:t>
            </a:r>
            <a:r>
              <a:rPr sz="2000" u="heavy" spc="20" dirty="0">
                <a:solidFill>
                  <a:srgbClr val="4D3A2F"/>
                </a:solidFill>
                <a:latin typeface="Calibri" panose="020F0502020204030204" pitchFamily="34" charset="0"/>
                <a:cs typeface="Franklin Gothic Book"/>
              </a:rPr>
              <a:t> </a:t>
            </a:r>
            <a:r>
              <a:rPr sz="2000" u="heavy" spc="5" dirty="0">
                <a:solidFill>
                  <a:srgbClr val="4D3A2F"/>
                </a:solidFill>
                <a:latin typeface="Calibri" panose="020F0502020204030204" pitchFamily="34" charset="0"/>
                <a:cs typeface="Franklin Gothic Book"/>
              </a:rPr>
              <a:t>wi</a:t>
            </a:r>
            <a:r>
              <a:rPr sz="2000" u="heavy" spc="-10" dirty="0">
                <a:solidFill>
                  <a:srgbClr val="4D3A2F"/>
                </a:solidFill>
                <a:latin typeface="Calibri" panose="020F0502020204030204" pitchFamily="34" charset="0"/>
                <a:cs typeface="Franklin Gothic Book"/>
              </a:rPr>
              <a:t>t</a:t>
            </a:r>
            <a:r>
              <a:rPr sz="2000" u="heavy" spc="15" dirty="0">
                <a:solidFill>
                  <a:srgbClr val="4D3A2F"/>
                </a:solidFill>
                <a:latin typeface="Calibri" panose="020F0502020204030204" pitchFamily="34" charset="0"/>
                <a:cs typeface="Franklin Gothic Book"/>
              </a:rPr>
              <a:t>h</a:t>
            </a:r>
            <a:r>
              <a:rPr sz="2000" u="heavy" spc="-10" dirty="0">
                <a:solidFill>
                  <a:srgbClr val="4D3A2F"/>
                </a:solidFill>
                <a:latin typeface="Calibri" panose="020F0502020204030204" pitchFamily="34" charset="0"/>
                <a:cs typeface="Franklin Gothic Book"/>
              </a:rPr>
              <a:t>out</a:t>
            </a:r>
            <a:r>
              <a:rPr sz="2000" u="heavy" spc="30" dirty="0">
                <a:solidFill>
                  <a:srgbClr val="4D3A2F"/>
                </a:solidFill>
                <a:latin typeface="Calibri" panose="020F0502020204030204" pitchFamily="34" charset="0"/>
                <a:cs typeface="Franklin Gothic Book"/>
              </a:rPr>
              <a:t> </a:t>
            </a:r>
            <a:r>
              <a:rPr sz="2000" u="heavy" spc="-45" dirty="0">
                <a:solidFill>
                  <a:srgbClr val="4D3A2F"/>
                </a:solidFill>
                <a:latin typeface="Calibri" panose="020F0502020204030204" pitchFamily="34" charset="0"/>
                <a:cs typeface="Franklin Gothic Book"/>
              </a:rPr>
              <a:t>R</a:t>
            </a:r>
            <a:r>
              <a:rPr sz="2000" u="heavy" spc="-10" dirty="0">
                <a:solidFill>
                  <a:srgbClr val="4D3A2F"/>
                </a:solidFill>
                <a:latin typeface="Calibri" panose="020F0502020204030204" pitchFamily="34" charset="0"/>
                <a:cs typeface="Franklin Gothic Book"/>
              </a:rPr>
              <a:t>e</a:t>
            </a:r>
            <a:r>
              <a:rPr sz="2000" u="heavy" dirty="0">
                <a:solidFill>
                  <a:srgbClr val="4D3A2F"/>
                </a:solidFill>
                <a:latin typeface="Calibri" panose="020F0502020204030204" pitchFamily="34" charset="0"/>
                <a:cs typeface="Franklin Gothic Book"/>
              </a:rPr>
              <a:t>s</a:t>
            </a:r>
            <a:r>
              <a:rPr sz="2000" u="heavy" spc="5" dirty="0">
                <a:solidFill>
                  <a:srgbClr val="4D3A2F"/>
                </a:solidFill>
                <a:latin typeface="Calibri" panose="020F0502020204030204" pitchFamily="34" charset="0"/>
                <a:cs typeface="Franklin Gothic Book"/>
              </a:rPr>
              <a:t>p</a:t>
            </a:r>
            <a:r>
              <a:rPr sz="2000" u="heavy" spc="-10" dirty="0">
                <a:solidFill>
                  <a:srgbClr val="4D3A2F"/>
                </a:solidFill>
                <a:latin typeface="Calibri" panose="020F0502020204030204" pitchFamily="34" charset="0"/>
                <a:cs typeface="Franklin Gothic Book"/>
              </a:rPr>
              <a:t>e</a:t>
            </a:r>
            <a:r>
              <a:rPr sz="2000" u="heavy" dirty="0">
                <a:solidFill>
                  <a:srgbClr val="4D3A2F"/>
                </a:solidFill>
                <a:latin typeface="Calibri" panose="020F0502020204030204" pitchFamily="34" charset="0"/>
                <a:cs typeface="Franklin Gothic Book"/>
              </a:rPr>
              <a:t>ct:</a:t>
            </a:r>
            <a:r>
              <a:rPr sz="2000" u="heavy" spc="25" dirty="0">
                <a:solidFill>
                  <a:srgbClr val="4D3A2F"/>
                </a:solidFill>
                <a:latin typeface="Calibri" panose="020F0502020204030204" pitchFamily="34" charset="0"/>
                <a:cs typeface="Franklin Gothic Book"/>
              </a:rPr>
              <a:t> </a:t>
            </a:r>
            <a:r>
              <a:rPr sz="2000" u="heavy" spc="-125" dirty="0">
                <a:solidFill>
                  <a:srgbClr val="4D3A2F"/>
                </a:solidFill>
                <a:latin typeface="Calibri" panose="020F0502020204030204" pitchFamily="34" charset="0"/>
                <a:cs typeface="Franklin Gothic Book"/>
              </a:rPr>
              <a:t>T</a:t>
            </a:r>
            <a:r>
              <a:rPr sz="2000" u="heavy" dirty="0">
                <a:solidFill>
                  <a:srgbClr val="4D3A2F"/>
                </a:solidFill>
                <a:latin typeface="Calibri" panose="020F0502020204030204" pitchFamily="34" charset="0"/>
                <a:cs typeface="Franklin Gothic Book"/>
              </a:rPr>
              <a:t>o</a:t>
            </a:r>
            <a:r>
              <a:rPr sz="2000" u="heavy" spc="-15" dirty="0">
                <a:solidFill>
                  <a:srgbClr val="4D3A2F"/>
                </a:solidFill>
                <a:latin typeface="Calibri" panose="020F0502020204030204" pitchFamily="34" charset="0"/>
                <a:cs typeface="Franklin Gothic Book"/>
              </a:rPr>
              <a:t>o</a:t>
            </a:r>
            <a:r>
              <a:rPr sz="2000" u="heavy" spc="25" dirty="0">
                <a:solidFill>
                  <a:srgbClr val="4D3A2F"/>
                </a:solidFill>
                <a:latin typeface="Calibri" panose="020F0502020204030204" pitchFamily="34" charset="0"/>
                <a:cs typeface="Franklin Gothic Book"/>
              </a:rPr>
              <a:t> </a:t>
            </a:r>
            <a:r>
              <a:rPr sz="2000" u="heavy" spc="-10" dirty="0">
                <a:solidFill>
                  <a:srgbClr val="4D3A2F"/>
                </a:solidFill>
                <a:latin typeface="Calibri" panose="020F0502020204030204" pitchFamily="34" charset="0"/>
                <a:cs typeface="Franklin Gothic Book"/>
              </a:rPr>
              <a:t>mu</a:t>
            </a:r>
            <a:r>
              <a:rPr sz="2000" u="heavy" dirty="0">
                <a:solidFill>
                  <a:srgbClr val="4D3A2F"/>
                </a:solidFill>
                <a:latin typeface="Calibri" panose="020F0502020204030204" pitchFamily="34" charset="0"/>
                <a:cs typeface="Franklin Gothic Book"/>
              </a:rPr>
              <a:t>ch</a:t>
            </a:r>
            <a:r>
              <a:rPr sz="2000" u="heavy" spc="25" dirty="0">
                <a:solidFill>
                  <a:srgbClr val="4D3A2F"/>
                </a:solidFill>
                <a:latin typeface="Calibri" panose="020F0502020204030204" pitchFamily="34" charset="0"/>
                <a:cs typeface="Franklin Gothic Book"/>
              </a:rPr>
              <a:t> </a:t>
            </a:r>
            <a:r>
              <a:rPr sz="2000" u="heavy" dirty="0">
                <a:solidFill>
                  <a:srgbClr val="4D3A2F"/>
                </a:solidFill>
                <a:latin typeface="Calibri" panose="020F0502020204030204" pitchFamily="34" charset="0"/>
                <a:cs typeface="Franklin Gothic Book"/>
              </a:rPr>
              <a:t>e</a:t>
            </a:r>
            <a:r>
              <a:rPr sz="2000" u="heavy" spc="5" dirty="0">
                <a:solidFill>
                  <a:srgbClr val="4D3A2F"/>
                </a:solidFill>
                <a:latin typeface="Calibri" panose="020F0502020204030204" pitchFamily="34" charset="0"/>
                <a:cs typeface="Franklin Gothic Book"/>
              </a:rPr>
              <a:t>g</a:t>
            </a:r>
            <a:r>
              <a:rPr sz="2000" u="heavy" spc="-15" dirty="0">
                <a:solidFill>
                  <a:srgbClr val="4D3A2F"/>
                </a:solidFill>
                <a:latin typeface="Calibri" panose="020F0502020204030204" pitchFamily="34" charset="0"/>
                <a:cs typeface="Franklin Gothic Book"/>
              </a:rPr>
              <a:t>o</a:t>
            </a:r>
            <a:endParaRPr sz="2000" dirty="0">
              <a:solidFill>
                <a:prstClr val="black"/>
              </a:solidFill>
              <a:latin typeface="Calibri" panose="020F0502020204030204" pitchFamily="34" charset="0"/>
              <a:cs typeface="Franklin Gothic Book"/>
            </a:endParaRPr>
          </a:p>
          <a:p>
            <a:pPr marL="12700" marR="6350" fontAlgn="auto">
              <a:lnSpc>
                <a:spcPct val="79800"/>
              </a:lnSpc>
              <a:spcBef>
                <a:spcPts val="244"/>
              </a:spcBef>
              <a:spcAft>
                <a:spcPts val="0"/>
              </a:spcAft>
            </a:pPr>
            <a:r>
              <a:rPr sz="2000" spc="-55" dirty="0">
                <a:solidFill>
                  <a:srgbClr val="4D3A2F"/>
                </a:solidFill>
                <a:latin typeface="Calibri" panose="020F0502020204030204" pitchFamily="34" charset="0"/>
                <a:cs typeface="Franklin Gothic Book"/>
              </a:rPr>
              <a:t>F</a:t>
            </a:r>
            <a:r>
              <a:rPr sz="2000" spc="-15" dirty="0">
                <a:solidFill>
                  <a:srgbClr val="4D3A2F"/>
                </a:solidFill>
                <a:latin typeface="Calibri" panose="020F0502020204030204" pitchFamily="34" charset="0"/>
                <a:cs typeface="Franklin Gothic Book"/>
              </a:rPr>
              <a:t>a</a:t>
            </a:r>
            <a:r>
              <a:rPr sz="2000" spc="-10" dirty="0">
                <a:solidFill>
                  <a:srgbClr val="4D3A2F"/>
                </a:solidFill>
                <a:latin typeface="Calibri" panose="020F0502020204030204" pitchFamily="34" charset="0"/>
                <a:cs typeface="Franklin Gothic Book"/>
              </a:rPr>
              <a:t>i</a:t>
            </a:r>
            <a:r>
              <a:rPr sz="2000" spc="-5" dirty="0">
                <a:solidFill>
                  <a:srgbClr val="4D3A2F"/>
                </a:solidFill>
                <a:latin typeface="Calibri" panose="020F0502020204030204" pitchFamily="34" charset="0"/>
                <a:cs typeface="Franklin Gothic Book"/>
              </a:rPr>
              <a:t>l</a:t>
            </a:r>
            <a:r>
              <a:rPr sz="2000" spc="-10" dirty="0">
                <a:solidFill>
                  <a:srgbClr val="4D3A2F"/>
                </a:solidFill>
                <a:latin typeface="Calibri" panose="020F0502020204030204" pitchFamily="34" charset="0"/>
                <a:cs typeface="Franklin Gothic Book"/>
              </a:rPr>
              <a:t>i</a:t>
            </a:r>
            <a:r>
              <a:rPr sz="2000" spc="-5" dirty="0">
                <a:solidFill>
                  <a:srgbClr val="4D3A2F"/>
                </a:solidFill>
                <a:latin typeface="Calibri" panose="020F0502020204030204" pitchFamily="34" charset="0"/>
                <a:cs typeface="Franklin Gothic Book"/>
              </a:rPr>
              <a:t>n</a:t>
            </a:r>
            <a:r>
              <a:rPr sz="2000" dirty="0">
                <a:solidFill>
                  <a:srgbClr val="4D3A2F"/>
                </a:solidFill>
                <a:latin typeface="Calibri" panose="020F0502020204030204" pitchFamily="34" charset="0"/>
                <a:cs typeface="Franklin Gothic Book"/>
              </a:rPr>
              <a:t>g</a:t>
            </a:r>
            <a:r>
              <a:rPr sz="2000" spc="-5" dirty="0">
                <a:solidFill>
                  <a:srgbClr val="4D3A2F"/>
                </a:solidFill>
                <a:latin typeface="Calibri" panose="020F0502020204030204" pitchFamily="34" charset="0"/>
                <a:cs typeface="Franklin Gothic Book"/>
              </a:rPr>
              <a:t> </a:t>
            </a:r>
            <a:r>
              <a:rPr sz="2000" spc="-5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o</a:t>
            </a:r>
            <a:r>
              <a:rPr sz="2000" spc="5" dirty="0">
                <a:solidFill>
                  <a:srgbClr val="4D3A2F"/>
                </a:solidFill>
                <a:latin typeface="Calibri" panose="020F0502020204030204" pitchFamily="34" charset="0"/>
                <a:cs typeface="Franklin Gothic Book"/>
              </a:rPr>
              <a:t> </a:t>
            </a:r>
            <a:r>
              <a:rPr sz="2000" spc="-5" dirty="0">
                <a:solidFill>
                  <a:srgbClr val="4D3A2F"/>
                </a:solidFill>
                <a:latin typeface="Calibri" panose="020F0502020204030204" pitchFamily="34" charset="0"/>
                <a:cs typeface="Franklin Gothic Book"/>
              </a:rPr>
              <a:t>l</a:t>
            </a:r>
            <a:r>
              <a:rPr sz="2000" spc="-10" dirty="0">
                <a:solidFill>
                  <a:srgbClr val="4D3A2F"/>
                </a:solidFill>
                <a:latin typeface="Calibri" panose="020F0502020204030204" pitchFamily="34" charset="0"/>
                <a:cs typeface="Franklin Gothic Book"/>
              </a:rPr>
              <a:t>i</a:t>
            </a:r>
            <a:r>
              <a:rPr sz="2000" spc="-20" dirty="0">
                <a:solidFill>
                  <a:srgbClr val="4D3A2F"/>
                </a:solidFill>
                <a:latin typeface="Calibri" panose="020F0502020204030204" pitchFamily="34" charset="0"/>
                <a:cs typeface="Franklin Gothic Book"/>
              </a:rPr>
              <a:t>s</a:t>
            </a:r>
            <a:r>
              <a:rPr sz="2000" spc="-50" dirty="0">
                <a:solidFill>
                  <a:srgbClr val="4D3A2F"/>
                </a:solidFill>
                <a:latin typeface="Calibri" panose="020F0502020204030204" pitchFamily="34" charset="0"/>
                <a:cs typeface="Franklin Gothic Book"/>
              </a:rPr>
              <a:t>t</a:t>
            </a:r>
            <a:r>
              <a:rPr sz="2000" spc="-10" dirty="0">
                <a:solidFill>
                  <a:srgbClr val="4D3A2F"/>
                </a:solidFill>
                <a:latin typeface="Calibri" panose="020F0502020204030204" pitchFamily="34" charset="0"/>
                <a:cs typeface="Franklin Gothic Book"/>
              </a:rPr>
              <a:t>e</a:t>
            </a:r>
            <a:r>
              <a:rPr sz="2000" spc="-15" dirty="0">
                <a:solidFill>
                  <a:srgbClr val="4D3A2F"/>
                </a:solidFill>
                <a:latin typeface="Calibri" panose="020F0502020204030204" pitchFamily="34" charset="0"/>
                <a:cs typeface="Franklin Gothic Book"/>
              </a:rPr>
              <a:t>n</a:t>
            </a:r>
            <a:r>
              <a:rPr sz="2000" dirty="0">
                <a:solidFill>
                  <a:srgbClr val="4D3A2F"/>
                </a:solidFill>
                <a:latin typeface="Calibri" panose="020F0502020204030204" pitchFamily="34" charset="0"/>
                <a:cs typeface="Franklin Gothic Book"/>
              </a:rPr>
              <a:t> </a:t>
            </a:r>
            <a:r>
              <a:rPr sz="2000" spc="-5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o</a:t>
            </a:r>
            <a:r>
              <a:rPr sz="2000" spc="-5" dirty="0">
                <a:solidFill>
                  <a:srgbClr val="4D3A2F"/>
                </a:solidFill>
                <a:latin typeface="Calibri" panose="020F0502020204030204" pitchFamily="34" charset="0"/>
                <a:cs typeface="Franklin Gothic Book"/>
              </a:rPr>
              <a:t> </a:t>
            </a:r>
            <a:r>
              <a:rPr sz="2000" spc="-10" dirty="0">
                <a:solidFill>
                  <a:srgbClr val="4D3A2F"/>
                </a:solidFill>
                <a:latin typeface="Calibri" panose="020F0502020204030204" pitchFamily="34" charset="0"/>
                <a:cs typeface="Franklin Gothic Book"/>
              </a:rPr>
              <a:t>t</a:t>
            </a:r>
            <a:r>
              <a:rPr sz="2000" spc="-20" dirty="0">
                <a:solidFill>
                  <a:srgbClr val="4D3A2F"/>
                </a:solidFill>
                <a:latin typeface="Calibri" panose="020F0502020204030204" pitchFamily="34" charset="0"/>
                <a:cs typeface="Franklin Gothic Book"/>
              </a:rPr>
              <a:t>h</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10" dirty="0">
                <a:solidFill>
                  <a:srgbClr val="4D3A2F"/>
                </a:solidFill>
                <a:latin typeface="Calibri" panose="020F0502020204030204" pitchFamily="34" charset="0"/>
                <a:cs typeface="Franklin Gothic Book"/>
              </a:rPr>
              <a:t>m</a:t>
            </a:r>
            <a:r>
              <a:rPr sz="2000" spc="-20" dirty="0">
                <a:solidFill>
                  <a:srgbClr val="4D3A2F"/>
                </a:solidFill>
                <a:latin typeface="Calibri" panose="020F0502020204030204" pitchFamily="34" charset="0"/>
                <a:cs typeface="Franklin Gothic Book"/>
              </a:rPr>
              <a:t>es</a:t>
            </a:r>
            <a:r>
              <a:rPr sz="2000" spc="-10" dirty="0">
                <a:solidFill>
                  <a:srgbClr val="4D3A2F"/>
                </a:solidFill>
                <a:latin typeface="Calibri" panose="020F0502020204030204" pitchFamily="34" charset="0"/>
                <a:cs typeface="Franklin Gothic Book"/>
              </a:rPr>
              <a:t>sa</a:t>
            </a:r>
            <a:r>
              <a:rPr sz="2000" spc="-5" dirty="0">
                <a:solidFill>
                  <a:srgbClr val="4D3A2F"/>
                </a:solidFill>
                <a:latin typeface="Calibri" panose="020F0502020204030204" pitchFamily="34" charset="0"/>
                <a:cs typeface="Franklin Gothic Book"/>
              </a:rPr>
              <a:t>g</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o</a:t>
            </a:r>
            <a:r>
              <a:rPr sz="2000" spc="-10" dirty="0">
                <a:solidFill>
                  <a:srgbClr val="4D3A2F"/>
                </a:solidFill>
                <a:latin typeface="Calibri" panose="020F0502020204030204" pitchFamily="34" charset="0"/>
                <a:cs typeface="Franklin Gothic Book"/>
              </a:rPr>
              <a:t>f</a:t>
            </a:r>
            <a:r>
              <a:rPr sz="2000" spc="5" dirty="0">
                <a:solidFill>
                  <a:srgbClr val="4D3A2F"/>
                </a:solidFill>
                <a:latin typeface="Calibri" panose="020F0502020204030204" pitchFamily="34" charset="0"/>
                <a:cs typeface="Franklin Gothic Book"/>
              </a:rPr>
              <a:t> </a:t>
            </a:r>
            <a:r>
              <a:rPr sz="2000" spc="-25" dirty="0">
                <a:solidFill>
                  <a:srgbClr val="4D3A2F"/>
                </a:solidFill>
                <a:latin typeface="Calibri" panose="020F0502020204030204" pitchFamily="34" charset="0"/>
                <a:cs typeface="Franklin Gothic Book"/>
              </a:rPr>
              <a:t>a</a:t>
            </a:r>
            <a:r>
              <a:rPr sz="2000" spc="-15" dirty="0">
                <a:solidFill>
                  <a:srgbClr val="4D3A2F"/>
                </a:solidFill>
                <a:latin typeface="Calibri" panose="020F0502020204030204" pitchFamily="34" charset="0"/>
                <a:cs typeface="Franklin Gothic Book"/>
              </a:rPr>
              <a:t>n</a:t>
            </a:r>
            <a:r>
              <a:rPr sz="2000" spc="-20" dirty="0">
                <a:solidFill>
                  <a:srgbClr val="4D3A2F"/>
                </a:solidFill>
                <a:latin typeface="Calibri" panose="020F0502020204030204" pitchFamily="34" charset="0"/>
                <a:cs typeface="Franklin Gothic Book"/>
              </a:rPr>
              <a:t>othe</a:t>
            </a:r>
            <a:r>
              <a:rPr sz="2000" spc="-10" dirty="0">
                <a:solidFill>
                  <a:srgbClr val="4D3A2F"/>
                </a:solidFill>
                <a:latin typeface="Calibri" panose="020F0502020204030204" pitchFamily="34" charset="0"/>
                <a:cs typeface="Franklin Gothic Book"/>
              </a:rPr>
              <a:t>r</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f</a:t>
            </a:r>
            <a:r>
              <a:rPr sz="2000" spc="-40" dirty="0">
                <a:solidFill>
                  <a:srgbClr val="4D3A2F"/>
                </a:solidFill>
                <a:latin typeface="Calibri" panose="020F0502020204030204" pitchFamily="34" charset="0"/>
                <a:cs typeface="Franklin Gothic Book"/>
              </a:rPr>
              <a:t>r</a:t>
            </a:r>
            <a:r>
              <a:rPr sz="2000" spc="-20" dirty="0">
                <a:solidFill>
                  <a:srgbClr val="4D3A2F"/>
                </a:solidFill>
                <a:latin typeface="Calibri" panose="020F0502020204030204" pitchFamily="34" charset="0"/>
                <a:cs typeface="Franklin Gothic Book"/>
              </a:rPr>
              <a:t>om</a:t>
            </a:r>
            <a:r>
              <a:rPr sz="2000" spc="50" dirty="0">
                <a:solidFill>
                  <a:srgbClr val="4D3A2F"/>
                </a:solidFill>
                <a:latin typeface="Calibri" panose="020F0502020204030204" pitchFamily="34" charset="0"/>
                <a:cs typeface="Franklin Gothic Book"/>
              </a:rPr>
              <a:t> </a:t>
            </a:r>
            <a:r>
              <a:rPr sz="2000" i="1" spc="-15" dirty="0">
                <a:solidFill>
                  <a:srgbClr val="4D3A2F"/>
                </a:solidFill>
                <a:latin typeface="Calibri" panose="020F0502020204030204" pitchFamily="34" charset="0"/>
                <a:cs typeface="Franklin Gothic Book"/>
              </a:rPr>
              <a:t>w</a:t>
            </a:r>
            <a:r>
              <a:rPr sz="2000" i="1" spc="-5" dirty="0">
                <a:solidFill>
                  <a:srgbClr val="4D3A2F"/>
                </a:solidFill>
                <a:latin typeface="Calibri" panose="020F0502020204030204" pitchFamily="34" charset="0"/>
                <a:cs typeface="Franklin Gothic Book"/>
              </a:rPr>
              <a:t>ithi</a:t>
            </a:r>
            <a:r>
              <a:rPr sz="2000" i="1" dirty="0">
                <a:solidFill>
                  <a:srgbClr val="4D3A2F"/>
                </a:solidFill>
                <a:latin typeface="Calibri" panose="020F0502020204030204" pitchFamily="34" charset="0"/>
                <a:cs typeface="Franklin Gothic Book"/>
              </a:rPr>
              <a:t>n</a:t>
            </a:r>
            <a:r>
              <a:rPr sz="2000" i="1" spc="10" dirty="0">
                <a:solidFill>
                  <a:srgbClr val="4D3A2F"/>
                </a:solidFill>
                <a:latin typeface="Calibri" panose="020F0502020204030204" pitchFamily="34" charset="0"/>
                <a:cs typeface="Franklin Gothic Book"/>
              </a:rPr>
              <a:t> </a:t>
            </a:r>
            <a:r>
              <a:rPr sz="2000" spc="-20" dirty="0">
                <a:solidFill>
                  <a:srgbClr val="00B050"/>
                </a:solidFill>
                <a:latin typeface="Calibri" panose="020F0502020204030204" pitchFamily="34" charset="0"/>
                <a:cs typeface="Franklin Gothic Book"/>
              </a:rPr>
              <a:t>t</a:t>
            </a:r>
            <a:r>
              <a:rPr sz="2000" spc="-15" dirty="0">
                <a:solidFill>
                  <a:srgbClr val="00B050"/>
                </a:solidFill>
                <a:latin typeface="Calibri" panose="020F0502020204030204" pitchFamily="34" charset="0"/>
                <a:cs typeface="Franklin Gothic Book"/>
              </a:rPr>
              <a:t>hei</a:t>
            </a:r>
            <a:r>
              <a:rPr sz="2000" spc="-10" dirty="0">
                <a:solidFill>
                  <a:srgbClr val="00B050"/>
                </a:solidFill>
                <a:latin typeface="Calibri" panose="020F0502020204030204" pitchFamily="34" charset="0"/>
                <a:cs typeface="Franklin Gothic Book"/>
              </a:rPr>
              <a:t>r</a:t>
            </a:r>
            <a:r>
              <a:rPr sz="2000" spc="-5" dirty="0">
                <a:solidFill>
                  <a:srgbClr val="00B050"/>
                </a:solidFill>
                <a:latin typeface="Calibri" panose="020F0502020204030204" pitchFamily="34" charset="0"/>
                <a:cs typeface="Franklin Gothic Book"/>
              </a:rPr>
              <a:t> c</a:t>
            </a:r>
            <a:r>
              <a:rPr sz="2000" spc="-20" dirty="0">
                <a:solidFill>
                  <a:srgbClr val="00B050"/>
                </a:solidFill>
                <a:latin typeface="Calibri" panose="020F0502020204030204" pitchFamily="34" charset="0"/>
                <a:cs typeface="Franklin Gothic Book"/>
              </a:rPr>
              <a:t>o</a:t>
            </a:r>
            <a:r>
              <a:rPr sz="2000" spc="-15" dirty="0">
                <a:solidFill>
                  <a:srgbClr val="00B050"/>
                </a:solidFill>
                <a:latin typeface="Calibri" panose="020F0502020204030204" pitchFamily="34" charset="0"/>
                <a:cs typeface="Franklin Gothic Book"/>
              </a:rPr>
              <a:t>n</a:t>
            </a:r>
            <a:r>
              <a:rPr sz="2000" spc="-50" dirty="0">
                <a:solidFill>
                  <a:srgbClr val="00B050"/>
                </a:solidFill>
                <a:latin typeface="Calibri" panose="020F0502020204030204" pitchFamily="34" charset="0"/>
                <a:cs typeface="Franklin Gothic Book"/>
              </a:rPr>
              <a:t>te</a:t>
            </a:r>
            <a:r>
              <a:rPr sz="2000" spc="-10" dirty="0">
                <a:solidFill>
                  <a:srgbClr val="00B050"/>
                </a:solidFill>
                <a:latin typeface="Calibri" panose="020F0502020204030204" pitchFamily="34" charset="0"/>
                <a:cs typeface="Franklin Gothic Book"/>
              </a:rPr>
              <a:t>xt </a:t>
            </a:r>
            <a:r>
              <a:rPr sz="2000" spc="-15" dirty="0">
                <a:solidFill>
                  <a:srgbClr val="4D3A2F"/>
                </a:solidFill>
                <a:latin typeface="Calibri" panose="020F0502020204030204" pitchFamily="34" charset="0"/>
                <a:cs typeface="Franklin Gothic Book"/>
              </a:rPr>
              <a:t>and</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pe</a:t>
            </a:r>
            <a:r>
              <a:rPr sz="2000" spc="-5" dirty="0">
                <a:solidFill>
                  <a:srgbClr val="4D3A2F"/>
                </a:solidFill>
                <a:latin typeface="Calibri" panose="020F0502020204030204" pitchFamily="34" charset="0"/>
                <a:cs typeface="Franklin Gothic Book"/>
              </a:rPr>
              <a:t>r</a:t>
            </a:r>
            <a:r>
              <a:rPr sz="2000" spc="-20" dirty="0">
                <a:solidFill>
                  <a:srgbClr val="4D3A2F"/>
                </a:solidFill>
                <a:latin typeface="Calibri" panose="020F0502020204030204" pitchFamily="34" charset="0"/>
                <a:cs typeface="Franklin Gothic Book"/>
              </a:rPr>
              <a:t>sp</a:t>
            </a:r>
            <a:r>
              <a:rPr sz="2000" spc="-10" dirty="0">
                <a:solidFill>
                  <a:srgbClr val="4D3A2F"/>
                </a:solidFill>
                <a:latin typeface="Calibri" panose="020F0502020204030204" pitchFamily="34" charset="0"/>
                <a:cs typeface="Franklin Gothic Book"/>
              </a:rPr>
              <a:t>e</a:t>
            </a:r>
            <a:r>
              <a:rPr sz="2000" spc="-15" dirty="0">
                <a:solidFill>
                  <a:srgbClr val="4D3A2F"/>
                </a:solidFill>
                <a:latin typeface="Calibri" panose="020F0502020204030204" pitchFamily="34" charset="0"/>
                <a:cs typeface="Franklin Gothic Book"/>
              </a:rPr>
              <a:t>c</a:t>
            </a:r>
            <a:r>
              <a:rPr sz="2000" spc="-20" dirty="0">
                <a:solidFill>
                  <a:srgbClr val="4D3A2F"/>
                </a:solidFill>
                <a:latin typeface="Calibri" panose="020F0502020204030204" pitchFamily="34" charset="0"/>
                <a:cs typeface="Franklin Gothic Book"/>
              </a:rPr>
              <a:t>t</a:t>
            </a:r>
            <a:r>
              <a:rPr sz="2000" spc="-5" dirty="0">
                <a:solidFill>
                  <a:srgbClr val="4D3A2F"/>
                </a:solidFill>
                <a:latin typeface="Calibri" panose="020F0502020204030204" pitchFamily="34" charset="0"/>
                <a:cs typeface="Franklin Gothic Book"/>
              </a:rPr>
              <a:t>i</a:t>
            </a:r>
            <a:r>
              <a:rPr sz="2000" spc="-35" dirty="0">
                <a:solidFill>
                  <a:srgbClr val="4D3A2F"/>
                </a:solidFill>
                <a:latin typeface="Calibri" panose="020F0502020204030204" pitchFamily="34" charset="0"/>
                <a:cs typeface="Franklin Gothic Book"/>
              </a:rPr>
              <a:t>v</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ra</a:t>
            </a:r>
            <a:r>
              <a:rPr sz="2000" spc="-2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h</a:t>
            </a:r>
            <a:r>
              <a:rPr sz="2000" spc="-10" dirty="0">
                <a:solidFill>
                  <a:srgbClr val="4D3A2F"/>
                </a:solidFill>
                <a:latin typeface="Calibri" panose="020F0502020204030204" pitchFamily="34" charset="0"/>
                <a:cs typeface="Franklin Gothic Book"/>
              </a:rPr>
              <a:t>er</a:t>
            </a:r>
            <a:r>
              <a:rPr sz="2000" spc="-5" dirty="0">
                <a:solidFill>
                  <a:srgbClr val="4D3A2F"/>
                </a:solidFill>
                <a:latin typeface="Calibri" panose="020F0502020204030204" pitchFamily="34" charset="0"/>
                <a:cs typeface="Franklin Gothic Book"/>
              </a:rPr>
              <a:t> </a:t>
            </a:r>
            <a:r>
              <a:rPr sz="2000" spc="-20" dirty="0">
                <a:solidFill>
                  <a:srgbClr val="00B050"/>
                </a:solidFill>
                <a:latin typeface="Calibri" panose="020F0502020204030204" pitchFamily="34" charset="0"/>
                <a:cs typeface="Franklin Gothic Book"/>
              </a:rPr>
              <a:t>o</a:t>
            </a:r>
            <a:r>
              <a:rPr sz="2000" spc="-5" dirty="0">
                <a:solidFill>
                  <a:srgbClr val="00B050"/>
                </a:solidFill>
                <a:latin typeface="Calibri" panose="020F0502020204030204" pitchFamily="34" charset="0"/>
                <a:cs typeface="Franklin Gothic Book"/>
              </a:rPr>
              <a:t>n</a:t>
            </a:r>
            <a:r>
              <a:rPr sz="2000" spc="-15" dirty="0">
                <a:solidFill>
                  <a:srgbClr val="00B050"/>
                </a:solidFill>
                <a:latin typeface="Calibri" panose="020F0502020204030204" pitchFamily="34" charset="0"/>
                <a:cs typeface="Franklin Gothic Book"/>
              </a:rPr>
              <a:t>l</a:t>
            </a:r>
            <a:r>
              <a:rPr sz="2000" dirty="0">
                <a:solidFill>
                  <a:srgbClr val="00B050"/>
                </a:solidFill>
                <a:latin typeface="Calibri" panose="020F0502020204030204" pitchFamily="34" charset="0"/>
                <a:cs typeface="Franklin Gothic Book"/>
              </a:rPr>
              <a:t>y </a:t>
            </a:r>
            <a:r>
              <a:rPr sz="2000" spc="-15" dirty="0">
                <a:solidFill>
                  <a:srgbClr val="00B050"/>
                </a:solidFill>
                <a:latin typeface="Calibri" panose="020F0502020204030204" pitchFamily="34" charset="0"/>
                <a:cs typeface="Franklin Gothic Book"/>
              </a:rPr>
              <a:t>f</a:t>
            </a:r>
            <a:r>
              <a:rPr sz="2000" spc="-40" dirty="0">
                <a:solidFill>
                  <a:srgbClr val="00B050"/>
                </a:solidFill>
                <a:latin typeface="Calibri" panose="020F0502020204030204" pitchFamily="34" charset="0"/>
                <a:cs typeface="Franklin Gothic Book"/>
              </a:rPr>
              <a:t>r</a:t>
            </a:r>
            <a:r>
              <a:rPr sz="2000" spc="-20" dirty="0">
                <a:solidFill>
                  <a:srgbClr val="00B050"/>
                </a:solidFill>
                <a:latin typeface="Calibri" panose="020F0502020204030204" pitchFamily="34" charset="0"/>
                <a:cs typeface="Franklin Gothic Book"/>
              </a:rPr>
              <a:t>om</a:t>
            </a:r>
            <a:r>
              <a:rPr sz="2000" spc="5" dirty="0">
                <a:solidFill>
                  <a:srgbClr val="00B050"/>
                </a:solidFill>
                <a:latin typeface="Calibri" panose="020F0502020204030204" pitchFamily="34" charset="0"/>
                <a:cs typeface="Franklin Gothic Book"/>
              </a:rPr>
              <a:t> </a:t>
            </a:r>
            <a:r>
              <a:rPr sz="2000" spc="-30" dirty="0">
                <a:solidFill>
                  <a:srgbClr val="00B050"/>
                </a:solidFill>
                <a:latin typeface="Calibri" panose="020F0502020204030204" pitchFamily="34" charset="0"/>
                <a:cs typeface="Franklin Gothic Book"/>
              </a:rPr>
              <a:t>y</a:t>
            </a:r>
            <a:r>
              <a:rPr sz="2000" spc="-20" dirty="0">
                <a:solidFill>
                  <a:srgbClr val="00B050"/>
                </a:solidFill>
                <a:latin typeface="Calibri" panose="020F0502020204030204" pitchFamily="34" charset="0"/>
                <a:cs typeface="Franklin Gothic Book"/>
              </a:rPr>
              <a:t>ou</a:t>
            </a:r>
            <a:r>
              <a:rPr sz="2000" dirty="0">
                <a:solidFill>
                  <a:srgbClr val="00B050"/>
                </a:solidFill>
                <a:latin typeface="Calibri" panose="020F0502020204030204" pitchFamily="34" charset="0"/>
                <a:cs typeface="Franklin Gothic Book"/>
              </a:rPr>
              <a:t>r</a:t>
            </a:r>
            <a:r>
              <a:rPr sz="2000" spc="-20" dirty="0">
                <a:solidFill>
                  <a:srgbClr val="00B050"/>
                </a:solidFill>
                <a:latin typeface="Calibri" panose="020F0502020204030204" pitchFamily="34" charset="0"/>
                <a:cs typeface="Franklin Gothic Book"/>
              </a:rPr>
              <a:t>s</a:t>
            </a:r>
            <a:r>
              <a:rPr sz="2000" dirty="0">
                <a:solidFill>
                  <a:srgbClr val="4D3A2F"/>
                </a:solidFill>
                <a:latin typeface="Calibri" panose="020F0502020204030204" pitchFamily="34" charset="0"/>
                <a:cs typeface="Franklin Gothic Book"/>
              </a:rPr>
              <a:t>.</a:t>
            </a:r>
            <a:r>
              <a:rPr sz="2000" spc="5" dirty="0">
                <a:solidFill>
                  <a:srgbClr val="4D3A2F"/>
                </a:solidFill>
                <a:latin typeface="Calibri" panose="020F0502020204030204" pitchFamily="34" charset="0"/>
                <a:cs typeface="Franklin Gothic Book"/>
              </a:rPr>
              <a:t> </a:t>
            </a:r>
            <a:r>
              <a:rPr sz="2000" spc="-5" dirty="0">
                <a:solidFill>
                  <a:srgbClr val="4D3A2F"/>
                </a:solidFill>
                <a:latin typeface="Calibri" panose="020F0502020204030204" pitchFamily="34" charset="0"/>
                <a:cs typeface="Franklin Gothic Book"/>
              </a:rPr>
              <a:t>Thi</a:t>
            </a:r>
            <a:r>
              <a:rPr sz="2000" dirty="0">
                <a:solidFill>
                  <a:srgbClr val="4D3A2F"/>
                </a:solidFill>
                <a:latin typeface="Calibri" panose="020F0502020204030204" pitchFamily="34" charset="0"/>
                <a:cs typeface="Franklin Gothic Book"/>
              </a:rPr>
              <a:t>s</a:t>
            </a:r>
            <a:r>
              <a:rPr sz="2000" spc="-10" dirty="0">
                <a:solidFill>
                  <a:srgbClr val="4D3A2F"/>
                </a:solidFill>
                <a:latin typeface="Calibri" panose="020F0502020204030204" pitchFamily="34" charset="0"/>
                <a:cs typeface="Franklin Gothic Book"/>
              </a:rPr>
              <a:t> </a:t>
            </a:r>
            <a:r>
              <a:rPr sz="2000" spc="-5" dirty="0">
                <a:solidFill>
                  <a:srgbClr val="4D3A2F"/>
                </a:solidFill>
                <a:latin typeface="Calibri" panose="020F0502020204030204" pitchFamily="34" charset="0"/>
                <a:cs typeface="Franklin Gothic Book"/>
              </a:rPr>
              <a:t>i</a:t>
            </a:r>
            <a:r>
              <a:rPr sz="2000" dirty="0">
                <a:solidFill>
                  <a:srgbClr val="4D3A2F"/>
                </a:solidFill>
                <a:latin typeface="Calibri" panose="020F0502020204030204" pitchFamily="34" charset="0"/>
                <a:cs typeface="Franklin Gothic Book"/>
              </a:rPr>
              <a:t>s </a:t>
            </a:r>
            <a:r>
              <a:rPr sz="2000" spc="-15" dirty="0">
                <a:solidFill>
                  <a:srgbClr val="4D3A2F"/>
                </a:solidFill>
                <a:latin typeface="Calibri" panose="020F0502020204030204" pitchFamily="34" charset="0"/>
                <a:cs typeface="Franklin Gothic Book"/>
              </a:rPr>
              <a:t>a</a:t>
            </a:r>
            <a:r>
              <a:rPr sz="2000"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h</a:t>
            </a:r>
            <a:r>
              <a:rPr sz="2000" spc="-20" dirty="0">
                <a:solidFill>
                  <a:srgbClr val="4D3A2F"/>
                </a:solidFill>
                <a:latin typeface="Calibri" panose="020F0502020204030204" pitchFamily="34" charset="0"/>
                <a:cs typeface="Franklin Gothic Book"/>
              </a:rPr>
              <a:t>u</a:t>
            </a:r>
            <a:r>
              <a:rPr sz="2000" spc="-5" dirty="0">
                <a:solidFill>
                  <a:srgbClr val="4D3A2F"/>
                </a:solidFill>
                <a:latin typeface="Calibri" panose="020F0502020204030204" pitchFamily="34" charset="0"/>
                <a:cs typeface="Franklin Gothic Book"/>
              </a:rPr>
              <a:t>g</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lo</a:t>
            </a:r>
            <a:r>
              <a:rPr sz="2000" spc="-10" dirty="0">
                <a:solidFill>
                  <a:srgbClr val="4D3A2F"/>
                </a:solidFill>
                <a:latin typeface="Calibri" panose="020F0502020204030204" pitchFamily="34" charset="0"/>
                <a:cs typeface="Franklin Gothic Book"/>
              </a:rPr>
              <a:t>ss </a:t>
            </a:r>
            <a:r>
              <a:rPr sz="2000" spc="-5" dirty="0">
                <a:solidFill>
                  <a:srgbClr val="4D3A2F"/>
                </a:solidFill>
                <a:latin typeface="Calibri" panose="020F0502020204030204" pitchFamily="34" charset="0"/>
                <a:cs typeface="Franklin Gothic Book"/>
              </a:rPr>
              <a:t>i</a:t>
            </a:r>
            <a:r>
              <a:rPr sz="2000" dirty="0">
                <a:solidFill>
                  <a:srgbClr val="4D3A2F"/>
                </a:solidFill>
                <a:latin typeface="Calibri" panose="020F0502020204030204" pitchFamily="34" charset="0"/>
                <a:cs typeface="Franklin Gothic Book"/>
              </a:rPr>
              <a:t>n </a:t>
            </a:r>
            <a:r>
              <a:rPr sz="2000" spc="-10" dirty="0">
                <a:solidFill>
                  <a:srgbClr val="4D3A2F"/>
                </a:solidFill>
                <a:latin typeface="Calibri" panose="020F0502020204030204" pitchFamily="34" charset="0"/>
                <a:cs typeface="Franklin Gothic Book"/>
              </a:rPr>
              <a:t>o</a:t>
            </a:r>
            <a:r>
              <a:rPr sz="2000" spc="-5" dirty="0">
                <a:solidFill>
                  <a:srgbClr val="4D3A2F"/>
                </a:solidFill>
                <a:latin typeface="Calibri" panose="020F0502020204030204" pitchFamily="34" charset="0"/>
                <a:cs typeface="Franklin Gothic Book"/>
              </a:rPr>
              <a:t>p</a:t>
            </a:r>
            <a:r>
              <a:rPr sz="2000" spc="-10" dirty="0">
                <a:solidFill>
                  <a:srgbClr val="4D3A2F"/>
                </a:solidFill>
                <a:latin typeface="Calibri" panose="020F0502020204030204" pitchFamily="34" charset="0"/>
                <a:cs typeface="Franklin Gothic Book"/>
              </a:rPr>
              <a:t>po</a:t>
            </a:r>
            <a:r>
              <a:rPr sz="2000" spc="50" dirty="0">
                <a:solidFill>
                  <a:srgbClr val="4D3A2F"/>
                </a:solidFill>
                <a:latin typeface="Calibri" panose="020F0502020204030204" pitchFamily="34" charset="0"/>
                <a:cs typeface="Franklin Gothic Book"/>
              </a:rPr>
              <a:t>r</a:t>
            </a:r>
            <a:r>
              <a:rPr sz="2000" spc="-20" dirty="0">
                <a:solidFill>
                  <a:srgbClr val="4D3A2F"/>
                </a:solidFill>
                <a:latin typeface="Calibri" panose="020F0502020204030204" pitchFamily="34" charset="0"/>
                <a:cs typeface="Franklin Gothic Book"/>
              </a:rPr>
              <a:t>tu</a:t>
            </a:r>
            <a:r>
              <a:rPr sz="2000" spc="-5" dirty="0">
                <a:solidFill>
                  <a:srgbClr val="4D3A2F"/>
                </a:solidFill>
                <a:latin typeface="Calibri" panose="020F0502020204030204" pitchFamily="34" charset="0"/>
                <a:cs typeface="Franklin Gothic Book"/>
              </a:rPr>
              <a:t>n</a:t>
            </a:r>
            <a:r>
              <a:rPr sz="2000" spc="-10" dirty="0">
                <a:solidFill>
                  <a:srgbClr val="4D3A2F"/>
                </a:solidFill>
                <a:latin typeface="Calibri" panose="020F0502020204030204" pitchFamily="34" charset="0"/>
                <a:cs typeface="Franklin Gothic Book"/>
              </a:rPr>
              <a:t>i</a:t>
            </a:r>
            <a:r>
              <a:rPr sz="2000" spc="-2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ie</a:t>
            </a:r>
            <a:r>
              <a:rPr sz="2000" spc="-10" dirty="0">
                <a:solidFill>
                  <a:srgbClr val="4D3A2F"/>
                </a:solidFill>
                <a:latin typeface="Calibri" panose="020F0502020204030204" pitchFamily="34" charset="0"/>
                <a:cs typeface="Franklin Gothic Book"/>
              </a:rPr>
              <a:t>s!</a:t>
            </a:r>
            <a:endParaRPr lang="en-US" sz="2000" spc="-10" dirty="0">
              <a:solidFill>
                <a:srgbClr val="4D3A2F"/>
              </a:solidFill>
              <a:latin typeface="Calibri" panose="020F0502020204030204" pitchFamily="34" charset="0"/>
              <a:cs typeface="Franklin Gothic Book"/>
            </a:endParaRPr>
          </a:p>
          <a:p>
            <a:pPr marL="12700" marR="6350" fontAlgn="auto">
              <a:lnSpc>
                <a:spcPct val="79800"/>
              </a:lnSpc>
              <a:spcBef>
                <a:spcPts val="244"/>
              </a:spcBef>
              <a:spcAft>
                <a:spcPts val="0"/>
              </a:spcAft>
            </a:pPr>
            <a:r>
              <a:rPr sz="2000" spc="-5" dirty="0">
                <a:solidFill>
                  <a:srgbClr val="4D3A2F"/>
                </a:solidFill>
                <a:latin typeface="Calibri" panose="020F0502020204030204" pitchFamily="34" charset="0"/>
                <a:cs typeface="Franklin Gothic Book"/>
              </a:rPr>
              <a:t> </a:t>
            </a:r>
            <a:endParaRPr lang="en-US" sz="2000" spc="-5" dirty="0">
              <a:solidFill>
                <a:srgbClr val="4D3A2F"/>
              </a:solidFill>
              <a:latin typeface="Calibri" panose="020F0502020204030204" pitchFamily="34" charset="0"/>
              <a:cs typeface="Franklin Gothic Book"/>
            </a:endParaRPr>
          </a:p>
          <a:p>
            <a:pPr marL="12700" marR="6350" fontAlgn="auto">
              <a:lnSpc>
                <a:spcPct val="79800"/>
              </a:lnSpc>
              <a:spcBef>
                <a:spcPts val="244"/>
              </a:spcBef>
              <a:spcAft>
                <a:spcPts val="0"/>
              </a:spcAft>
            </a:pPr>
            <a:r>
              <a:rPr sz="2000" u="heavy" spc="-5" dirty="0">
                <a:solidFill>
                  <a:srgbClr val="4D3A2F"/>
                </a:solidFill>
                <a:latin typeface="Calibri" panose="020F0502020204030204" pitchFamily="34" charset="0"/>
                <a:cs typeface="Franklin Gothic Book"/>
              </a:rPr>
              <a:t>L</a:t>
            </a:r>
            <a:r>
              <a:rPr sz="2000" u="heavy" spc="5" dirty="0">
                <a:solidFill>
                  <a:srgbClr val="4D3A2F"/>
                </a:solidFill>
                <a:latin typeface="Calibri" panose="020F0502020204030204" pitchFamily="34" charset="0"/>
                <a:cs typeface="Franklin Gothic Book"/>
              </a:rPr>
              <a:t>i</a:t>
            </a:r>
            <a:r>
              <a:rPr sz="2000" u="heavy" dirty="0">
                <a:solidFill>
                  <a:srgbClr val="4D3A2F"/>
                </a:solidFill>
                <a:latin typeface="Calibri" panose="020F0502020204030204" pitchFamily="34" charset="0"/>
                <a:cs typeface="Franklin Gothic Book"/>
              </a:rPr>
              <a:t>s</a:t>
            </a:r>
            <a:r>
              <a:rPr sz="2000" u="heavy" spc="-50" dirty="0">
                <a:solidFill>
                  <a:srgbClr val="4D3A2F"/>
                </a:solidFill>
                <a:latin typeface="Calibri" panose="020F0502020204030204" pitchFamily="34" charset="0"/>
                <a:cs typeface="Franklin Gothic Book"/>
              </a:rPr>
              <a:t>t</a:t>
            </a:r>
            <a:r>
              <a:rPr sz="2000" u="heavy" dirty="0">
                <a:solidFill>
                  <a:srgbClr val="4D3A2F"/>
                </a:solidFill>
                <a:latin typeface="Calibri" panose="020F0502020204030204" pitchFamily="34" charset="0"/>
                <a:cs typeface="Franklin Gothic Book"/>
              </a:rPr>
              <a:t>e</a:t>
            </a:r>
            <a:r>
              <a:rPr sz="2000" u="heavy" spc="-5" dirty="0">
                <a:solidFill>
                  <a:srgbClr val="4D3A2F"/>
                </a:solidFill>
                <a:latin typeface="Calibri" panose="020F0502020204030204" pitchFamily="34" charset="0"/>
                <a:cs typeface="Franklin Gothic Book"/>
              </a:rPr>
              <a:t>n</a:t>
            </a:r>
            <a:r>
              <a:rPr sz="2000" u="heavy" spc="5" dirty="0">
                <a:solidFill>
                  <a:srgbClr val="4D3A2F"/>
                </a:solidFill>
                <a:latin typeface="Calibri" panose="020F0502020204030204" pitchFamily="34" charset="0"/>
                <a:cs typeface="Franklin Gothic Book"/>
              </a:rPr>
              <a:t>i</a:t>
            </a:r>
            <a:r>
              <a:rPr sz="2000" u="heavy" dirty="0">
                <a:solidFill>
                  <a:srgbClr val="4D3A2F"/>
                </a:solidFill>
                <a:latin typeface="Calibri" panose="020F0502020204030204" pitchFamily="34" charset="0"/>
                <a:cs typeface="Franklin Gothic Book"/>
              </a:rPr>
              <a:t>ng</a:t>
            </a:r>
            <a:r>
              <a:rPr sz="2000" u="heavy" spc="20" dirty="0">
                <a:solidFill>
                  <a:srgbClr val="4D3A2F"/>
                </a:solidFill>
                <a:latin typeface="Calibri" panose="020F0502020204030204" pitchFamily="34" charset="0"/>
                <a:cs typeface="Franklin Gothic Book"/>
              </a:rPr>
              <a:t> </a:t>
            </a:r>
            <a:r>
              <a:rPr sz="2000" u="heavy" spc="5" dirty="0">
                <a:solidFill>
                  <a:srgbClr val="4D3A2F"/>
                </a:solidFill>
                <a:latin typeface="Calibri" panose="020F0502020204030204" pitchFamily="34" charset="0"/>
                <a:cs typeface="Franklin Gothic Book"/>
              </a:rPr>
              <a:t>wi</a:t>
            </a:r>
            <a:r>
              <a:rPr sz="2000" u="heavy" spc="-10" dirty="0">
                <a:solidFill>
                  <a:srgbClr val="4D3A2F"/>
                </a:solidFill>
                <a:latin typeface="Calibri" panose="020F0502020204030204" pitchFamily="34" charset="0"/>
                <a:cs typeface="Franklin Gothic Book"/>
              </a:rPr>
              <a:t>t</a:t>
            </a:r>
            <a:r>
              <a:rPr sz="2000" u="heavy" dirty="0">
                <a:solidFill>
                  <a:srgbClr val="4D3A2F"/>
                </a:solidFill>
                <a:latin typeface="Calibri" panose="020F0502020204030204" pitchFamily="34" charset="0"/>
                <a:cs typeface="Franklin Gothic Book"/>
              </a:rPr>
              <a:t>h</a:t>
            </a:r>
            <a:r>
              <a:rPr sz="2000" u="heavy" spc="25" dirty="0">
                <a:solidFill>
                  <a:srgbClr val="4D3A2F"/>
                </a:solidFill>
                <a:latin typeface="Calibri" panose="020F0502020204030204" pitchFamily="34" charset="0"/>
                <a:cs typeface="Franklin Gothic Book"/>
              </a:rPr>
              <a:t> </a:t>
            </a:r>
            <a:r>
              <a:rPr sz="2000" u="heavy" spc="15" dirty="0">
                <a:solidFill>
                  <a:srgbClr val="4D3A2F"/>
                </a:solidFill>
                <a:latin typeface="Calibri" panose="020F0502020204030204" pitchFamily="34" charset="0"/>
                <a:cs typeface="Franklin Gothic Book"/>
              </a:rPr>
              <a:t>B</a:t>
            </a:r>
            <a:r>
              <a:rPr sz="2000" u="heavy" spc="5" dirty="0">
                <a:solidFill>
                  <a:srgbClr val="4D3A2F"/>
                </a:solidFill>
                <a:latin typeface="Calibri" panose="020F0502020204030204" pitchFamily="34" charset="0"/>
                <a:cs typeface="Franklin Gothic Book"/>
              </a:rPr>
              <a:t>i</a:t>
            </a:r>
            <a:r>
              <a:rPr sz="2000" u="heavy" spc="-15" dirty="0">
                <a:solidFill>
                  <a:srgbClr val="4D3A2F"/>
                </a:solidFill>
                <a:latin typeface="Calibri" panose="020F0502020204030204" pitchFamily="34" charset="0"/>
                <a:cs typeface="Franklin Gothic Book"/>
              </a:rPr>
              <a:t>a</a:t>
            </a:r>
            <a:r>
              <a:rPr sz="2000" u="heavy" dirty="0">
                <a:solidFill>
                  <a:srgbClr val="4D3A2F"/>
                </a:solidFill>
                <a:latin typeface="Calibri" panose="020F0502020204030204" pitchFamily="34" charset="0"/>
                <a:cs typeface="Franklin Gothic Book"/>
              </a:rPr>
              <a:t>s:</a:t>
            </a:r>
            <a:r>
              <a:rPr sz="2000" u="heavy" spc="25" dirty="0">
                <a:solidFill>
                  <a:srgbClr val="4D3A2F"/>
                </a:solidFill>
                <a:latin typeface="Calibri" panose="020F0502020204030204" pitchFamily="34" charset="0"/>
                <a:cs typeface="Franklin Gothic Book"/>
              </a:rPr>
              <a:t> </a:t>
            </a:r>
            <a:r>
              <a:rPr sz="2000" u="heavy" spc="-5" dirty="0">
                <a:solidFill>
                  <a:srgbClr val="4D3A2F"/>
                </a:solidFill>
                <a:latin typeface="Calibri" panose="020F0502020204030204" pitchFamily="34" charset="0"/>
                <a:cs typeface="Franklin Gothic Book"/>
              </a:rPr>
              <a:t>D</a:t>
            </a:r>
            <a:r>
              <a:rPr sz="2000" u="heavy" dirty="0">
                <a:solidFill>
                  <a:srgbClr val="4D3A2F"/>
                </a:solidFill>
                <a:latin typeface="Calibri" panose="020F0502020204030204" pitchFamily="34" charset="0"/>
                <a:cs typeface="Franklin Gothic Book"/>
              </a:rPr>
              <a:t>e</a:t>
            </a:r>
            <a:r>
              <a:rPr sz="2000" u="heavy" spc="-50" dirty="0">
                <a:solidFill>
                  <a:srgbClr val="4D3A2F"/>
                </a:solidFill>
                <a:latin typeface="Calibri" panose="020F0502020204030204" pitchFamily="34" charset="0"/>
                <a:cs typeface="Franklin Gothic Book"/>
              </a:rPr>
              <a:t>f</a:t>
            </a:r>
            <a:r>
              <a:rPr sz="2000" u="heavy" spc="-10" dirty="0">
                <a:solidFill>
                  <a:srgbClr val="4D3A2F"/>
                </a:solidFill>
                <a:latin typeface="Calibri" panose="020F0502020204030204" pitchFamily="34" charset="0"/>
                <a:cs typeface="Franklin Gothic Book"/>
              </a:rPr>
              <a:t>e</a:t>
            </a:r>
            <a:r>
              <a:rPr sz="2000" u="heavy" dirty="0">
                <a:solidFill>
                  <a:srgbClr val="4D3A2F"/>
                </a:solidFill>
                <a:latin typeface="Calibri" panose="020F0502020204030204" pitchFamily="34" charset="0"/>
                <a:cs typeface="Franklin Gothic Book"/>
              </a:rPr>
              <a:t>ns</a:t>
            </a:r>
            <a:r>
              <a:rPr sz="2000" u="heavy" spc="-5" dirty="0">
                <a:solidFill>
                  <a:srgbClr val="4D3A2F"/>
                </a:solidFill>
                <a:latin typeface="Calibri" panose="020F0502020204030204" pitchFamily="34" charset="0"/>
                <a:cs typeface="Franklin Gothic Book"/>
              </a:rPr>
              <a:t>i</a:t>
            </a:r>
            <a:r>
              <a:rPr sz="2000" u="heavy" spc="-25" dirty="0">
                <a:solidFill>
                  <a:srgbClr val="4D3A2F"/>
                </a:solidFill>
                <a:latin typeface="Calibri" panose="020F0502020204030204" pitchFamily="34" charset="0"/>
                <a:cs typeface="Franklin Gothic Book"/>
              </a:rPr>
              <a:t>v</a:t>
            </a:r>
            <a:r>
              <a:rPr sz="2000" u="heavy" spc="-15" dirty="0">
                <a:solidFill>
                  <a:srgbClr val="4D3A2F"/>
                </a:solidFill>
                <a:latin typeface="Calibri" panose="020F0502020204030204" pitchFamily="34" charset="0"/>
                <a:cs typeface="Franklin Gothic Book"/>
              </a:rPr>
              <a:t>e</a:t>
            </a:r>
            <a:endParaRPr sz="2000" dirty="0">
              <a:solidFill>
                <a:prstClr val="black"/>
              </a:solidFill>
              <a:latin typeface="Calibri" panose="020F0502020204030204" pitchFamily="34" charset="0"/>
              <a:cs typeface="Franklin Gothic Book"/>
            </a:endParaRPr>
          </a:p>
          <a:p>
            <a:pPr marL="12700" marR="647065" fontAlgn="auto">
              <a:lnSpc>
                <a:spcPct val="80000"/>
              </a:lnSpc>
              <a:spcBef>
                <a:spcPts val="0"/>
              </a:spcBef>
              <a:spcAft>
                <a:spcPts val="0"/>
              </a:spcAft>
            </a:pPr>
            <a:r>
              <a:rPr sz="2000" spc="-20" dirty="0">
                <a:solidFill>
                  <a:srgbClr val="4D3A2F"/>
                </a:solidFill>
                <a:latin typeface="Calibri" panose="020F0502020204030204" pitchFamily="34" charset="0"/>
                <a:cs typeface="Franklin Gothic Book"/>
              </a:rPr>
              <a:t>D</a:t>
            </a:r>
            <a:r>
              <a:rPr sz="2000" spc="-50" dirty="0">
                <a:solidFill>
                  <a:srgbClr val="4D3A2F"/>
                </a:solidFill>
                <a:latin typeface="Calibri" panose="020F0502020204030204" pitchFamily="34" charset="0"/>
                <a:cs typeface="Franklin Gothic Book"/>
              </a:rPr>
              <a:t>e</a:t>
            </a:r>
            <a:r>
              <a:rPr sz="2000" spc="-35" dirty="0">
                <a:solidFill>
                  <a:srgbClr val="4D3A2F"/>
                </a:solidFill>
                <a:latin typeface="Calibri" panose="020F0502020204030204" pitchFamily="34" charset="0"/>
                <a:cs typeface="Franklin Gothic Book"/>
              </a:rPr>
              <a:t>v</a:t>
            </a:r>
            <a:r>
              <a:rPr sz="2000" spc="-15" dirty="0">
                <a:solidFill>
                  <a:srgbClr val="4D3A2F"/>
                </a:solidFill>
                <a:latin typeface="Calibri" panose="020F0502020204030204" pitchFamily="34" charset="0"/>
                <a:cs typeface="Franklin Gothic Book"/>
              </a:rPr>
              <a:t>elopi</a:t>
            </a:r>
            <a:r>
              <a:rPr sz="2000" spc="-5" dirty="0">
                <a:solidFill>
                  <a:srgbClr val="4D3A2F"/>
                </a:solidFill>
                <a:latin typeface="Calibri" panose="020F0502020204030204" pitchFamily="34" charset="0"/>
                <a:cs typeface="Franklin Gothic Book"/>
              </a:rPr>
              <a:t>n</a:t>
            </a:r>
            <a:r>
              <a:rPr sz="2000" dirty="0">
                <a:solidFill>
                  <a:srgbClr val="4D3A2F"/>
                </a:solidFill>
                <a:latin typeface="Calibri" panose="020F0502020204030204" pitchFamily="34" charset="0"/>
                <a:cs typeface="Franklin Gothic Book"/>
              </a:rPr>
              <a:t>g</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you</a:t>
            </a:r>
            <a:r>
              <a:rPr sz="2000" spc="-10" dirty="0">
                <a:solidFill>
                  <a:srgbClr val="4D3A2F"/>
                </a:solidFill>
                <a:latin typeface="Calibri" panose="020F0502020204030204" pitchFamily="34" charset="0"/>
                <a:cs typeface="Franklin Gothic Book"/>
              </a:rPr>
              <a:t>r</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r</a:t>
            </a:r>
            <a:r>
              <a:rPr sz="2000" spc="-10" dirty="0">
                <a:solidFill>
                  <a:srgbClr val="4D3A2F"/>
                </a:solidFill>
                <a:latin typeface="Calibri" panose="020F0502020204030204" pitchFamily="34" charset="0"/>
                <a:cs typeface="Franklin Gothic Book"/>
              </a:rPr>
              <a:t>e</a:t>
            </a:r>
            <a:r>
              <a:rPr sz="2000" spc="-20" dirty="0">
                <a:solidFill>
                  <a:srgbClr val="4D3A2F"/>
                </a:solidFill>
                <a:latin typeface="Calibri" panose="020F0502020204030204" pitchFamily="34" charset="0"/>
                <a:cs typeface="Franklin Gothic Book"/>
              </a:rPr>
              <a:t>sp</a:t>
            </a:r>
            <a:r>
              <a:rPr sz="2000" spc="-10" dirty="0">
                <a:solidFill>
                  <a:srgbClr val="4D3A2F"/>
                </a:solidFill>
                <a:latin typeface="Calibri" panose="020F0502020204030204" pitchFamily="34" charset="0"/>
                <a:cs typeface="Franklin Gothic Book"/>
              </a:rPr>
              <a:t>o</a:t>
            </a:r>
            <a:r>
              <a:rPr sz="2000" spc="-15" dirty="0">
                <a:solidFill>
                  <a:srgbClr val="4D3A2F"/>
                </a:solidFill>
                <a:latin typeface="Calibri" panose="020F0502020204030204" pitchFamily="34" charset="0"/>
                <a:cs typeface="Franklin Gothic Book"/>
              </a:rPr>
              <a:t>n</a:t>
            </a:r>
            <a:r>
              <a:rPr sz="2000" spc="-20" dirty="0">
                <a:solidFill>
                  <a:srgbClr val="4D3A2F"/>
                </a:solidFill>
                <a:latin typeface="Calibri" panose="020F0502020204030204" pitchFamily="34" charset="0"/>
                <a:cs typeface="Franklin Gothic Book"/>
              </a:rPr>
              <a:t>s</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6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o</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wh</a:t>
            </a:r>
            <a:r>
              <a:rPr sz="2000" spc="-10" dirty="0">
                <a:solidFill>
                  <a:srgbClr val="4D3A2F"/>
                </a:solidFill>
                <a:latin typeface="Calibri" panose="020F0502020204030204" pitchFamily="34" charset="0"/>
                <a:cs typeface="Franklin Gothic Book"/>
              </a:rPr>
              <a:t>at</a:t>
            </a:r>
            <a:r>
              <a:rPr sz="2000" dirty="0">
                <a:solidFill>
                  <a:srgbClr val="4D3A2F"/>
                </a:solidFill>
                <a:latin typeface="Calibri" panose="020F0502020204030204" pitchFamily="34" charset="0"/>
                <a:cs typeface="Franklin Gothic Book"/>
              </a:rPr>
              <a:t> </a:t>
            </a:r>
            <a:r>
              <a:rPr sz="2000" spc="-30" dirty="0">
                <a:solidFill>
                  <a:srgbClr val="4D3A2F"/>
                </a:solidFill>
                <a:latin typeface="Calibri" panose="020F0502020204030204" pitchFamily="34" charset="0"/>
                <a:cs typeface="Franklin Gothic Book"/>
              </a:rPr>
              <a:t>y</a:t>
            </a:r>
            <a:r>
              <a:rPr sz="2000" spc="-20" dirty="0">
                <a:solidFill>
                  <a:srgbClr val="4D3A2F"/>
                </a:solidFill>
                <a:latin typeface="Calibri" panose="020F0502020204030204" pitchFamily="34" charset="0"/>
                <a:cs typeface="Franklin Gothic Book"/>
              </a:rPr>
              <a:t>o</a:t>
            </a:r>
            <a:r>
              <a:rPr sz="2000" spc="-15" dirty="0">
                <a:solidFill>
                  <a:srgbClr val="4D3A2F"/>
                </a:solidFill>
                <a:latin typeface="Calibri" panose="020F0502020204030204" pitchFamily="34" charset="0"/>
                <a:cs typeface="Franklin Gothic Book"/>
              </a:rPr>
              <a:t>u</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a</a:t>
            </a:r>
            <a:r>
              <a:rPr sz="2000" spc="-20" dirty="0">
                <a:solidFill>
                  <a:srgbClr val="4D3A2F"/>
                </a:solidFill>
                <a:latin typeface="Calibri" panose="020F0502020204030204" pitchFamily="34" charset="0"/>
                <a:cs typeface="Franklin Gothic Book"/>
              </a:rPr>
              <a:t>r</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h</a:t>
            </a:r>
            <a:r>
              <a:rPr sz="2000" spc="-10" dirty="0">
                <a:solidFill>
                  <a:srgbClr val="4D3A2F"/>
                </a:solidFill>
                <a:latin typeface="Calibri" panose="020F0502020204030204" pitchFamily="34" charset="0"/>
                <a:cs typeface="Franklin Gothic Book"/>
              </a:rPr>
              <a:t>e</a:t>
            </a:r>
            <a:r>
              <a:rPr sz="2000" spc="-25" dirty="0">
                <a:solidFill>
                  <a:srgbClr val="4D3A2F"/>
                </a:solidFill>
                <a:latin typeface="Calibri" panose="020F0502020204030204" pitchFamily="34" charset="0"/>
                <a:cs typeface="Franklin Gothic Book"/>
              </a:rPr>
              <a:t>a</a:t>
            </a:r>
            <a:r>
              <a:rPr sz="2000" spc="-5" dirty="0">
                <a:solidFill>
                  <a:srgbClr val="4D3A2F"/>
                </a:solidFill>
                <a:latin typeface="Calibri" panose="020F0502020204030204" pitchFamily="34" charset="0"/>
                <a:cs typeface="Franklin Gothic Book"/>
              </a:rPr>
              <a:t>ri</a:t>
            </a:r>
            <a:r>
              <a:rPr sz="2000" dirty="0">
                <a:solidFill>
                  <a:srgbClr val="4D3A2F"/>
                </a:solidFill>
                <a:latin typeface="Calibri" panose="020F0502020204030204" pitchFamily="34" charset="0"/>
                <a:cs typeface="Franklin Gothic Book"/>
              </a:rPr>
              <a:t>ng</a:t>
            </a:r>
            <a:r>
              <a:rPr sz="2000" spc="5" dirty="0">
                <a:solidFill>
                  <a:srgbClr val="4D3A2F"/>
                </a:solidFill>
                <a:latin typeface="Calibri" panose="020F0502020204030204" pitchFamily="34" charset="0"/>
                <a:cs typeface="Franklin Gothic Book"/>
              </a:rPr>
              <a:t> </a:t>
            </a:r>
            <a:r>
              <a:rPr sz="2000" spc="-5" dirty="0">
                <a:solidFill>
                  <a:srgbClr val="00B050"/>
                </a:solidFill>
                <a:latin typeface="Calibri" panose="020F0502020204030204" pitchFamily="34" charset="0"/>
                <a:cs typeface="Franklin Gothic Book"/>
              </a:rPr>
              <a:t>whi</a:t>
            </a:r>
            <a:r>
              <a:rPr sz="2000" spc="-15" dirty="0">
                <a:solidFill>
                  <a:srgbClr val="00B050"/>
                </a:solidFill>
                <a:latin typeface="Calibri" panose="020F0502020204030204" pitchFamily="34" charset="0"/>
                <a:cs typeface="Franklin Gothic Book"/>
              </a:rPr>
              <a:t>le</a:t>
            </a:r>
            <a:r>
              <a:rPr sz="2000" spc="5" dirty="0">
                <a:solidFill>
                  <a:srgbClr val="00B050"/>
                </a:solidFill>
                <a:latin typeface="Calibri" panose="020F0502020204030204" pitchFamily="34" charset="0"/>
                <a:cs typeface="Franklin Gothic Book"/>
              </a:rPr>
              <a:t> </a:t>
            </a:r>
            <a:r>
              <a:rPr sz="2000" spc="-20" dirty="0">
                <a:solidFill>
                  <a:srgbClr val="00B050"/>
                </a:solidFill>
                <a:latin typeface="Calibri" panose="020F0502020204030204" pitchFamily="34" charset="0"/>
                <a:cs typeface="Franklin Gothic Book"/>
              </a:rPr>
              <a:t>t</a:t>
            </a:r>
            <a:r>
              <a:rPr sz="2000" spc="-15" dirty="0">
                <a:solidFill>
                  <a:srgbClr val="00B050"/>
                </a:solidFill>
                <a:latin typeface="Calibri" panose="020F0502020204030204" pitchFamily="34" charset="0"/>
                <a:cs typeface="Franklin Gothic Book"/>
              </a:rPr>
              <a:t>he</a:t>
            </a:r>
            <a:r>
              <a:rPr sz="2000" spc="5" dirty="0">
                <a:solidFill>
                  <a:srgbClr val="00B050"/>
                </a:solidFill>
                <a:latin typeface="Calibri" panose="020F0502020204030204" pitchFamily="34" charset="0"/>
                <a:cs typeface="Franklin Gothic Book"/>
              </a:rPr>
              <a:t> </a:t>
            </a:r>
            <a:r>
              <a:rPr sz="2000" spc="-25" dirty="0">
                <a:solidFill>
                  <a:srgbClr val="00B050"/>
                </a:solidFill>
                <a:latin typeface="Calibri" panose="020F0502020204030204" pitchFamily="34" charset="0"/>
                <a:cs typeface="Franklin Gothic Book"/>
              </a:rPr>
              <a:t>o</a:t>
            </a:r>
            <a:r>
              <a:rPr sz="2000" spc="-10" dirty="0">
                <a:solidFill>
                  <a:srgbClr val="00B050"/>
                </a:solidFill>
                <a:latin typeface="Calibri" panose="020F0502020204030204" pitchFamily="34" charset="0"/>
                <a:cs typeface="Franklin Gothic Book"/>
              </a:rPr>
              <a:t>t</a:t>
            </a:r>
            <a:r>
              <a:rPr sz="2000" spc="-15" dirty="0">
                <a:solidFill>
                  <a:srgbClr val="00B050"/>
                </a:solidFill>
                <a:latin typeface="Calibri" panose="020F0502020204030204" pitchFamily="34" charset="0"/>
                <a:cs typeface="Franklin Gothic Book"/>
              </a:rPr>
              <a:t>her pe</a:t>
            </a:r>
            <a:r>
              <a:rPr sz="2000" spc="-5" dirty="0">
                <a:solidFill>
                  <a:srgbClr val="00B050"/>
                </a:solidFill>
                <a:latin typeface="Calibri" panose="020F0502020204030204" pitchFamily="34" charset="0"/>
                <a:cs typeface="Franklin Gothic Book"/>
              </a:rPr>
              <a:t>r</a:t>
            </a:r>
            <a:r>
              <a:rPr sz="2000" spc="-20" dirty="0">
                <a:solidFill>
                  <a:srgbClr val="00B050"/>
                </a:solidFill>
                <a:latin typeface="Calibri" panose="020F0502020204030204" pitchFamily="34" charset="0"/>
                <a:cs typeface="Franklin Gothic Book"/>
              </a:rPr>
              <a:t>s</a:t>
            </a:r>
            <a:r>
              <a:rPr sz="2000" spc="-10" dirty="0">
                <a:solidFill>
                  <a:srgbClr val="00B050"/>
                </a:solidFill>
                <a:latin typeface="Calibri" panose="020F0502020204030204" pitchFamily="34" charset="0"/>
                <a:cs typeface="Franklin Gothic Book"/>
              </a:rPr>
              <a:t>o</a:t>
            </a:r>
            <a:r>
              <a:rPr sz="2000" spc="-15" dirty="0">
                <a:solidFill>
                  <a:srgbClr val="00B050"/>
                </a:solidFill>
                <a:latin typeface="Calibri" panose="020F0502020204030204" pitchFamily="34" charset="0"/>
                <a:cs typeface="Franklin Gothic Book"/>
              </a:rPr>
              <a:t>n</a:t>
            </a:r>
            <a:r>
              <a:rPr sz="2000" dirty="0">
                <a:solidFill>
                  <a:srgbClr val="00B050"/>
                </a:solidFill>
                <a:latin typeface="Calibri" panose="020F0502020204030204" pitchFamily="34" charset="0"/>
                <a:cs typeface="Franklin Gothic Book"/>
              </a:rPr>
              <a:t> </a:t>
            </a:r>
            <a:r>
              <a:rPr sz="2000" spc="-5" dirty="0">
                <a:solidFill>
                  <a:srgbClr val="00B050"/>
                </a:solidFill>
                <a:latin typeface="Calibri" panose="020F0502020204030204" pitchFamily="34" charset="0"/>
                <a:cs typeface="Franklin Gothic Book"/>
              </a:rPr>
              <a:t>i</a:t>
            </a:r>
            <a:r>
              <a:rPr sz="2000" dirty="0">
                <a:solidFill>
                  <a:srgbClr val="00B050"/>
                </a:solidFill>
                <a:latin typeface="Calibri" panose="020F0502020204030204" pitchFamily="34" charset="0"/>
                <a:cs typeface="Franklin Gothic Book"/>
              </a:rPr>
              <a:t>s </a:t>
            </a:r>
            <a:r>
              <a:rPr sz="2000" spc="-20" dirty="0">
                <a:solidFill>
                  <a:srgbClr val="00B050"/>
                </a:solidFill>
                <a:latin typeface="Calibri" panose="020F0502020204030204" pitchFamily="34" charset="0"/>
                <a:cs typeface="Franklin Gothic Book"/>
              </a:rPr>
              <a:t>s</a:t>
            </a:r>
            <a:r>
              <a:rPr sz="2000" spc="-10" dirty="0">
                <a:solidFill>
                  <a:srgbClr val="00B050"/>
                </a:solidFill>
                <a:latin typeface="Calibri" panose="020F0502020204030204" pitchFamily="34" charset="0"/>
                <a:cs typeface="Franklin Gothic Book"/>
              </a:rPr>
              <a:t>til</a:t>
            </a:r>
            <a:r>
              <a:rPr sz="2000" spc="-5" dirty="0">
                <a:solidFill>
                  <a:srgbClr val="00B050"/>
                </a:solidFill>
                <a:latin typeface="Calibri" panose="020F0502020204030204" pitchFamily="34" charset="0"/>
                <a:cs typeface="Franklin Gothic Book"/>
              </a:rPr>
              <a:t>l </a:t>
            </a:r>
            <a:r>
              <a:rPr sz="2000" spc="-20" dirty="0">
                <a:solidFill>
                  <a:srgbClr val="00B050"/>
                </a:solidFill>
                <a:latin typeface="Calibri" panose="020F0502020204030204" pitchFamily="34" charset="0"/>
                <a:cs typeface="Franklin Gothic Book"/>
              </a:rPr>
              <a:t>t</a:t>
            </a:r>
            <a:r>
              <a:rPr sz="2000" spc="-15" dirty="0">
                <a:solidFill>
                  <a:srgbClr val="00B050"/>
                </a:solidFill>
                <a:latin typeface="Calibri" panose="020F0502020204030204" pitchFamily="34" charset="0"/>
                <a:cs typeface="Franklin Gothic Book"/>
              </a:rPr>
              <a:t>al</a:t>
            </a:r>
            <a:r>
              <a:rPr sz="2000" spc="-5" dirty="0">
                <a:solidFill>
                  <a:srgbClr val="00B050"/>
                </a:solidFill>
                <a:latin typeface="Calibri" panose="020F0502020204030204" pitchFamily="34" charset="0"/>
                <a:cs typeface="Franklin Gothic Book"/>
              </a:rPr>
              <a:t>k</a:t>
            </a:r>
            <a:r>
              <a:rPr sz="2000" spc="-10" dirty="0">
                <a:solidFill>
                  <a:srgbClr val="00B050"/>
                </a:solidFill>
                <a:latin typeface="Calibri" panose="020F0502020204030204" pitchFamily="34" charset="0"/>
                <a:cs typeface="Franklin Gothic Book"/>
              </a:rPr>
              <a:t>i</a:t>
            </a:r>
            <a:r>
              <a:rPr sz="2000" spc="-5" dirty="0">
                <a:solidFill>
                  <a:srgbClr val="00B050"/>
                </a:solidFill>
                <a:latin typeface="Calibri" panose="020F0502020204030204" pitchFamily="34" charset="0"/>
                <a:cs typeface="Franklin Gothic Book"/>
              </a:rPr>
              <a:t>n</a:t>
            </a:r>
            <a:r>
              <a:rPr sz="2000" dirty="0">
                <a:solidFill>
                  <a:srgbClr val="00B050"/>
                </a:solidFill>
                <a:latin typeface="Calibri" panose="020F0502020204030204" pitchFamily="34" charset="0"/>
                <a:cs typeface="Franklin Gothic Book"/>
              </a:rPr>
              <a:t>g</a:t>
            </a:r>
            <a:r>
              <a:rPr sz="2000" spc="-5" dirty="0">
                <a:solidFill>
                  <a:srgbClr val="00B050"/>
                </a:solidFill>
                <a:latin typeface="Calibri" panose="020F0502020204030204" pitchFamily="34" charset="0"/>
                <a:cs typeface="Franklin Gothic Book"/>
              </a:rPr>
              <a:t> </a:t>
            </a:r>
            <a:r>
              <a:rPr sz="2000" spc="-50" dirty="0">
                <a:solidFill>
                  <a:srgbClr val="00B050"/>
                </a:solidFill>
                <a:latin typeface="Calibri" panose="020F0502020204030204" pitchFamily="34" charset="0"/>
                <a:cs typeface="Franklin Gothic Book"/>
              </a:rPr>
              <a:t>t</a:t>
            </a:r>
            <a:r>
              <a:rPr sz="2000" spc="-15" dirty="0">
                <a:solidFill>
                  <a:srgbClr val="00B050"/>
                </a:solidFill>
                <a:latin typeface="Calibri" panose="020F0502020204030204" pitchFamily="34" charset="0"/>
                <a:cs typeface="Franklin Gothic Book"/>
              </a:rPr>
              <a:t>o</a:t>
            </a:r>
            <a:r>
              <a:rPr sz="2000" spc="5" dirty="0">
                <a:solidFill>
                  <a:srgbClr val="00B050"/>
                </a:solidFill>
                <a:latin typeface="Calibri" panose="020F0502020204030204" pitchFamily="34" charset="0"/>
                <a:cs typeface="Franklin Gothic Book"/>
              </a:rPr>
              <a:t> </a:t>
            </a:r>
            <a:r>
              <a:rPr sz="2000" spc="-30" dirty="0">
                <a:solidFill>
                  <a:srgbClr val="00B050"/>
                </a:solidFill>
                <a:latin typeface="Calibri" panose="020F0502020204030204" pitchFamily="34" charset="0"/>
                <a:cs typeface="Franklin Gothic Book"/>
              </a:rPr>
              <a:t>y</a:t>
            </a:r>
            <a:r>
              <a:rPr sz="2000" spc="-10" dirty="0">
                <a:solidFill>
                  <a:srgbClr val="00B050"/>
                </a:solidFill>
                <a:latin typeface="Calibri" panose="020F0502020204030204" pitchFamily="34" charset="0"/>
                <a:cs typeface="Franklin Gothic Book"/>
              </a:rPr>
              <a:t>o</a:t>
            </a:r>
            <a:r>
              <a:rPr sz="2000" spc="-20" dirty="0">
                <a:solidFill>
                  <a:srgbClr val="00B050"/>
                </a:solidFill>
                <a:latin typeface="Calibri" panose="020F0502020204030204" pitchFamily="34" charset="0"/>
                <a:cs typeface="Franklin Gothic Book"/>
              </a:rPr>
              <a:t>u</a:t>
            </a:r>
            <a:r>
              <a:rPr sz="2000" dirty="0">
                <a:solidFill>
                  <a:srgbClr val="4D3A2F"/>
                </a:solidFill>
                <a:latin typeface="Calibri" panose="020F0502020204030204" pitchFamily="34" charset="0"/>
                <a:cs typeface="Franklin Gothic Book"/>
              </a:rPr>
              <a:t>.</a:t>
            </a:r>
            <a:endParaRPr sz="2000" dirty="0">
              <a:solidFill>
                <a:prstClr val="black"/>
              </a:solidFill>
              <a:latin typeface="Calibri" panose="020F0502020204030204" pitchFamily="34" charset="0"/>
              <a:cs typeface="Franklin Gothic Book"/>
            </a:endParaRPr>
          </a:p>
          <a:p>
            <a:pPr marL="12700" marR="322580" fontAlgn="auto">
              <a:lnSpc>
                <a:spcPct val="80000"/>
              </a:lnSpc>
              <a:spcBef>
                <a:spcPts val="0"/>
              </a:spcBef>
              <a:spcAft>
                <a:spcPts val="0"/>
              </a:spcAft>
            </a:pPr>
            <a:r>
              <a:rPr sz="2000" spc="-25" dirty="0">
                <a:solidFill>
                  <a:srgbClr val="4D3A2F"/>
                </a:solidFill>
                <a:latin typeface="Calibri" panose="020F0502020204030204" pitchFamily="34" charset="0"/>
                <a:cs typeface="Franklin Gothic Book"/>
              </a:rPr>
              <a:t>E</a:t>
            </a:r>
            <a:r>
              <a:rPr sz="2000" spc="-10" dirty="0">
                <a:solidFill>
                  <a:srgbClr val="4D3A2F"/>
                </a:solidFill>
                <a:latin typeface="Calibri" panose="020F0502020204030204" pitchFamily="34" charset="0"/>
                <a:cs typeface="Franklin Gothic Book"/>
              </a:rPr>
              <a:t>x</a:t>
            </a:r>
            <a:r>
              <a:rPr sz="2000" spc="-2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r</a:t>
            </a:r>
            <a:r>
              <a:rPr sz="2000" spc="-10" dirty="0">
                <a:solidFill>
                  <a:srgbClr val="4D3A2F"/>
                </a:solidFill>
                <a:latin typeface="Calibri" panose="020F0502020204030204" pitchFamily="34" charset="0"/>
                <a:cs typeface="Franklin Gothic Book"/>
              </a:rPr>
              <a:t>e</a:t>
            </a:r>
            <a:r>
              <a:rPr sz="2000" spc="-20" dirty="0">
                <a:solidFill>
                  <a:srgbClr val="4D3A2F"/>
                </a:solidFill>
                <a:latin typeface="Calibri" panose="020F0502020204030204" pitchFamily="34" charset="0"/>
                <a:cs typeface="Franklin Gothic Book"/>
              </a:rPr>
              <a:t>m</a:t>
            </a:r>
            <a:r>
              <a:rPr sz="2000" spc="-15" dirty="0">
                <a:solidFill>
                  <a:srgbClr val="4D3A2F"/>
                </a:solidFill>
                <a:latin typeface="Calibri" panose="020F0502020204030204" pitchFamily="34" charset="0"/>
                <a:cs typeface="Franklin Gothic Book"/>
              </a:rPr>
              <a:t>el</a:t>
            </a:r>
            <a:r>
              <a:rPr sz="2000" spc="-10" dirty="0">
                <a:solidFill>
                  <a:srgbClr val="4D3A2F"/>
                </a:solidFill>
                <a:latin typeface="Calibri" panose="020F0502020204030204" pitchFamily="34" charset="0"/>
                <a:cs typeface="Franklin Gothic Book"/>
              </a:rPr>
              <a:t>y</a:t>
            </a:r>
            <a:r>
              <a:rPr sz="2000" dirty="0">
                <a:solidFill>
                  <a:srgbClr val="4D3A2F"/>
                </a:solidFill>
                <a:latin typeface="Calibri" panose="020F0502020204030204" pitchFamily="34" charset="0"/>
                <a:cs typeface="Franklin Gothic Book"/>
              </a:rPr>
              <a:t> b</a:t>
            </a:r>
            <a:r>
              <a:rPr sz="2000" spc="-15" dirty="0">
                <a:solidFill>
                  <a:srgbClr val="4D3A2F"/>
                </a:solidFill>
                <a:latin typeface="Calibri" panose="020F0502020204030204" pitchFamily="34" charset="0"/>
                <a:cs typeface="Franklin Gothic Book"/>
              </a:rPr>
              <a:t>ad</a:t>
            </a:r>
            <a:r>
              <a:rPr sz="2000" dirty="0">
                <a:solidFill>
                  <a:srgbClr val="4D3A2F"/>
                </a:solidFill>
                <a:latin typeface="Calibri" panose="020F0502020204030204" pitchFamily="34" charset="0"/>
                <a:cs typeface="Franklin Gothic Book"/>
              </a:rPr>
              <a:t> </a:t>
            </a:r>
            <a:r>
              <a:rPr sz="2000" spc="-5" dirty="0">
                <a:solidFill>
                  <a:srgbClr val="4D3A2F"/>
                </a:solidFill>
                <a:latin typeface="Calibri" panose="020F0502020204030204" pitchFamily="34" charset="0"/>
                <a:cs typeface="Franklin Gothic Book"/>
              </a:rPr>
              <a:t>i</a:t>
            </a:r>
            <a:r>
              <a:rPr sz="2000" dirty="0">
                <a:solidFill>
                  <a:srgbClr val="4D3A2F"/>
                </a:solidFill>
                <a:latin typeface="Calibri" panose="020F0502020204030204" pitchFamily="34" charset="0"/>
                <a:cs typeface="Franklin Gothic Book"/>
              </a:rPr>
              <a:t>s </a:t>
            </a:r>
            <a:r>
              <a:rPr sz="2000" spc="-25" dirty="0">
                <a:solidFill>
                  <a:srgbClr val="4D3A2F"/>
                </a:solidFill>
                <a:latin typeface="Calibri" panose="020F0502020204030204" pitchFamily="34" charset="0"/>
                <a:cs typeface="Franklin Gothic Book"/>
              </a:rPr>
              <a:t>a</a:t>
            </a:r>
            <a:r>
              <a:rPr sz="2000" spc="-15" dirty="0">
                <a:solidFill>
                  <a:srgbClr val="4D3A2F"/>
                </a:solidFill>
                <a:latin typeface="Calibri" panose="020F0502020204030204" pitchFamily="34" charset="0"/>
                <a:cs typeface="Franklin Gothic Book"/>
              </a:rPr>
              <a:t>d</a:t>
            </a:r>
            <a:r>
              <a:rPr sz="2000" spc="-35" dirty="0">
                <a:solidFill>
                  <a:srgbClr val="4D3A2F"/>
                </a:solidFill>
                <a:latin typeface="Calibri" panose="020F0502020204030204" pitchFamily="34" charset="0"/>
                <a:cs typeface="Franklin Gothic Book"/>
              </a:rPr>
              <a:t>v</a:t>
            </a:r>
            <a:r>
              <a:rPr sz="2000" spc="-20"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r</a:t>
            </a:r>
            <a:r>
              <a:rPr sz="2000" spc="-20" dirty="0">
                <a:solidFill>
                  <a:srgbClr val="4D3A2F"/>
                </a:solidFill>
                <a:latin typeface="Calibri" panose="020F0502020204030204" pitchFamily="34" charset="0"/>
                <a:cs typeface="Franklin Gothic Book"/>
              </a:rPr>
              <a:t>s</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5" dirty="0">
                <a:solidFill>
                  <a:srgbClr val="4D3A2F"/>
                </a:solidFill>
                <a:latin typeface="Calibri" panose="020F0502020204030204" pitchFamily="34" charset="0"/>
                <a:cs typeface="Franklin Gothic Book"/>
              </a:rPr>
              <a:t>l</a:t>
            </a:r>
            <a:r>
              <a:rPr sz="2000" spc="-10" dirty="0">
                <a:solidFill>
                  <a:srgbClr val="4D3A2F"/>
                </a:solidFill>
                <a:latin typeface="Calibri" panose="020F0502020204030204" pitchFamily="34" charset="0"/>
                <a:cs typeface="Franklin Gothic Book"/>
              </a:rPr>
              <a:t>is</a:t>
            </a:r>
            <a:r>
              <a:rPr sz="2000" spc="-60" dirty="0">
                <a:solidFill>
                  <a:srgbClr val="4D3A2F"/>
                </a:solidFill>
                <a:latin typeface="Calibri" panose="020F0502020204030204" pitchFamily="34" charset="0"/>
                <a:cs typeface="Franklin Gothic Book"/>
              </a:rPr>
              <a:t>t</a:t>
            </a:r>
            <a:r>
              <a:rPr sz="2000" spc="-10" dirty="0">
                <a:solidFill>
                  <a:srgbClr val="4D3A2F"/>
                </a:solidFill>
                <a:latin typeface="Calibri" panose="020F0502020204030204" pitchFamily="34" charset="0"/>
                <a:cs typeface="Franklin Gothic Book"/>
              </a:rPr>
              <a:t>e</a:t>
            </a:r>
            <a:r>
              <a:rPr sz="2000" spc="-15" dirty="0">
                <a:solidFill>
                  <a:srgbClr val="4D3A2F"/>
                </a:solidFill>
                <a:latin typeface="Calibri" panose="020F0502020204030204" pitchFamily="34" charset="0"/>
                <a:cs typeface="Franklin Gothic Book"/>
              </a:rPr>
              <a:t>n</a:t>
            </a:r>
            <a:r>
              <a:rPr sz="2000" spc="-5" dirty="0">
                <a:solidFill>
                  <a:srgbClr val="4D3A2F"/>
                </a:solidFill>
                <a:latin typeface="Calibri" panose="020F0502020204030204" pitchFamily="34" charset="0"/>
                <a:cs typeface="Franklin Gothic Book"/>
              </a:rPr>
              <a:t>i</a:t>
            </a:r>
            <a:r>
              <a:rPr sz="2000" dirty="0">
                <a:solidFill>
                  <a:srgbClr val="4D3A2F"/>
                </a:solidFill>
                <a:latin typeface="Calibri" panose="020F0502020204030204" pitchFamily="34" charset="0"/>
                <a:cs typeface="Franklin Gothic Book"/>
              </a:rPr>
              <a:t>n</a:t>
            </a:r>
            <a:r>
              <a:rPr sz="2000" spc="-5" dirty="0">
                <a:solidFill>
                  <a:srgbClr val="4D3A2F"/>
                </a:solidFill>
                <a:latin typeface="Calibri" panose="020F0502020204030204" pitchFamily="34" charset="0"/>
                <a:cs typeface="Franklin Gothic Book"/>
              </a:rPr>
              <a:t>g</a:t>
            </a:r>
            <a:r>
              <a:rPr sz="2000" dirty="0">
                <a:solidFill>
                  <a:srgbClr val="4D3A2F"/>
                </a:solidFill>
                <a:latin typeface="Calibri" panose="020F0502020204030204" pitchFamily="34" charset="0"/>
                <a:cs typeface="Franklin Gothic Book"/>
              </a:rPr>
              <a:t>.</a:t>
            </a:r>
            <a:r>
              <a:rPr sz="2000" spc="5" dirty="0">
                <a:solidFill>
                  <a:srgbClr val="4D3A2F"/>
                </a:solidFill>
                <a:latin typeface="Calibri" panose="020F0502020204030204" pitchFamily="34" charset="0"/>
                <a:cs typeface="Franklin Gothic Book"/>
              </a:rPr>
              <a:t> </a:t>
            </a:r>
            <a:r>
              <a:rPr sz="2000" spc="-125" dirty="0">
                <a:solidFill>
                  <a:srgbClr val="4D3A2F"/>
                </a:solidFill>
                <a:latin typeface="Calibri" panose="020F0502020204030204" pitchFamily="34" charset="0"/>
                <a:cs typeface="Franklin Gothic Book"/>
              </a:rPr>
              <a:t>Y</a:t>
            </a:r>
            <a:r>
              <a:rPr sz="2000" spc="-20" dirty="0">
                <a:solidFill>
                  <a:srgbClr val="4D3A2F"/>
                </a:solidFill>
                <a:latin typeface="Calibri" panose="020F0502020204030204" pitchFamily="34" charset="0"/>
                <a:cs typeface="Franklin Gothic Book"/>
              </a:rPr>
              <a:t>o</a:t>
            </a:r>
            <a:r>
              <a:rPr sz="2000" spc="-15" dirty="0">
                <a:solidFill>
                  <a:srgbClr val="4D3A2F"/>
                </a:solidFill>
                <a:latin typeface="Calibri" panose="020F0502020204030204" pitchFamily="34" charset="0"/>
                <a:cs typeface="Franklin Gothic Book"/>
              </a:rPr>
              <a:t>u</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l</a:t>
            </a:r>
            <a:r>
              <a:rPr sz="2000" spc="-5" dirty="0">
                <a:solidFill>
                  <a:srgbClr val="4D3A2F"/>
                </a:solidFill>
                <a:latin typeface="Calibri" panose="020F0502020204030204" pitchFamily="34" charset="0"/>
                <a:cs typeface="Franklin Gothic Book"/>
              </a:rPr>
              <a:t>i</a:t>
            </a:r>
            <a:r>
              <a:rPr sz="2000" dirty="0">
                <a:solidFill>
                  <a:srgbClr val="4D3A2F"/>
                </a:solidFill>
                <a:latin typeface="Calibri" panose="020F0502020204030204" pitchFamily="34" charset="0"/>
                <a:cs typeface="Franklin Gothic Book"/>
              </a:rPr>
              <a:t>s</a:t>
            </a:r>
            <a:r>
              <a:rPr sz="2000" spc="-60" dirty="0">
                <a:solidFill>
                  <a:srgbClr val="4D3A2F"/>
                </a:solidFill>
                <a:latin typeface="Calibri" panose="020F0502020204030204" pitchFamily="34" charset="0"/>
                <a:cs typeface="Franklin Gothic Book"/>
              </a:rPr>
              <a:t>t</a:t>
            </a:r>
            <a:r>
              <a:rPr sz="2000" spc="-20" dirty="0">
                <a:solidFill>
                  <a:srgbClr val="4D3A2F"/>
                </a:solidFill>
                <a:latin typeface="Calibri" panose="020F0502020204030204" pitchFamily="34" charset="0"/>
                <a:cs typeface="Franklin Gothic Book"/>
              </a:rPr>
              <a:t>e</a:t>
            </a:r>
            <a:r>
              <a:rPr sz="2000" spc="-15" dirty="0">
                <a:solidFill>
                  <a:srgbClr val="4D3A2F"/>
                </a:solidFill>
                <a:latin typeface="Calibri" panose="020F0502020204030204" pitchFamily="34" charset="0"/>
                <a:cs typeface="Franklin Gothic Book"/>
              </a:rPr>
              <a:t>n</a:t>
            </a:r>
            <a:r>
              <a:rPr sz="2000" spc="10" dirty="0">
                <a:solidFill>
                  <a:srgbClr val="4D3A2F"/>
                </a:solidFill>
                <a:latin typeface="Calibri" panose="020F0502020204030204" pitchFamily="34" charset="0"/>
                <a:cs typeface="Franklin Gothic Book"/>
              </a:rPr>
              <a:t> </a:t>
            </a:r>
            <a:r>
              <a:rPr sz="2000" spc="-5" dirty="0">
                <a:solidFill>
                  <a:srgbClr val="4D3A2F"/>
                </a:solidFill>
                <a:latin typeface="Calibri" panose="020F0502020204030204" pitchFamily="34" charset="0"/>
                <a:cs typeface="Franklin Gothic Book"/>
              </a:rPr>
              <a:t>wi</a:t>
            </a:r>
            <a:r>
              <a:rPr sz="2000" spc="-10" dirty="0">
                <a:solidFill>
                  <a:srgbClr val="4D3A2F"/>
                </a:solidFill>
                <a:latin typeface="Calibri" panose="020F0502020204030204" pitchFamily="34" charset="0"/>
                <a:cs typeface="Franklin Gothic Book"/>
              </a:rPr>
              <a:t>t</a:t>
            </a:r>
            <a:r>
              <a:rPr sz="2000" dirty="0">
                <a:solidFill>
                  <a:srgbClr val="4D3A2F"/>
                </a:solidFill>
                <a:latin typeface="Calibri" panose="020F0502020204030204" pitchFamily="34" charset="0"/>
                <a:cs typeface="Franklin Gothic Book"/>
              </a:rPr>
              <a:t>h</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a</a:t>
            </a:r>
            <a:r>
              <a:rPr sz="2000" spc="-10" dirty="0">
                <a:solidFill>
                  <a:srgbClr val="4D3A2F"/>
                </a:solidFill>
                <a:latin typeface="Calibri" panose="020F0502020204030204" pitchFamily="34" charset="0"/>
                <a:cs typeface="Franklin Gothic Book"/>
              </a:rPr>
              <a:t> </a:t>
            </a:r>
            <a:r>
              <a:rPr sz="2000" spc="-50" dirty="0">
                <a:solidFill>
                  <a:srgbClr val="4D3A2F"/>
                </a:solidFill>
                <a:latin typeface="Calibri" panose="020F0502020204030204" pitchFamily="34" charset="0"/>
                <a:cs typeface="Franklin Gothic Book"/>
              </a:rPr>
              <a:t>f</a:t>
            </a:r>
            <a:r>
              <a:rPr sz="2000" spc="-20" dirty="0">
                <a:solidFill>
                  <a:srgbClr val="4D3A2F"/>
                </a:solidFill>
                <a:latin typeface="Calibri" panose="020F0502020204030204" pitchFamily="34" charset="0"/>
                <a:cs typeface="Franklin Gothic Book"/>
              </a:rPr>
              <a:t>o</a:t>
            </a:r>
            <a:r>
              <a:rPr sz="2000" spc="-5" dirty="0">
                <a:solidFill>
                  <a:srgbClr val="4D3A2F"/>
                </a:solidFill>
                <a:latin typeface="Calibri" panose="020F0502020204030204" pitchFamily="34" charset="0"/>
                <a:cs typeface="Franklin Gothic Book"/>
              </a:rPr>
              <a:t>c</a:t>
            </a:r>
            <a:r>
              <a:rPr sz="2000" spc="-20" dirty="0">
                <a:solidFill>
                  <a:srgbClr val="4D3A2F"/>
                </a:solidFill>
                <a:latin typeface="Calibri" panose="020F0502020204030204" pitchFamily="34" charset="0"/>
                <a:cs typeface="Franklin Gothic Book"/>
              </a:rPr>
              <a:t>u</a:t>
            </a:r>
            <a:r>
              <a:rPr sz="2000" spc="-10" dirty="0">
                <a:solidFill>
                  <a:srgbClr val="4D3A2F"/>
                </a:solidFill>
                <a:latin typeface="Calibri" panose="020F0502020204030204" pitchFamily="34" charset="0"/>
                <a:cs typeface="Franklin Gothic Book"/>
              </a:rPr>
              <a:t>s </a:t>
            </a:r>
            <a:r>
              <a:rPr sz="2000" spc="-5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o</a:t>
            </a:r>
            <a:r>
              <a:rPr sz="2000" spc="5" dirty="0">
                <a:solidFill>
                  <a:srgbClr val="4D3A2F"/>
                </a:solidFill>
                <a:latin typeface="Calibri" panose="020F0502020204030204" pitchFamily="34" charset="0"/>
                <a:cs typeface="Franklin Gothic Book"/>
              </a:rPr>
              <a:t> </a:t>
            </a:r>
            <a:r>
              <a:rPr sz="2000" spc="-5" dirty="0">
                <a:solidFill>
                  <a:srgbClr val="4D3A2F"/>
                </a:solidFill>
                <a:latin typeface="Calibri" panose="020F0502020204030204" pitchFamily="34" charset="0"/>
                <a:cs typeface="Franklin Gothic Book"/>
              </a:rPr>
              <a:t>p</a:t>
            </a:r>
            <a:r>
              <a:rPr sz="2000" spc="-10" dirty="0">
                <a:solidFill>
                  <a:srgbClr val="4D3A2F"/>
                </a:solidFill>
                <a:latin typeface="Calibri" panose="020F0502020204030204" pitchFamily="34" charset="0"/>
                <a:cs typeface="Franklin Gothic Book"/>
              </a:rPr>
              <a:t>i</a:t>
            </a:r>
            <a:r>
              <a:rPr sz="2000" spc="-5" dirty="0">
                <a:solidFill>
                  <a:srgbClr val="4D3A2F"/>
                </a:solidFill>
                <a:latin typeface="Calibri" panose="020F0502020204030204" pitchFamily="34" charset="0"/>
                <a:cs typeface="Franklin Gothic Book"/>
              </a:rPr>
              <a:t>c</a:t>
            </a:r>
            <a:r>
              <a:rPr sz="2000" spc="-10" dirty="0">
                <a:solidFill>
                  <a:srgbClr val="4D3A2F"/>
                </a:solidFill>
                <a:latin typeface="Calibri" panose="020F0502020204030204" pitchFamily="34" charset="0"/>
                <a:cs typeface="Franklin Gothic Book"/>
              </a:rPr>
              <a:t>k</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ou</a:t>
            </a:r>
            <a:r>
              <a:rPr sz="2000" spc="-10" dirty="0">
                <a:solidFill>
                  <a:srgbClr val="4D3A2F"/>
                </a:solidFill>
                <a:latin typeface="Calibri" panose="020F0502020204030204" pitchFamily="34" charset="0"/>
                <a:cs typeface="Franklin Gothic Book"/>
              </a:rPr>
              <a:t>t</a:t>
            </a:r>
            <a:r>
              <a:rPr sz="2000" spc="-5" dirty="0">
                <a:solidFill>
                  <a:srgbClr val="4D3A2F"/>
                </a:solidFill>
                <a:latin typeface="Calibri" panose="020F0502020204030204" pitchFamily="34" charset="0"/>
                <a:cs typeface="Franklin Gothic Book"/>
              </a:rPr>
              <a:t> poi</a:t>
            </a:r>
            <a:r>
              <a:rPr sz="2000" dirty="0">
                <a:solidFill>
                  <a:srgbClr val="4D3A2F"/>
                </a:solidFill>
                <a:latin typeface="Calibri" panose="020F0502020204030204" pitchFamily="34" charset="0"/>
                <a:cs typeface="Franklin Gothic Book"/>
              </a:rPr>
              <a:t>n</a:t>
            </a:r>
            <a:r>
              <a:rPr sz="2000" spc="-20" dirty="0">
                <a:solidFill>
                  <a:srgbClr val="4D3A2F"/>
                </a:solidFill>
                <a:latin typeface="Calibri" panose="020F0502020204030204" pitchFamily="34" charset="0"/>
                <a:cs typeface="Franklin Gothic Book"/>
              </a:rPr>
              <a:t>t</a:t>
            </a:r>
            <a:r>
              <a:rPr sz="2000" spc="-10" dirty="0">
                <a:solidFill>
                  <a:srgbClr val="4D3A2F"/>
                </a:solidFill>
                <a:latin typeface="Calibri" panose="020F0502020204030204" pitchFamily="34" charset="0"/>
                <a:cs typeface="Franklin Gothic Book"/>
              </a:rPr>
              <a:t>s</a:t>
            </a:r>
            <a:r>
              <a:rPr sz="2000"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o</a:t>
            </a:r>
            <a:r>
              <a:rPr sz="2000" spc="-10" dirty="0">
                <a:solidFill>
                  <a:srgbClr val="4D3A2F"/>
                </a:solidFill>
                <a:latin typeface="Calibri" panose="020F0502020204030204" pitchFamily="34" charset="0"/>
                <a:cs typeface="Franklin Gothic Book"/>
              </a:rPr>
              <a:t>f</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d</a:t>
            </a:r>
            <a:r>
              <a:rPr sz="2000" spc="-10" dirty="0">
                <a:solidFill>
                  <a:srgbClr val="4D3A2F"/>
                </a:solidFill>
                <a:latin typeface="Calibri" panose="020F0502020204030204" pitchFamily="34" charset="0"/>
                <a:cs typeface="Franklin Gothic Book"/>
              </a:rPr>
              <a:t>i</a:t>
            </a:r>
            <a:r>
              <a:rPr sz="2000" spc="30" dirty="0">
                <a:solidFill>
                  <a:srgbClr val="4D3A2F"/>
                </a:solidFill>
                <a:latin typeface="Calibri" panose="020F0502020204030204" pitchFamily="34" charset="0"/>
                <a:cs typeface="Franklin Gothic Book"/>
              </a:rPr>
              <a:t>f</a:t>
            </a:r>
            <a:r>
              <a:rPr sz="2000" spc="-60" dirty="0">
                <a:solidFill>
                  <a:srgbClr val="4D3A2F"/>
                </a:solidFill>
                <a:latin typeface="Calibri" panose="020F0502020204030204" pitchFamily="34" charset="0"/>
                <a:cs typeface="Franklin Gothic Book"/>
              </a:rPr>
              <a:t>f</a:t>
            </a:r>
            <a:r>
              <a:rPr sz="2000" spc="-20"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r</a:t>
            </a:r>
            <a:r>
              <a:rPr sz="2000" spc="-20" dirty="0">
                <a:solidFill>
                  <a:srgbClr val="4D3A2F"/>
                </a:solidFill>
                <a:latin typeface="Calibri" panose="020F0502020204030204" pitchFamily="34" charset="0"/>
                <a:cs typeface="Franklin Gothic Book"/>
              </a:rPr>
              <a:t>e</a:t>
            </a:r>
            <a:r>
              <a:rPr sz="2000" spc="-15" dirty="0">
                <a:solidFill>
                  <a:srgbClr val="4D3A2F"/>
                </a:solidFill>
                <a:latin typeface="Calibri" panose="020F0502020204030204" pitchFamily="34" charset="0"/>
                <a:cs typeface="Franklin Gothic Book"/>
              </a:rPr>
              <a:t>n</a:t>
            </a:r>
            <a:r>
              <a:rPr sz="2000" spc="-5" dirty="0">
                <a:solidFill>
                  <a:srgbClr val="4D3A2F"/>
                </a:solidFill>
                <a:latin typeface="Calibri" panose="020F0502020204030204" pitchFamily="34" charset="0"/>
                <a:cs typeface="Franklin Gothic Book"/>
              </a:rPr>
              <a:t>c</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s</a:t>
            </a:r>
            <a:r>
              <a:rPr sz="2000" spc="-15" dirty="0">
                <a:solidFill>
                  <a:srgbClr val="4D3A2F"/>
                </a:solidFill>
                <a:latin typeface="Calibri" panose="020F0502020204030204" pitchFamily="34" charset="0"/>
                <a:cs typeface="Franklin Gothic Book"/>
              </a:rPr>
              <a:t>o</a:t>
            </a:r>
            <a:r>
              <a:rPr sz="2000" spc="5" dirty="0">
                <a:solidFill>
                  <a:srgbClr val="4D3A2F"/>
                </a:solidFill>
                <a:latin typeface="Calibri" panose="020F0502020204030204" pitchFamily="34" charset="0"/>
                <a:cs typeface="Franklin Gothic Book"/>
              </a:rPr>
              <a:t> </a:t>
            </a:r>
            <a:r>
              <a:rPr sz="2000" spc="-30" dirty="0">
                <a:solidFill>
                  <a:srgbClr val="4D3A2F"/>
                </a:solidFill>
                <a:latin typeface="Calibri" panose="020F0502020204030204" pitchFamily="34" charset="0"/>
                <a:cs typeface="Franklin Gothic Book"/>
              </a:rPr>
              <a:t>y</a:t>
            </a:r>
            <a:r>
              <a:rPr sz="2000" spc="-10" dirty="0">
                <a:solidFill>
                  <a:srgbClr val="4D3A2F"/>
                </a:solidFill>
                <a:latin typeface="Calibri" panose="020F0502020204030204" pitchFamily="34" charset="0"/>
                <a:cs typeface="Franklin Gothic Book"/>
              </a:rPr>
              <a:t>o</a:t>
            </a:r>
            <a:r>
              <a:rPr sz="2000" spc="-15" dirty="0">
                <a:solidFill>
                  <a:srgbClr val="4D3A2F"/>
                </a:solidFill>
                <a:latin typeface="Calibri" panose="020F0502020204030204" pitchFamily="34" charset="0"/>
                <a:cs typeface="Franklin Gothic Book"/>
              </a:rPr>
              <a:t>u</a:t>
            </a:r>
            <a:r>
              <a:rPr sz="2000" spc="-5" dirty="0">
                <a:solidFill>
                  <a:srgbClr val="4D3A2F"/>
                </a:solidFill>
                <a:latin typeface="Calibri" panose="020F0502020204030204" pitchFamily="34" charset="0"/>
                <a:cs typeface="Franklin Gothic Book"/>
              </a:rPr>
              <a:t> c</a:t>
            </a:r>
            <a:r>
              <a:rPr sz="2000" spc="-25" dirty="0">
                <a:solidFill>
                  <a:srgbClr val="4D3A2F"/>
                </a:solidFill>
                <a:latin typeface="Calibri" panose="020F0502020204030204" pitchFamily="34" charset="0"/>
                <a:cs typeface="Franklin Gothic Book"/>
              </a:rPr>
              <a:t>a</a:t>
            </a:r>
            <a:r>
              <a:rPr sz="2000" spc="-15" dirty="0">
                <a:solidFill>
                  <a:srgbClr val="4D3A2F"/>
                </a:solidFill>
                <a:latin typeface="Calibri" panose="020F0502020204030204" pitchFamily="34" charset="0"/>
                <a:cs typeface="Franklin Gothic Book"/>
              </a:rPr>
              <a:t>n</a:t>
            </a:r>
            <a:r>
              <a:rPr sz="2000" spc="10"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n</a:t>
            </a:r>
            <a:r>
              <a:rPr sz="2000" spc="-20"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g</a:t>
            </a:r>
            <a:r>
              <a:rPr sz="2000" spc="-25" dirty="0">
                <a:solidFill>
                  <a:srgbClr val="4D3A2F"/>
                </a:solidFill>
                <a:latin typeface="Calibri" panose="020F0502020204030204" pitchFamily="34" charset="0"/>
                <a:cs typeface="Franklin Gothic Book"/>
              </a:rPr>
              <a:t>a</a:t>
            </a:r>
            <a:r>
              <a:rPr sz="2000" spc="-5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th</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pe</a:t>
            </a:r>
            <a:r>
              <a:rPr sz="2000" spc="-50" dirty="0">
                <a:solidFill>
                  <a:srgbClr val="4D3A2F"/>
                </a:solidFill>
                <a:latin typeface="Calibri" panose="020F0502020204030204" pitchFamily="34" charset="0"/>
                <a:cs typeface="Franklin Gothic Book"/>
              </a:rPr>
              <a:t>r</a:t>
            </a:r>
            <a:r>
              <a:rPr sz="2000" spc="-5" dirty="0">
                <a:solidFill>
                  <a:srgbClr val="4D3A2F"/>
                </a:solidFill>
                <a:latin typeface="Calibri" panose="020F0502020204030204" pitchFamily="34" charset="0"/>
                <a:cs typeface="Franklin Gothic Book"/>
              </a:rPr>
              <a:t>c</a:t>
            </a:r>
            <a:r>
              <a:rPr sz="2000" spc="-15" dirty="0">
                <a:solidFill>
                  <a:srgbClr val="4D3A2F"/>
                </a:solidFill>
                <a:latin typeface="Calibri" panose="020F0502020204030204" pitchFamily="34" charset="0"/>
                <a:cs typeface="Franklin Gothic Book"/>
              </a:rPr>
              <a:t>ept</a:t>
            </a:r>
            <a:r>
              <a:rPr sz="2000" spc="-5" dirty="0">
                <a:solidFill>
                  <a:srgbClr val="4D3A2F"/>
                </a:solidFill>
                <a:latin typeface="Calibri" panose="020F0502020204030204" pitchFamily="34" charset="0"/>
                <a:cs typeface="Franklin Gothic Book"/>
              </a:rPr>
              <a:t>io</a:t>
            </a:r>
            <a:r>
              <a:rPr sz="2000" dirty="0">
                <a:solidFill>
                  <a:srgbClr val="4D3A2F"/>
                </a:solidFill>
                <a:latin typeface="Calibri" panose="020F0502020204030204" pitchFamily="34" charset="0"/>
                <a:cs typeface="Franklin Gothic Book"/>
              </a:rPr>
              <a:t>n</a:t>
            </a:r>
            <a:r>
              <a:rPr sz="2000" spc="10"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o</a:t>
            </a:r>
            <a:r>
              <a:rPr sz="2000" spc="-10" dirty="0">
                <a:solidFill>
                  <a:srgbClr val="4D3A2F"/>
                </a:solidFill>
                <a:latin typeface="Calibri" panose="020F0502020204030204" pitchFamily="34" charset="0"/>
                <a:cs typeface="Franklin Gothic Book"/>
              </a:rPr>
              <a:t>f</a:t>
            </a:r>
            <a:r>
              <a:rPr sz="2000" spc="5" dirty="0">
                <a:solidFill>
                  <a:srgbClr val="4D3A2F"/>
                </a:solidFill>
                <a:latin typeface="Calibri" panose="020F0502020204030204" pitchFamily="34" charset="0"/>
                <a:cs typeface="Franklin Gothic Book"/>
              </a:rPr>
              <a:t> </a:t>
            </a:r>
            <a:r>
              <a:rPr sz="2000" spc="-25" dirty="0">
                <a:solidFill>
                  <a:srgbClr val="4D3A2F"/>
                </a:solidFill>
                <a:latin typeface="Calibri" panose="020F0502020204030204" pitchFamily="34" charset="0"/>
                <a:cs typeface="Franklin Gothic Book"/>
              </a:rPr>
              <a:t>a</a:t>
            </a:r>
            <a:r>
              <a:rPr sz="2000" spc="-5" dirty="0">
                <a:solidFill>
                  <a:srgbClr val="4D3A2F"/>
                </a:solidFill>
                <a:latin typeface="Calibri" panose="020F0502020204030204" pitchFamily="34" charset="0"/>
                <a:cs typeface="Franklin Gothic Book"/>
              </a:rPr>
              <a:t>n</a:t>
            </a:r>
            <a:r>
              <a:rPr sz="2000" spc="-20" dirty="0">
                <a:solidFill>
                  <a:srgbClr val="4D3A2F"/>
                </a:solidFill>
                <a:latin typeface="Calibri" panose="020F0502020204030204" pitchFamily="34" charset="0"/>
                <a:cs typeface="Franklin Gothic Book"/>
              </a:rPr>
              <a:t>ot</a:t>
            </a:r>
            <a:r>
              <a:rPr sz="2000" spc="-15" dirty="0">
                <a:solidFill>
                  <a:srgbClr val="4D3A2F"/>
                </a:solidFill>
                <a:latin typeface="Calibri" panose="020F0502020204030204" pitchFamily="34" charset="0"/>
                <a:cs typeface="Franklin Gothic Book"/>
              </a:rPr>
              <a:t>h</a:t>
            </a:r>
            <a:r>
              <a:rPr sz="2000" spc="-20" dirty="0">
                <a:solidFill>
                  <a:srgbClr val="4D3A2F"/>
                </a:solidFill>
                <a:latin typeface="Calibri" panose="020F0502020204030204" pitchFamily="34" charset="0"/>
                <a:cs typeface="Franklin Gothic Book"/>
              </a:rPr>
              <a:t>e</a:t>
            </a:r>
            <a:r>
              <a:rPr sz="2000" spc="-110" dirty="0">
                <a:solidFill>
                  <a:srgbClr val="4D3A2F"/>
                </a:solidFill>
                <a:latin typeface="Calibri" panose="020F0502020204030204" pitchFamily="34" charset="0"/>
                <a:cs typeface="Franklin Gothic Book"/>
              </a:rPr>
              <a:t>r</a:t>
            </a:r>
            <a:r>
              <a:rPr sz="2000" dirty="0">
                <a:solidFill>
                  <a:srgbClr val="4D3A2F"/>
                </a:solidFill>
                <a:latin typeface="Calibri" panose="020F0502020204030204" pitchFamily="34" charset="0"/>
                <a:cs typeface="Franklin Gothic Book"/>
              </a:rPr>
              <a:t>.</a:t>
            </a:r>
            <a:endParaRPr sz="2000" dirty="0">
              <a:solidFill>
                <a:prstClr val="black"/>
              </a:solidFill>
              <a:latin typeface="Calibri" panose="020F0502020204030204" pitchFamily="34" charset="0"/>
              <a:cs typeface="Franklin Gothic Book"/>
            </a:endParaRPr>
          </a:p>
        </p:txBody>
      </p:sp>
      <p:sp>
        <p:nvSpPr>
          <p:cNvPr id="13" name="object 13"/>
          <p:cNvSpPr/>
          <p:nvPr/>
        </p:nvSpPr>
        <p:spPr>
          <a:xfrm>
            <a:off x="96519" y="6183629"/>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4" name="object 14"/>
          <p:cNvSpPr/>
          <p:nvPr/>
        </p:nvSpPr>
        <p:spPr>
          <a:xfrm>
            <a:off x="581659" y="6708140"/>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5"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a:p>
        </p:txBody>
      </p:sp>
      <p:sp>
        <p:nvSpPr>
          <p:cNvPr id="8" name="Slide Number Placeholder 7">
            <a:extLst>
              <a:ext uri="{FF2B5EF4-FFF2-40B4-BE49-F238E27FC236}">
                <a16:creationId xmlns:a16="http://schemas.microsoft.com/office/drawing/2014/main" id="{73C3B41E-ADF1-48D9-AAB5-44FE8FC8CFBA}"/>
              </a:ext>
            </a:extLst>
          </p:cNvPr>
          <p:cNvSpPr>
            <a:spLocks noGrp="1"/>
          </p:cNvSpPr>
          <p:nvPr>
            <p:ph type="sldNum" sz="quarter" idx="12"/>
          </p:nvPr>
        </p:nvSpPr>
        <p:spPr/>
        <p:txBody>
          <a:bodyPr/>
          <a:lstStyle/>
          <a:p>
            <a:fld id="{E31375A4-56A4-47D6-9801-1991572033F7}" type="slidenum">
              <a:rPr lang="en-US" smtClean="0">
                <a:solidFill>
                  <a:prstClr val="black"/>
                </a:solidFill>
              </a:rPr>
              <a:pPr/>
              <a:t>36</a:t>
            </a:fld>
            <a:endParaRPr lang="en-US">
              <a:solidFill>
                <a:prstClr val="black"/>
              </a:solidFill>
            </a:endParaRPr>
          </a:p>
        </p:txBody>
      </p:sp>
      <p:sp>
        <p:nvSpPr>
          <p:cNvPr id="2" name="Date Placeholder 1">
            <a:extLst>
              <a:ext uri="{FF2B5EF4-FFF2-40B4-BE49-F238E27FC236}">
                <a16:creationId xmlns:a16="http://schemas.microsoft.com/office/drawing/2014/main" id="{D7735536-582A-9503-9465-3C3B33440CFB}"/>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22993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71550" y="137538"/>
            <a:ext cx="7200900" cy="692496"/>
          </a:xfrm>
          <a:prstGeom prst="rect">
            <a:avLst/>
          </a:prstGeom>
        </p:spPr>
        <p:txBody>
          <a:bodyPr vert="horz" wrap="square" lIns="0" tIns="137159" rIns="0" bIns="0" rtlCol="0">
            <a:spAutoFit/>
          </a:bodyPr>
          <a:lstStyle/>
          <a:p>
            <a:pPr marL="165100" algn="ctr">
              <a:lnSpc>
                <a:spcPct val="100000"/>
              </a:lnSpc>
            </a:pPr>
            <a:r>
              <a:rPr lang="en-US" sz="3600" dirty="0">
                <a:latin typeface="Calibri" panose="020F0502020204030204" pitchFamily="34" charset="0"/>
              </a:rPr>
              <a:t>Tips to improve listening skills</a:t>
            </a:r>
            <a:endParaRPr sz="3600" dirty="0">
              <a:latin typeface="Calibri" panose="020F0502020204030204" pitchFamily="34" charset="0"/>
            </a:endParaRPr>
          </a:p>
        </p:txBody>
      </p:sp>
      <p:sp>
        <p:nvSpPr>
          <p:cNvPr id="5" name="object 5"/>
          <p:cNvSpPr txBox="1"/>
          <p:nvPr/>
        </p:nvSpPr>
        <p:spPr>
          <a:xfrm>
            <a:off x="1068069" y="1066164"/>
            <a:ext cx="7414259" cy="4398645"/>
          </a:xfrm>
          <a:prstGeom prst="rect">
            <a:avLst/>
          </a:prstGeom>
        </p:spPr>
        <p:txBody>
          <a:bodyPr vert="horz" wrap="square" lIns="0" tIns="0" rIns="0" bIns="0" rtlCol="0">
            <a:spAutoFit/>
          </a:bodyPr>
          <a:lstStyle/>
          <a:p>
            <a:pPr marL="12700" marR="5168900" fontAlgn="auto">
              <a:lnSpc>
                <a:spcPct val="80000"/>
              </a:lnSpc>
              <a:spcBef>
                <a:spcPts val="0"/>
              </a:spcBef>
              <a:spcAft>
                <a:spcPts val="0"/>
              </a:spcAft>
            </a:pPr>
            <a:r>
              <a:rPr sz="2000" spc="-40" dirty="0">
                <a:solidFill>
                  <a:srgbClr val="4D3A2F"/>
                </a:solidFill>
                <a:latin typeface="Calibri" panose="020F0502020204030204" pitchFamily="34" charset="0"/>
                <a:cs typeface="Franklin Gothic Book"/>
              </a:rPr>
              <a:t>A</a:t>
            </a:r>
            <a:r>
              <a:rPr sz="2000" spc="-5" dirty="0">
                <a:solidFill>
                  <a:srgbClr val="4D3A2F"/>
                </a:solidFill>
                <a:latin typeface="Calibri" panose="020F0502020204030204" pitchFamily="34" charset="0"/>
                <a:cs typeface="Franklin Gothic Book"/>
              </a:rPr>
              <a:t>c</a:t>
            </a:r>
            <a:r>
              <a:rPr sz="2000" spc="-10" dirty="0">
                <a:solidFill>
                  <a:srgbClr val="4D3A2F"/>
                </a:solidFill>
                <a:latin typeface="Calibri" panose="020F0502020204030204" pitchFamily="34" charset="0"/>
                <a:cs typeface="Franklin Gothic Book"/>
              </a:rPr>
              <a:t>t </a:t>
            </a:r>
            <a:r>
              <a:rPr sz="2000" spc="-5" dirty="0">
                <a:solidFill>
                  <a:srgbClr val="4D3A2F"/>
                </a:solidFill>
                <a:latin typeface="Calibri" panose="020F0502020204030204" pitchFamily="34" charset="0"/>
                <a:cs typeface="Franklin Gothic Book"/>
              </a:rPr>
              <a:t>li</a:t>
            </a:r>
            <a:r>
              <a:rPr sz="2000" spc="-45" dirty="0">
                <a:solidFill>
                  <a:srgbClr val="4D3A2F"/>
                </a:solidFill>
                <a:latin typeface="Calibri" panose="020F0502020204030204" pitchFamily="34" charset="0"/>
                <a:cs typeface="Franklin Gothic Book"/>
              </a:rPr>
              <a:t>k</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a</a:t>
            </a:r>
            <a:r>
              <a:rPr sz="2000" dirty="0">
                <a:solidFill>
                  <a:srgbClr val="4D3A2F"/>
                </a:solidFill>
                <a:latin typeface="Calibri" panose="020F0502020204030204" pitchFamily="34" charset="0"/>
                <a:cs typeface="Franklin Gothic Book"/>
              </a:rPr>
              <a:t> </a:t>
            </a:r>
            <a:r>
              <a:rPr sz="2000" spc="-5" dirty="0">
                <a:solidFill>
                  <a:srgbClr val="4D3A2F"/>
                </a:solidFill>
                <a:latin typeface="Calibri" panose="020F0502020204030204" pitchFamily="34" charset="0"/>
                <a:cs typeface="Franklin Gothic Book"/>
              </a:rPr>
              <a:t>L</a:t>
            </a:r>
            <a:r>
              <a:rPr sz="2000" spc="-10" dirty="0">
                <a:solidFill>
                  <a:srgbClr val="4D3A2F"/>
                </a:solidFill>
                <a:latin typeface="Calibri" panose="020F0502020204030204" pitchFamily="34" charset="0"/>
                <a:cs typeface="Franklin Gothic Book"/>
              </a:rPr>
              <a:t>is</a:t>
            </a:r>
            <a:r>
              <a:rPr sz="2000" spc="-60" dirty="0">
                <a:solidFill>
                  <a:srgbClr val="4D3A2F"/>
                </a:solidFill>
                <a:latin typeface="Calibri" panose="020F0502020204030204" pitchFamily="34" charset="0"/>
                <a:cs typeface="Franklin Gothic Book"/>
              </a:rPr>
              <a:t>t</a:t>
            </a:r>
            <a:r>
              <a:rPr sz="2000" spc="-10" dirty="0">
                <a:solidFill>
                  <a:srgbClr val="4D3A2F"/>
                </a:solidFill>
                <a:latin typeface="Calibri" panose="020F0502020204030204" pitchFamily="34" charset="0"/>
                <a:cs typeface="Franklin Gothic Book"/>
              </a:rPr>
              <a:t>e</a:t>
            </a:r>
            <a:r>
              <a:rPr sz="2000" spc="-15" dirty="0">
                <a:solidFill>
                  <a:srgbClr val="4D3A2F"/>
                </a:solidFill>
                <a:latin typeface="Calibri" panose="020F0502020204030204" pitchFamily="34" charset="0"/>
                <a:cs typeface="Franklin Gothic Book"/>
              </a:rPr>
              <a:t>ner</a:t>
            </a:r>
            <a:r>
              <a:rPr sz="2000" spc="-10" dirty="0">
                <a:solidFill>
                  <a:srgbClr val="4D3A2F"/>
                </a:solidFill>
                <a:latin typeface="Calibri" panose="020F0502020204030204" pitchFamily="34" charset="0"/>
                <a:cs typeface="Franklin Gothic Book"/>
              </a:rPr>
              <a:t> </a:t>
            </a:r>
            <a:r>
              <a:rPr sz="2000" spc="-5" dirty="0">
                <a:solidFill>
                  <a:srgbClr val="4D3A2F"/>
                </a:solidFill>
                <a:latin typeface="Calibri" panose="020F0502020204030204" pitchFamily="34" charset="0"/>
                <a:cs typeface="Franklin Gothic Book"/>
              </a:rPr>
              <a:t>Li</a:t>
            </a:r>
            <a:r>
              <a:rPr sz="2000" spc="-10" dirty="0">
                <a:solidFill>
                  <a:srgbClr val="4D3A2F"/>
                </a:solidFill>
                <a:latin typeface="Calibri" panose="020F0502020204030204" pitchFamily="34" charset="0"/>
                <a:cs typeface="Franklin Gothic Book"/>
              </a:rPr>
              <a:t>s</a:t>
            </a:r>
            <a:r>
              <a:rPr sz="2000" spc="-50" dirty="0">
                <a:solidFill>
                  <a:srgbClr val="4D3A2F"/>
                </a:solidFill>
                <a:latin typeface="Calibri" panose="020F0502020204030204" pitchFamily="34" charset="0"/>
                <a:cs typeface="Franklin Gothic Book"/>
              </a:rPr>
              <a:t>t</a:t>
            </a:r>
            <a:r>
              <a:rPr sz="2000" spc="-20" dirty="0">
                <a:solidFill>
                  <a:srgbClr val="4D3A2F"/>
                </a:solidFill>
                <a:latin typeface="Calibri" panose="020F0502020204030204" pitchFamily="34" charset="0"/>
                <a:cs typeface="Franklin Gothic Book"/>
              </a:rPr>
              <a:t>e</a:t>
            </a:r>
            <a:r>
              <a:rPr sz="2000" spc="-15" dirty="0">
                <a:solidFill>
                  <a:srgbClr val="4D3A2F"/>
                </a:solidFill>
                <a:latin typeface="Calibri" panose="020F0502020204030204" pitchFamily="34" charset="0"/>
                <a:cs typeface="Franklin Gothic Book"/>
              </a:rPr>
              <a:t>n</a:t>
            </a:r>
            <a:r>
              <a:rPr sz="2000" spc="10" dirty="0">
                <a:solidFill>
                  <a:srgbClr val="4D3A2F"/>
                </a:solidFill>
                <a:latin typeface="Calibri" panose="020F0502020204030204" pitchFamily="34" charset="0"/>
                <a:cs typeface="Franklin Gothic Book"/>
              </a:rPr>
              <a:t> </a:t>
            </a:r>
            <a:r>
              <a:rPr sz="2000" spc="-6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o</a:t>
            </a:r>
            <a:r>
              <a:rPr sz="2000" spc="5" dirty="0">
                <a:solidFill>
                  <a:srgbClr val="4D3A2F"/>
                </a:solidFill>
                <a:latin typeface="Calibri" panose="020F0502020204030204" pitchFamily="34" charset="0"/>
                <a:cs typeface="Franklin Gothic Book"/>
              </a:rPr>
              <a:t> </a:t>
            </a:r>
            <a:r>
              <a:rPr sz="2000" spc="-30" dirty="0">
                <a:solidFill>
                  <a:srgbClr val="4D3A2F"/>
                </a:solidFill>
                <a:latin typeface="Calibri" panose="020F0502020204030204" pitchFamily="34" charset="0"/>
                <a:cs typeface="Franklin Gothic Book"/>
              </a:rPr>
              <a:t>U</a:t>
            </a:r>
            <a:r>
              <a:rPr sz="2000" spc="-15" dirty="0">
                <a:solidFill>
                  <a:srgbClr val="4D3A2F"/>
                </a:solidFill>
                <a:latin typeface="Calibri" panose="020F0502020204030204" pitchFamily="34" charset="0"/>
                <a:cs typeface="Franklin Gothic Book"/>
              </a:rPr>
              <a:t>nd</a:t>
            </a:r>
            <a:r>
              <a:rPr sz="2000" spc="-5" dirty="0">
                <a:solidFill>
                  <a:srgbClr val="4D3A2F"/>
                </a:solidFill>
                <a:latin typeface="Calibri" panose="020F0502020204030204" pitchFamily="34" charset="0"/>
                <a:cs typeface="Franklin Gothic Book"/>
              </a:rPr>
              <a:t>er</a:t>
            </a:r>
            <a:r>
              <a:rPr sz="2000" spc="-20" dirty="0">
                <a:solidFill>
                  <a:srgbClr val="4D3A2F"/>
                </a:solidFill>
                <a:latin typeface="Calibri" panose="020F0502020204030204" pitchFamily="34" charset="0"/>
                <a:cs typeface="Franklin Gothic Book"/>
              </a:rPr>
              <a:t>s</a:t>
            </a:r>
            <a:r>
              <a:rPr sz="2000" spc="-10" dirty="0">
                <a:solidFill>
                  <a:srgbClr val="4D3A2F"/>
                </a:solidFill>
                <a:latin typeface="Calibri" panose="020F0502020204030204" pitchFamily="34" charset="0"/>
                <a:cs typeface="Franklin Gothic Book"/>
              </a:rPr>
              <a:t>t</a:t>
            </a:r>
            <a:r>
              <a:rPr sz="2000" spc="-25" dirty="0">
                <a:solidFill>
                  <a:srgbClr val="4D3A2F"/>
                </a:solidFill>
                <a:latin typeface="Calibri" panose="020F0502020204030204" pitchFamily="34" charset="0"/>
                <a:cs typeface="Franklin Gothic Book"/>
              </a:rPr>
              <a:t>a</a:t>
            </a:r>
            <a:r>
              <a:rPr sz="2000" spc="-15" dirty="0">
                <a:solidFill>
                  <a:srgbClr val="4D3A2F"/>
                </a:solidFill>
                <a:latin typeface="Calibri" panose="020F0502020204030204" pitchFamily="34" charset="0"/>
                <a:cs typeface="Franklin Gothic Book"/>
              </a:rPr>
              <a:t>nd</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S</a:t>
            </a:r>
            <a:r>
              <a:rPr sz="2000" spc="-60" dirty="0">
                <a:solidFill>
                  <a:srgbClr val="4D3A2F"/>
                </a:solidFill>
                <a:latin typeface="Calibri" panose="020F0502020204030204" pitchFamily="34" charset="0"/>
                <a:cs typeface="Franklin Gothic Book"/>
              </a:rPr>
              <a:t>t</a:t>
            </a:r>
            <a:r>
              <a:rPr sz="2000" spc="-10" dirty="0">
                <a:solidFill>
                  <a:srgbClr val="4D3A2F"/>
                </a:solidFill>
                <a:latin typeface="Calibri" panose="020F0502020204030204" pitchFamily="34" charset="0"/>
                <a:cs typeface="Franklin Gothic Book"/>
              </a:rPr>
              <a:t>o</a:t>
            </a:r>
            <a:r>
              <a:rPr sz="2000" dirty="0">
                <a:solidFill>
                  <a:srgbClr val="4D3A2F"/>
                </a:solidFill>
                <a:latin typeface="Calibri" panose="020F0502020204030204" pitchFamily="34" charset="0"/>
                <a:cs typeface="Franklin Gothic Book"/>
              </a:rPr>
              <a:t>p</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al</a:t>
            </a:r>
            <a:r>
              <a:rPr sz="2000" spc="-5" dirty="0">
                <a:solidFill>
                  <a:srgbClr val="4D3A2F"/>
                </a:solidFill>
                <a:latin typeface="Calibri" panose="020F0502020204030204" pitchFamily="34" charset="0"/>
                <a:cs typeface="Franklin Gothic Book"/>
              </a:rPr>
              <a:t>ki</a:t>
            </a:r>
            <a:r>
              <a:rPr sz="2000" dirty="0">
                <a:solidFill>
                  <a:srgbClr val="4D3A2F"/>
                </a:solidFill>
                <a:latin typeface="Calibri" panose="020F0502020204030204" pitchFamily="34" charset="0"/>
                <a:cs typeface="Franklin Gothic Book"/>
              </a:rPr>
              <a:t>ng</a:t>
            </a:r>
            <a:endParaRPr sz="2000" dirty="0">
              <a:solidFill>
                <a:prstClr val="black"/>
              </a:solidFill>
              <a:latin typeface="Calibri" panose="020F0502020204030204" pitchFamily="34" charset="0"/>
              <a:cs typeface="Franklin Gothic Book"/>
            </a:endParaRPr>
          </a:p>
          <a:p>
            <a:pPr marL="12700" marR="4335780" fontAlgn="auto">
              <a:lnSpc>
                <a:spcPct val="80000"/>
              </a:lnSpc>
              <a:spcBef>
                <a:spcPts val="0"/>
              </a:spcBef>
              <a:spcAft>
                <a:spcPts val="0"/>
              </a:spcAft>
            </a:pPr>
            <a:r>
              <a:rPr sz="2000" spc="-20" dirty="0">
                <a:solidFill>
                  <a:srgbClr val="4D3A2F"/>
                </a:solidFill>
                <a:latin typeface="Calibri" panose="020F0502020204030204" pitchFamily="34" charset="0"/>
                <a:cs typeface="Franklin Gothic Book"/>
              </a:rPr>
              <a:t>G</a:t>
            </a:r>
            <a:r>
              <a:rPr sz="2000" spc="-5" dirty="0">
                <a:solidFill>
                  <a:srgbClr val="4D3A2F"/>
                </a:solidFill>
                <a:latin typeface="Calibri" panose="020F0502020204030204" pitchFamily="34" charset="0"/>
                <a:cs typeface="Franklin Gothic Book"/>
              </a:rPr>
              <a:t>i</a:t>
            </a:r>
            <a:r>
              <a:rPr sz="2000" spc="-45" dirty="0">
                <a:solidFill>
                  <a:srgbClr val="4D3A2F"/>
                </a:solidFill>
                <a:latin typeface="Calibri" panose="020F0502020204030204" pitchFamily="34" charset="0"/>
                <a:cs typeface="Franklin Gothic Book"/>
              </a:rPr>
              <a:t>v</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you</a:t>
            </a:r>
            <a:r>
              <a:rPr sz="2000" spc="-10" dirty="0">
                <a:solidFill>
                  <a:srgbClr val="4D3A2F"/>
                </a:solidFill>
                <a:latin typeface="Calibri" panose="020F0502020204030204" pitchFamily="34" charset="0"/>
                <a:cs typeface="Franklin Gothic Book"/>
              </a:rPr>
              <a:t>r</a:t>
            </a:r>
            <a:r>
              <a:rPr sz="2000" spc="-5" dirty="0">
                <a:solidFill>
                  <a:srgbClr val="4D3A2F"/>
                </a:solidFill>
                <a:latin typeface="Calibri" panose="020F0502020204030204" pitchFamily="34" charset="0"/>
                <a:cs typeface="Franklin Gothic Book"/>
              </a:rPr>
              <a:t> c</a:t>
            </a:r>
            <a:r>
              <a:rPr sz="2000" spc="-20" dirty="0">
                <a:solidFill>
                  <a:srgbClr val="4D3A2F"/>
                </a:solidFill>
                <a:latin typeface="Calibri" panose="020F0502020204030204" pitchFamily="34" charset="0"/>
                <a:cs typeface="Franklin Gothic Book"/>
              </a:rPr>
              <a:t>o</a:t>
            </a:r>
            <a:r>
              <a:rPr sz="2000" spc="-30" dirty="0">
                <a:solidFill>
                  <a:srgbClr val="4D3A2F"/>
                </a:solidFill>
                <a:latin typeface="Calibri" panose="020F0502020204030204" pitchFamily="34" charset="0"/>
                <a:cs typeface="Franklin Gothic Book"/>
              </a:rPr>
              <a:t>m</a:t>
            </a:r>
            <a:r>
              <a:rPr sz="2000" spc="-15" dirty="0">
                <a:solidFill>
                  <a:srgbClr val="4D3A2F"/>
                </a:solidFill>
                <a:latin typeface="Calibri" panose="020F0502020204030204" pitchFamily="34" charset="0"/>
                <a:cs typeface="Franklin Gothic Book"/>
              </a:rPr>
              <a:t>pl</a:t>
            </a:r>
            <a:r>
              <a:rPr sz="2000" spc="-30" dirty="0">
                <a:solidFill>
                  <a:srgbClr val="4D3A2F"/>
                </a:solidFill>
                <a:latin typeface="Calibri" panose="020F0502020204030204" pitchFamily="34" charset="0"/>
                <a:cs typeface="Franklin Gothic Book"/>
              </a:rPr>
              <a:t>e</a:t>
            </a:r>
            <a:r>
              <a:rPr sz="2000" spc="-6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a</a:t>
            </a:r>
            <a:r>
              <a:rPr sz="2000" spc="-20" dirty="0">
                <a:solidFill>
                  <a:srgbClr val="4D3A2F"/>
                </a:solidFill>
                <a:latin typeface="Calibri" panose="020F0502020204030204" pitchFamily="34" charset="0"/>
                <a:cs typeface="Franklin Gothic Book"/>
              </a:rPr>
              <a:t>t</a:t>
            </a:r>
            <a:r>
              <a:rPr sz="2000" spc="-50" dirty="0">
                <a:solidFill>
                  <a:srgbClr val="4D3A2F"/>
                </a:solidFill>
                <a:latin typeface="Calibri" panose="020F0502020204030204" pitchFamily="34" charset="0"/>
                <a:cs typeface="Franklin Gothic Book"/>
              </a:rPr>
              <a:t>t</a:t>
            </a:r>
            <a:r>
              <a:rPr sz="2000" spc="-20" dirty="0">
                <a:solidFill>
                  <a:srgbClr val="4D3A2F"/>
                </a:solidFill>
                <a:latin typeface="Calibri" panose="020F0502020204030204" pitchFamily="34" charset="0"/>
                <a:cs typeface="Franklin Gothic Book"/>
              </a:rPr>
              <a:t>e</a:t>
            </a:r>
            <a:r>
              <a:rPr sz="2000" spc="-10" dirty="0">
                <a:solidFill>
                  <a:srgbClr val="4D3A2F"/>
                </a:solidFill>
                <a:latin typeface="Calibri" panose="020F0502020204030204" pitchFamily="34" charset="0"/>
                <a:cs typeface="Franklin Gothic Book"/>
              </a:rPr>
              <a:t>ntio</a:t>
            </a:r>
            <a:r>
              <a:rPr sz="2000" spc="-15" dirty="0">
                <a:solidFill>
                  <a:srgbClr val="4D3A2F"/>
                </a:solidFill>
                <a:latin typeface="Calibri" panose="020F0502020204030204" pitchFamily="34" charset="0"/>
                <a:cs typeface="Franklin Gothic Book"/>
              </a:rPr>
              <a:t>n</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Lo</a:t>
            </a:r>
            <a:r>
              <a:rPr sz="2000" spc="-10" dirty="0">
                <a:solidFill>
                  <a:srgbClr val="4D3A2F"/>
                </a:solidFill>
                <a:latin typeface="Calibri" panose="020F0502020204030204" pitchFamily="34" charset="0"/>
                <a:cs typeface="Franklin Gothic Book"/>
              </a:rPr>
              <a:t>ok</a:t>
            </a:r>
            <a:r>
              <a:rPr sz="2000" spc="5" dirty="0">
                <a:solidFill>
                  <a:srgbClr val="4D3A2F"/>
                </a:solidFill>
                <a:latin typeface="Calibri" panose="020F0502020204030204" pitchFamily="34" charset="0"/>
                <a:cs typeface="Franklin Gothic Book"/>
              </a:rPr>
              <a:t> </a:t>
            </a:r>
            <a:r>
              <a:rPr sz="2000" spc="-10" dirty="0">
                <a:solidFill>
                  <a:srgbClr val="4D3A2F"/>
                </a:solidFill>
                <a:latin typeface="Calibri" panose="020F0502020204030204" pitchFamily="34" charset="0"/>
                <a:cs typeface="Franklin Gothic Book"/>
              </a:rPr>
              <a:t>at </a:t>
            </a:r>
            <a:r>
              <a:rPr sz="2000" spc="-2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he</a:t>
            </a:r>
            <a:r>
              <a:rPr sz="2000" spc="5" dirty="0">
                <a:solidFill>
                  <a:srgbClr val="4D3A2F"/>
                </a:solidFill>
                <a:latin typeface="Calibri" panose="020F0502020204030204" pitchFamily="34" charset="0"/>
                <a:cs typeface="Franklin Gothic Book"/>
              </a:rPr>
              <a:t> </a:t>
            </a:r>
            <a:r>
              <a:rPr sz="2000" spc="-25" dirty="0">
                <a:solidFill>
                  <a:srgbClr val="4D3A2F"/>
                </a:solidFill>
                <a:latin typeface="Calibri" panose="020F0502020204030204" pitchFamily="34" charset="0"/>
                <a:cs typeface="Franklin Gothic Book"/>
              </a:rPr>
              <a:t>o</a:t>
            </a:r>
            <a:r>
              <a:rPr sz="2000" spc="-10" dirty="0">
                <a:solidFill>
                  <a:srgbClr val="4D3A2F"/>
                </a:solidFill>
                <a:latin typeface="Calibri" panose="020F0502020204030204" pitchFamily="34" charset="0"/>
                <a:cs typeface="Franklin Gothic Book"/>
              </a:rPr>
              <a:t>t</a:t>
            </a:r>
            <a:r>
              <a:rPr sz="2000" spc="-20" dirty="0">
                <a:solidFill>
                  <a:srgbClr val="4D3A2F"/>
                </a:solidFill>
                <a:latin typeface="Calibri" panose="020F0502020204030204" pitchFamily="34" charset="0"/>
                <a:cs typeface="Franklin Gothic Book"/>
              </a:rPr>
              <a:t>he</a:t>
            </a:r>
            <a:r>
              <a:rPr sz="2000" spc="-10" dirty="0">
                <a:solidFill>
                  <a:srgbClr val="4D3A2F"/>
                </a:solidFill>
                <a:latin typeface="Calibri" panose="020F0502020204030204" pitchFamily="34" charset="0"/>
                <a:cs typeface="Franklin Gothic Book"/>
              </a:rPr>
              <a:t>r</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p</a:t>
            </a:r>
            <a:r>
              <a:rPr sz="2000" spc="-5" dirty="0">
                <a:solidFill>
                  <a:srgbClr val="4D3A2F"/>
                </a:solidFill>
                <a:latin typeface="Calibri" panose="020F0502020204030204" pitchFamily="34" charset="0"/>
                <a:cs typeface="Franklin Gothic Book"/>
              </a:rPr>
              <a:t>er</a:t>
            </a:r>
            <a:r>
              <a:rPr sz="2000" spc="-20" dirty="0">
                <a:solidFill>
                  <a:srgbClr val="4D3A2F"/>
                </a:solidFill>
                <a:latin typeface="Calibri" panose="020F0502020204030204" pitchFamily="34" charset="0"/>
                <a:cs typeface="Franklin Gothic Book"/>
              </a:rPr>
              <a:t>s</a:t>
            </a:r>
            <a:r>
              <a:rPr sz="2000" spc="-10" dirty="0">
                <a:solidFill>
                  <a:srgbClr val="4D3A2F"/>
                </a:solidFill>
                <a:latin typeface="Calibri" panose="020F0502020204030204" pitchFamily="34" charset="0"/>
                <a:cs typeface="Franklin Gothic Book"/>
              </a:rPr>
              <a:t>o</a:t>
            </a:r>
            <a:r>
              <a:rPr sz="2000" spc="-15" dirty="0">
                <a:solidFill>
                  <a:srgbClr val="4D3A2F"/>
                </a:solidFill>
                <a:latin typeface="Calibri" panose="020F0502020204030204" pitchFamily="34" charset="0"/>
                <a:cs typeface="Franklin Gothic Book"/>
              </a:rPr>
              <a:t>n</a:t>
            </a:r>
            <a:endParaRPr sz="2000" dirty="0">
              <a:solidFill>
                <a:prstClr val="black"/>
              </a:solidFill>
              <a:latin typeface="Calibri" panose="020F0502020204030204" pitchFamily="34" charset="0"/>
              <a:cs typeface="Franklin Gothic Book"/>
            </a:endParaRPr>
          </a:p>
          <a:p>
            <a:pPr marL="12700" marR="2640965" fontAlgn="auto">
              <a:lnSpc>
                <a:spcPct val="80000"/>
              </a:lnSpc>
              <a:spcBef>
                <a:spcPts val="0"/>
              </a:spcBef>
              <a:spcAft>
                <a:spcPts val="0"/>
              </a:spcAft>
            </a:pPr>
            <a:r>
              <a:rPr sz="2000" spc="-25" dirty="0">
                <a:solidFill>
                  <a:srgbClr val="4D3A2F"/>
                </a:solidFill>
                <a:latin typeface="Calibri" panose="020F0502020204030204" pitchFamily="34" charset="0"/>
                <a:cs typeface="Franklin Gothic Book"/>
              </a:rPr>
              <a:t>Em</a:t>
            </a:r>
            <a:r>
              <a:rPr sz="2000" spc="-20" dirty="0">
                <a:solidFill>
                  <a:srgbClr val="4D3A2F"/>
                </a:solidFill>
                <a:latin typeface="Calibri" panose="020F0502020204030204" pitchFamily="34" charset="0"/>
                <a:cs typeface="Franklin Gothic Book"/>
              </a:rPr>
              <a:t>pat</a:t>
            </a:r>
            <a:r>
              <a:rPr sz="2000" dirty="0">
                <a:solidFill>
                  <a:srgbClr val="4D3A2F"/>
                </a:solidFill>
                <a:latin typeface="Calibri" panose="020F0502020204030204" pitchFamily="34" charset="0"/>
                <a:cs typeface="Franklin Gothic Book"/>
              </a:rPr>
              <a:t>hiz</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i="1" dirty="0">
                <a:solidFill>
                  <a:srgbClr val="4D3A2F"/>
                </a:solidFill>
                <a:latin typeface="Calibri" panose="020F0502020204030204" pitchFamily="34" charset="0"/>
                <a:cs typeface="Franklin Gothic Book"/>
              </a:rPr>
              <a:t>(</a:t>
            </a:r>
            <a:r>
              <a:rPr sz="2000" i="1" spc="-20" dirty="0">
                <a:solidFill>
                  <a:srgbClr val="4D3A2F"/>
                </a:solidFill>
                <a:latin typeface="Calibri" panose="020F0502020204030204" pitchFamily="34" charset="0"/>
                <a:cs typeface="Franklin Gothic Book"/>
              </a:rPr>
              <a:t>pu</a:t>
            </a:r>
            <a:r>
              <a:rPr sz="2000" i="1" spc="-10" dirty="0">
                <a:solidFill>
                  <a:srgbClr val="4D3A2F"/>
                </a:solidFill>
                <a:latin typeface="Calibri" panose="020F0502020204030204" pitchFamily="34" charset="0"/>
                <a:cs typeface="Franklin Gothic Book"/>
              </a:rPr>
              <a:t>t </a:t>
            </a:r>
            <a:r>
              <a:rPr sz="2000" i="1" spc="-20" dirty="0">
                <a:solidFill>
                  <a:srgbClr val="4D3A2F"/>
                </a:solidFill>
                <a:latin typeface="Calibri" panose="020F0502020204030204" pitchFamily="34" charset="0"/>
                <a:cs typeface="Franklin Gothic Book"/>
              </a:rPr>
              <a:t>you</a:t>
            </a:r>
            <a:r>
              <a:rPr sz="2000" i="1" spc="-5" dirty="0">
                <a:solidFill>
                  <a:srgbClr val="4D3A2F"/>
                </a:solidFill>
                <a:latin typeface="Calibri" panose="020F0502020204030204" pitchFamily="34" charset="0"/>
                <a:cs typeface="Franklin Gothic Book"/>
              </a:rPr>
              <a:t>r</a:t>
            </a:r>
            <a:r>
              <a:rPr sz="2000" i="1" spc="-10" dirty="0">
                <a:solidFill>
                  <a:srgbClr val="4D3A2F"/>
                </a:solidFill>
                <a:latin typeface="Calibri" panose="020F0502020204030204" pitchFamily="34" charset="0"/>
                <a:cs typeface="Franklin Gothic Book"/>
              </a:rPr>
              <a:t>s</a:t>
            </a:r>
            <a:r>
              <a:rPr sz="2000" i="1" spc="-15" dirty="0">
                <a:solidFill>
                  <a:srgbClr val="4D3A2F"/>
                </a:solidFill>
                <a:latin typeface="Calibri" panose="020F0502020204030204" pitchFamily="34" charset="0"/>
                <a:cs typeface="Franklin Gothic Book"/>
              </a:rPr>
              <a:t>el</a:t>
            </a:r>
            <a:r>
              <a:rPr sz="2000" i="1" spc="-10" dirty="0">
                <a:solidFill>
                  <a:srgbClr val="4D3A2F"/>
                </a:solidFill>
                <a:latin typeface="Calibri" panose="020F0502020204030204" pitchFamily="34" charset="0"/>
                <a:cs typeface="Franklin Gothic Book"/>
              </a:rPr>
              <a:t>f</a:t>
            </a:r>
            <a:r>
              <a:rPr sz="2000" i="1" spc="-5" dirty="0">
                <a:solidFill>
                  <a:srgbClr val="4D3A2F"/>
                </a:solidFill>
                <a:latin typeface="Calibri" panose="020F0502020204030204" pitchFamily="34" charset="0"/>
                <a:cs typeface="Franklin Gothic Book"/>
              </a:rPr>
              <a:t> i</a:t>
            </a:r>
            <a:r>
              <a:rPr sz="2000" i="1" dirty="0">
                <a:solidFill>
                  <a:srgbClr val="4D3A2F"/>
                </a:solidFill>
                <a:latin typeface="Calibri" panose="020F0502020204030204" pitchFamily="34" charset="0"/>
                <a:cs typeface="Franklin Gothic Book"/>
              </a:rPr>
              <a:t>n </a:t>
            </a:r>
            <a:r>
              <a:rPr sz="2000" i="1" spc="-10" dirty="0">
                <a:solidFill>
                  <a:srgbClr val="4D3A2F"/>
                </a:solidFill>
                <a:latin typeface="Calibri" panose="020F0502020204030204" pitchFamily="34" charset="0"/>
                <a:cs typeface="Franklin Gothic Book"/>
              </a:rPr>
              <a:t>t</a:t>
            </a:r>
            <a:r>
              <a:rPr sz="2000" i="1" spc="-20" dirty="0">
                <a:solidFill>
                  <a:srgbClr val="4D3A2F"/>
                </a:solidFill>
                <a:latin typeface="Calibri" panose="020F0502020204030204" pitchFamily="34" charset="0"/>
                <a:cs typeface="Franklin Gothic Book"/>
              </a:rPr>
              <a:t>h</a:t>
            </a:r>
            <a:r>
              <a:rPr sz="2000" i="1" spc="-15" dirty="0">
                <a:solidFill>
                  <a:srgbClr val="4D3A2F"/>
                </a:solidFill>
                <a:latin typeface="Calibri" panose="020F0502020204030204" pitchFamily="34" charset="0"/>
                <a:cs typeface="Franklin Gothic Book"/>
              </a:rPr>
              <a:t>e</a:t>
            </a:r>
            <a:r>
              <a:rPr sz="2000" i="1" spc="-5" dirty="0">
                <a:solidFill>
                  <a:srgbClr val="4D3A2F"/>
                </a:solidFill>
                <a:latin typeface="Calibri" panose="020F0502020204030204" pitchFamily="34" charset="0"/>
                <a:cs typeface="Franklin Gothic Book"/>
              </a:rPr>
              <a:t> </a:t>
            </a:r>
            <a:r>
              <a:rPr sz="2000" i="1" spc="-25" dirty="0">
                <a:solidFill>
                  <a:srgbClr val="4D3A2F"/>
                </a:solidFill>
                <a:latin typeface="Calibri" panose="020F0502020204030204" pitchFamily="34" charset="0"/>
                <a:cs typeface="Franklin Gothic Book"/>
              </a:rPr>
              <a:t>o</a:t>
            </a:r>
            <a:r>
              <a:rPr sz="2000" i="1" spc="-10" dirty="0">
                <a:solidFill>
                  <a:srgbClr val="4D3A2F"/>
                </a:solidFill>
                <a:latin typeface="Calibri" panose="020F0502020204030204" pitchFamily="34" charset="0"/>
                <a:cs typeface="Franklin Gothic Book"/>
              </a:rPr>
              <a:t>ther's</a:t>
            </a:r>
            <a:r>
              <a:rPr sz="2000" i="1" dirty="0">
                <a:solidFill>
                  <a:srgbClr val="4D3A2F"/>
                </a:solidFill>
                <a:latin typeface="Calibri" panose="020F0502020204030204" pitchFamily="34" charset="0"/>
                <a:cs typeface="Franklin Gothic Book"/>
              </a:rPr>
              <a:t> </a:t>
            </a:r>
            <a:r>
              <a:rPr sz="2000" i="1" spc="-20" dirty="0">
                <a:solidFill>
                  <a:srgbClr val="4D3A2F"/>
                </a:solidFill>
                <a:latin typeface="Calibri" panose="020F0502020204030204" pitchFamily="34" charset="0"/>
                <a:cs typeface="Franklin Gothic Book"/>
              </a:rPr>
              <a:t>s</a:t>
            </a:r>
            <a:r>
              <a:rPr sz="2000" i="1" spc="-15" dirty="0">
                <a:solidFill>
                  <a:srgbClr val="4D3A2F"/>
                </a:solidFill>
                <a:latin typeface="Calibri" panose="020F0502020204030204" pitchFamily="34" charset="0"/>
                <a:cs typeface="Franklin Gothic Book"/>
              </a:rPr>
              <a:t>h</a:t>
            </a:r>
            <a:r>
              <a:rPr sz="2000" i="1" spc="-10" dirty="0">
                <a:solidFill>
                  <a:srgbClr val="4D3A2F"/>
                </a:solidFill>
                <a:latin typeface="Calibri" panose="020F0502020204030204" pitchFamily="34" charset="0"/>
                <a:cs typeface="Franklin Gothic Book"/>
              </a:rPr>
              <a:t>o</a:t>
            </a:r>
            <a:r>
              <a:rPr sz="2000" i="1" spc="-20" dirty="0">
                <a:solidFill>
                  <a:srgbClr val="4D3A2F"/>
                </a:solidFill>
                <a:latin typeface="Calibri" panose="020F0502020204030204" pitchFamily="34" charset="0"/>
                <a:cs typeface="Franklin Gothic Book"/>
              </a:rPr>
              <a:t>es</a:t>
            </a:r>
            <a:r>
              <a:rPr sz="2000" i="1" dirty="0">
                <a:solidFill>
                  <a:srgbClr val="4D3A2F"/>
                </a:solidFill>
                <a:latin typeface="Calibri" panose="020F0502020204030204" pitchFamily="34" charset="0"/>
                <a:cs typeface="Franklin Gothic Book"/>
              </a:rPr>
              <a:t>) </a:t>
            </a:r>
            <a:r>
              <a:rPr sz="2000" spc="-25" dirty="0">
                <a:solidFill>
                  <a:srgbClr val="4D3A2F"/>
                </a:solidFill>
                <a:latin typeface="Calibri" panose="020F0502020204030204" pitchFamily="34" charset="0"/>
                <a:cs typeface="Franklin Gothic Book"/>
              </a:rPr>
              <a:t>Ma</a:t>
            </a:r>
            <a:r>
              <a:rPr sz="2000" spc="-55" dirty="0">
                <a:solidFill>
                  <a:srgbClr val="4D3A2F"/>
                </a:solidFill>
                <a:latin typeface="Calibri" panose="020F0502020204030204" pitchFamily="34" charset="0"/>
                <a:cs typeface="Franklin Gothic Book"/>
              </a:rPr>
              <a:t>k</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u</a:t>
            </a:r>
            <a:r>
              <a:rPr sz="2000" spc="-15" dirty="0">
                <a:solidFill>
                  <a:srgbClr val="4D3A2F"/>
                </a:solidFill>
                <a:latin typeface="Calibri" panose="020F0502020204030204" pitchFamily="34" charset="0"/>
                <a:cs typeface="Franklin Gothic Book"/>
              </a:rPr>
              <a:t>nd</a:t>
            </a:r>
            <a:r>
              <a:rPr sz="2000" spc="-5" dirty="0">
                <a:solidFill>
                  <a:srgbClr val="4D3A2F"/>
                </a:solidFill>
                <a:latin typeface="Calibri" panose="020F0502020204030204" pitchFamily="34" charset="0"/>
                <a:cs typeface="Franklin Gothic Book"/>
              </a:rPr>
              <a:t>er</a:t>
            </a:r>
            <a:r>
              <a:rPr sz="2000" spc="-20" dirty="0">
                <a:solidFill>
                  <a:srgbClr val="4D3A2F"/>
                </a:solidFill>
                <a:latin typeface="Calibri" panose="020F0502020204030204" pitchFamily="34" charset="0"/>
                <a:cs typeface="Franklin Gothic Book"/>
              </a:rPr>
              <a:t>st</a:t>
            </a:r>
            <a:r>
              <a:rPr sz="2000" spc="-15" dirty="0">
                <a:solidFill>
                  <a:srgbClr val="4D3A2F"/>
                </a:solidFill>
                <a:latin typeface="Calibri" panose="020F0502020204030204" pitchFamily="34" charset="0"/>
                <a:cs typeface="Franklin Gothic Book"/>
              </a:rPr>
              <a:t>and</a:t>
            </a:r>
            <a:r>
              <a:rPr sz="2000" spc="-5" dirty="0">
                <a:solidFill>
                  <a:srgbClr val="4D3A2F"/>
                </a:solidFill>
                <a:latin typeface="Calibri" panose="020F0502020204030204" pitchFamily="34" charset="0"/>
                <a:cs typeface="Franklin Gothic Book"/>
              </a:rPr>
              <a:t>i</a:t>
            </a:r>
            <a:r>
              <a:rPr sz="2000" dirty="0">
                <a:solidFill>
                  <a:srgbClr val="4D3A2F"/>
                </a:solidFill>
                <a:latin typeface="Calibri" panose="020F0502020204030204" pitchFamily="34" charset="0"/>
                <a:cs typeface="Franklin Gothic Book"/>
              </a:rPr>
              <a:t>ng</a:t>
            </a:r>
            <a:r>
              <a:rPr sz="2000" spc="5" dirty="0">
                <a:solidFill>
                  <a:srgbClr val="4D3A2F"/>
                </a:solidFill>
                <a:latin typeface="Calibri" panose="020F0502020204030204" pitchFamily="34" charset="0"/>
                <a:cs typeface="Franklin Gothic Book"/>
              </a:rPr>
              <a:t> </a:t>
            </a:r>
            <a:r>
              <a:rPr sz="2000" spc="-30" dirty="0">
                <a:solidFill>
                  <a:srgbClr val="4D3A2F"/>
                </a:solidFill>
                <a:latin typeface="Calibri" panose="020F0502020204030204" pitchFamily="34" charset="0"/>
                <a:cs typeface="Franklin Gothic Book"/>
              </a:rPr>
              <a:t>y</a:t>
            </a:r>
            <a:r>
              <a:rPr sz="2000" spc="-10" dirty="0">
                <a:solidFill>
                  <a:srgbClr val="4D3A2F"/>
                </a:solidFill>
                <a:latin typeface="Calibri" panose="020F0502020204030204" pitchFamily="34" charset="0"/>
                <a:cs typeface="Franklin Gothic Book"/>
              </a:rPr>
              <a:t>o</a:t>
            </a:r>
            <a:r>
              <a:rPr sz="2000" spc="-20" dirty="0">
                <a:solidFill>
                  <a:srgbClr val="4D3A2F"/>
                </a:solidFill>
                <a:latin typeface="Calibri" panose="020F0502020204030204" pitchFamily="34" charset="0"/>
                <a:cs typeface="Franklin Gothic Book"/>
              </a:rPr>
              <a:t>u</a:t>
            </a:r>
            <a:r>
              <a:rPr sz="2000" spc="-10" dirty="0">
                <a:solidFill>
                  <a:srgbClr val="4D3A2F"/>
                </a:solidFill>
                <a:latin typeface="Calibri" panose="020F0502020204030204" pitchFamily="34" charset="0"/>
                <a:cs typeface="Franklin Gothic Book"/>
              </a:rPr>
              <a:t>r</a:t>
            </a:r>
            <a:r>
              <a:rPr sz="2000" spc="-5" dirty="0">
                <a:solidFill>
                  <a:srgbClr val="4D3A2F"/>
                </a:solidFill>
                <a:latin typeface="Calibri" panose="020F0502020204030204" pitchFamily="34" charset="0"/>
                <a:cs typeface="Franklin Gothic Book"/>
              </a:rPr>
              <a:t> </a:t>
            </a:r>
            <a:r>
              <a:rPr sz="2000" spc="5" dirty="0">
                <a:solidFill>
                  <a:srgbClr val="4D3A2F"/>
                </a:solidFill>
                <a:latin typeface="Calibri" panose="020F0502020204030204" pitchFamily="34" charset="0"/>
                <a:cs typeface="Franklin Gothic Book"/>
              </a:rPr>
              <a:t>g</a:t>
            </a:r>
            <a:r>
              <a:rPr sz="2000" spc="-20" dirty="0">
                <a:solidFill>
                  <a:srgbClr val="4D3A2F"/>
                </a:solidFill>
                <a:latin typeface="Calibri" panose="020F0502020204030204" pitchFamily="34" charset="0"/>
                <a:cs typeface="Franklin Gothic Book"/>
              </a:rPr>
              <a:t>o</a:t>
            </a:r>
            <a:r>
              <a:rPr sz="2000" spc="-10" dirty="0">
                <a:solidFill>
                  <a:srgbClr val="4D3A2F"/>
                </a:solidFill>
                <a:latin typeface="Calibri" panose="020F0502020204030204" pitchFamily="34" charset="0"/>
                <a:cs typeface="Franklin Gothic Book"/>
              </a:rPr>
              <a:t>al</a:t>
            </a:r>
            <a:endParaRPr sz="2000" dirty="0">
              <a:solidFill>
                <a:prstClr val="black"/>
              </a:solidFill>
              <a:latin typeface="Calibri" panose="020F0502020204030204" pitchFamily="34" charset="0"/>
              <a:cs typeface="Franklin Gothic Book"/>
            </a:endParaRPr>
          </a:p>
          <a:p>
            <a:pPr marL="12700" marR="5749290" fontAlgn="auto">
              <a:lnSpc>
                <a:spcPct val="79800"/>
              </a:lnSpc>
              <a:spcBef>
                <a:spcPts val="5"/>
              </a:spcBef>
              <a:spcAft>
                <a:spcPts val="0"/>
              </a:spcAft>
            </a:pPr>
            <a:r>
              <a:rPr sz="2000" spc="-20" dirty="0">
                <a:solidFill>
                  <a:srgbClr val="4D3A2F"/>
                </a:solidFill>
                <a:latin typeface="Calibri" panose="020F0502020204030204" pitchFamily="34" charset="0"/>
                <a:cs typeface="Franklin Gothic Book"/>
              </a:rPr>
              <a:t>As</a:t>
            </a:r>
            <a:r>
              <a:rPr sz="2000" spc="-10" dirty="0">
                <a:solidFill>
                  <a:srgbClr val="4D3A2F"/>
                </a:solidFill>
                <a:latin typeface="Calibri" panose="020F0502020204030204" pitchFamily="34" charset="0"/>
                <a:cs typeface="Franklin Gothic Book"/>
              </a:rPr>
              <a:t>k</a:t>
            </a:r>
            <a:r>
              <a:rPr sz="2000" spc="5" dirty="0">
                <a:solidFill>
                  <a:srgbClr val="4D3A2F"/>
                </a:solidFill>
                <a:latin typeface="Calibri" panose="020F0502020204030204" pitchFamily="34" charset="0"/>
                <a:cs typeface="Franklin Gothic Book"/>
              </a:rPr>
              <a:t> </a:t>
            </a:r>
            <a:r>
              <a:rPr sz="2000" spc="-50" dirty="0">
                <a:solidFill>
                  <a:srgbClr val="4D3A2F"/>
                </a:solidFill>
                <a:latin typeface="Calibri" panose="020F0502020204030204" pitchFamily="34" charset="0"/>
                <a:cs typeface="Franklin Gothic Book"/>
              </a:rPr>
              <a:t>q</a:t>
            </a:r>
            <a:r>
              <a:rPr sz="2000" spc="-20" dirty="0">
                <a:solidFill>
                  <a:srgbClr val="4D3A2F"/>
                </a:solidFill>
                <a:latin typeface="Calibri" panose="020F0502020204030204" pitchFamily="34" charset="0"/>
                <a:cs typeface="Franklin Gothic Book"/>
              </a:rPr>
              <a:t>u</a:t>
            </a:r>
            <a:r>
              <a:rPr sz="2000" spc="-10" dirty="0">
                <a:solidFill>
                  <a:srgbClr val="4D3A2F"/>
                </a:solidFill>
                <a:latin typeface="Calibri" panose="020F0502020204030204" pitchFamily="34" charset="0"/>
                <a:cs typeface="Franklin Gothic Book"/>
              </a:rPr>
              <a:t>e</a:t>
            </a:r>
            <a:r>
              <a:rPr sz="2000" spc="-20" dirty="0">
                <a:solidFill>
                  <a:srgbClr val="4D3A2F"/>
                </a:solidFill>
                <a:latin typeface="Calibri" panose="020F0502020204030204" pitchFamily="34" charset="0"/>
                <a:cs typeface="Franklin Gothic Book"/>
              </a:rPr>
              <a:t>s</a:t>
            </a:r>
            <a:r>
              <a:rPr sz="2000" spc="-10" dirty="0">
                <a:solidFill>
                  <a:srgbClr val="4D3A2F"/>
                </a:solidFill>
                <a:latin typeface="Calibri" panose="020F0502020204030204" pitchFamily="34" charset="0"/>
                <a:cs typeface="Franklin Gothic Book"/>
              </a:rPr>
              <a:t>tions</a:t>
            </a:r>
            <a:r>
              <a:rPr sz="2000" spc="-5" dirty="0">
                <a:solidFill>
                  <a:srgbClr val="4D3A2F"/>
                </a:solidFill>
                <a:latin typeface="Calibri" panose="020F0502020204030204" pitchFamily="34" charset="0"/>
                <a:cs typeface="Franklin Gothic Book"/>
              </a:rPr>
              <a:t> </a:t>
            </a:r>
            <a:r>
              <a:rPr sz="2000" spc="-65" dirty="0">
                <a:solidFill>
                  <a:srgbClr val="4D3A2F"/>
                </a:solidFill>
                <a:latin typeface="Calibri" panose="020F0502020204030204" pitchFamily="34" charset="0"/>
                <a:cs typeface="Franklin Gothic Book"/>
              </a:rPr>
              <a:t>R</a:t>
            </a:r>
            <a:r>
              <a:rPr sz="2000" spc="-10" dirty="0">
                <a:solidFill>
                  <a:srgbClr val="4D3A2F"/>
                </a:solidFill>
                <a:latin typeface="Calibri" panose="020F0502020204030204" pitchFamily="34" charset="0"/>
                <a:cs typeface="Franklin Gothic Book"/>
              </a:rPr>
              <a:t>e</a:t>
            </a:r>
            <a:r>
              <a:rPr sz="2000" spc="-15" dirty="0">
                <a:solidFill>
                  <a:srgbClr val="4D3A2F"/>
                </a:solidFill>
                <a:latin typeface="Calibri" panose="020F0502020204030204" pitchFamily="34" charset="0"/>
                <a:cs typeface="Franklin Gothic Book"/>
              </a:rPr>
              <a:t>ma</a:t>
            </a:r>
            <a:r>
              <a:rPr sz="2000" spc="-10" dirty="0">
                <a:solidFill>
                  <a:srgbClr val="4D3A2F"/>
                </a:solidFill>
                <a:latin typeface="Calibri" panose="020F0502020204030204" pitchFamily="34" charset="0"/>
                <a:cs typeface="Franklin Gothic Book"/>
              </a:rPr>
              <a:t>i</a:t>
            </a:r>
            <a:r>
              <a:rPr sz="2000" spc="-15" dirty="0">
                <a:solidFill>
                  <a:srgbClr val="4D3A2F"/>
                </a:solidFill>
                <a:latin typeface="Calibri" panose="020F0502020204030204" pitchFamily="34" charset="0"/>
                <a:cs typeface="Franklin Gothic Book"/>
              </a:rPr>
              <a:t>n</a:t>
            </a:r>
            <a:r>
              <a:rPr sz="2000" spc="10"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n</a:t>
            </a:r>
            <a:r>
              <a:rPr sz="2000" spc="-20" dirty="0">
                <a:solidFill>
                  <a:srgbClr val="4D3A2F"/>
                </a:solidFill>
                <a:latin typeface="Calibri" panose="020F0502020204030204" pitchFamily="34" charset="0"/>
                <a:cs typeface="Franklin Gothic Book"/>
              </a:rPr>
              <a:t>eu</a:t>
            </a:r>
            <a:r>
              <a:rPr sz="2000" spc="-1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r</a:t>
            </a:r>
            <a:r>
              <a:rPr sz="2000" spc="-25" dirty="0">
                <a:solidFill>
                  <a:srgbClr val="4D3A2F"/>
                </a:solidFill>
                <a:latin typeface="Calibri" panose="020F0502020204030204" pitchFamily="34" charset="0"/>
                <a:cs typeface="Franklin Gothic Book"/>
              </a:rPr>
              <a:t>a</a:t>
            </a:r>
            <a:r>
              <a:rPr sz="2000" spc="-5" dirty="0">
                <a:solidFill>
                  <a:srgbClr val="4D3A2F"/>
                </a:solidFill>
                <a:latin typeface="Calibri" panose="020F0502020204030204" pitchFamily="34" charset="0"/>
                <a:cs typeface="Franklin Gothic Book"/>
              </a:rPr>
              <a:t>l </a:t>
            </a:r>
            <a:r>
              <a:rPr sz="2000" spc="-135" dirty="0">
                <a:solidFill>
                  <a:srgbClr val="4D3A2F"/>
                </a:solidFill>
                <a:latin typeface="Calibri" panose="020F0502020204030204" pitchFamily="34" charset="0"/>
                <a:cs typeface="Franklin Gothic Book"/>
              </a:rPr>
              <a:t>T</a:t>
            </a:r>
            <a:r>
              <a:rPr sz="2000" spc="-25" dirty="0">
                <a:solidFill>
                  <a:srgbClr val="4D3A2F"/>
                </a:solidFill>
                <a:latin typeface="Calibri" panose="020F0502020204030204" pitchFamily="34" charset="0"/>
                <a:cs typeface="Franklin Gothic Book"/>
              </a:rPr>
              <a:t>a</a:t>
            </a:r>
            <a:r>
              <a:rPr sz="2000" spc="-55" dirty="0">
                <a:solidFill>
                  <a:srgbClr val="4D3A2F"/>
                </a:solidFill>
                <a:latin typeface="Calibri" panose="020F0502020204030204" pitchFamily="34" charset="0"/>
                <a:cs typeface="Franklin Gothic Book"/>
              </a:rPr>
              <a:t>k</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n</a:t>
            </a:r>
            <a:r>
              <a:rPr sz="2000" spc="-25" dirty="0">
                <a:solidFill>
                  <a:srgbClr val="4D3A2F"/>
                </a:solidFill>
                <a:latin typeface="Calibri" panose="020F0502020204030204" pitchFamily="34" charset="0"/>
                <a:cs typeface="Franklin Gothic Book"/>
              </a:rPr>
              <a:t>o</a:t>
            </a:r>
            <a:r>
              <a:rPr sz="2000" spc="-5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es</a:t>
            </a:r>
            <a:endParaRPr sz="2000" dirty="0">
              <a:solidFill>
                <a:prstClr val="black"/>
              </a:solidFill>
              <a:latin typeface="Calibri" panose="020F0502020204030204" pitchFamily="34" charset="0"/>
              <a:cs typeface="Franklin Gothic Book"/>
            </a:endParaRPr>
          </a:p>
          <a:p>
            <a:pPr marL="12700" marR="3281679" fontAlgn="auto">
              <a:lnSpc>
                <a:spcPct val="80000"/>
              </a:lnSpc>
              <a:spcBef>
                <a:spcPts val="0"/>
              </a:spcBef>
              <a:spcAft>
                <a:spcPts val="0"/>
              </a:spcAft>
            </a:pPr>
            <a:r>
              <a:rPr sz="2000" spc="-20" dirty="0">
                <a:solidFill>
                  <a:srgbClr val="4D3A2F"/>
                </a:solidFill>
                <a:latin typeface="Calibri" panose="020F0502020204030204" pitchFamily="34" charset="0"/>
                <a:cs typeface="Franklin Gothic Book"/>
              </a:rPr>
              <a:t>A</a:t>
            </a:r>
            <a:r>
              <a:rPr sz="2000" spc="-15" dirty="0">
                <a:solidFill>
                  <a:srgbClr val="4D3A2F"/>
                </a:solidFill>
                <a:latin typeface="Calibri" panose="020F0502020204030204" pitchFamily="34" charset="0"/>
                <a:cs typeface="Franklin Gothic Book"/>
              </a:rPr>
              <a:t>n</a:t>
            </a:r>
            <a:r>
              <a:rPr sz="2000" spc="-25" dirty="0">
                <a:solidFill>
                  <a:srgbClr val="4D3A2F"/>
                </a:solidFill>
                <a:latin typeface="Calibri" panose="020F0502020204030204" pitchFamily="34" charset="0"/>
                <a:cs typeface="Franklin Gothic Book"/>
              </a:rPr>
              <a:t>a</a:t>
            </a:r>
            <a:r>
              <a:rPr sz="2000" spc="-5" dirty="0">
                <a:solidFill>
                  <a:srgbClr val="4D3A2F"/>
                </a:solidFill>
                <a:latin typeface="Calibri" panose="020F0502020204030204" pitchFamily="34" charset="0"/>
                <a:cs typeface="Franklin Gothic Book"/>
              </a:rPr>
              <a:t>ly</a:t>
            </a:r>
            <a:r>
              <a:rPr sz="2000" dirty="0">
                <a:solidFill>
                  <a:srgbClr val="4D3A2F"/>
                </a:solidFill>
                <a:latin typeface="Calibri" panose="020F0502020204030204" pitchFamily="34" charset="0"/>
                <a:cs typeface="Franklin Gothic Book"/>
              </a:rPr>
              <a:t>z</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n</a:t>
            </a:r>
            <a:r>
              <a:rPr sz="2000" spc="-20" dirty="0">
                <a:solidFill>
                  <a:srgbClr val="4D3A2F"/>
                </a:solidFill>
                <a:latin typeface="Calibri" panose="020F0502020204030204" pitchFamily="34" charset="0"/>
                <a:cs typeface="Franklin Gothic Book"/>
              </a:rPr>
              <a:t>o</a:t>
            </a:r>
            <a:r>
              <a:rPr sz="2000" spc="-50" dirty="0">
                <a:solidFill>
                  <a:srgbClr val="4D3A2F"/>
                </a:solidFill>
                <a:latin typeface="Calibri" panose="020F0502020204030204" pitchFamily="34" charset="0"/>
                <a:cs typeface="Franklin Gothic Book"/>
              </a:rPr>
              <a:t>n</a:t>
            </a:r>
            <a:r>
              <a:rPr sz="2000" spc="-45" dirty="0">
                <a:solidFill>
                  <a:srgbClr val="4D3A2F"/>
                </a:solidFill>
                <a:latin typeface="Calibri" panose="020F0502020204030204" pitchFamily="34" charset="0"/>
                <a:cs typeface="Franklin Gothic Book"/>
              </a:rPr>
              <a:t>v</a:t>
            </a:r>
            <a:r>
              <a:rPr sz="2000" spc="-15" dirty="0">
                <a:solidFill>
                  <a:srgbClr val="4D3A2F"/>
                </a:solidFill>
                <a:latin typeface="Calibri" panose="020F0502020204030204" pitchFamily="34" charset="0"/>
                <a:cs typeface="Franklin Gothic Book"/>
              </a:rPr>
              <a:t>er</a:t>
            </a:r>
            <a:r>
              <a:rPr sz="2000" spc="-10" dirty="0">
                <a:solidFill>
                  <a:srgbClr val="4D3A2F"/>
                </a:solidFill>
                <a:latin typeface="Calibri" panose="020F0502020204030204" pitchFamily="34" charset="0"/>
                <a:cs typeface="Franklin Gothic Book"/>
              </a:rPr>
              <a:t>bal</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s</a:t>
            </a:r>
            <a:r>
              <a:rPr sz="2000" spc="-5" dirty="0">
                <a:solidFill>
                  <a:srgbClr val="4D3A2F"/>
                </a:solidFill>
                <a:latin typeface="Calibri" panose="020F0502020204030204" pitchFamily="34" charset="0"/>
                <a:cs typeface="Franklin Gothic Book"/>
              </a:rPr>
              <a:t>ign</a:t>
            </a:r>
            <a:r>
              <a:rPr sz="2000" spc="-25" dirty="0">
                <a:solidFill>
                  <a:srgbClr val="4D3A2F"/>
                </a:solidFill>
                <a:latin typeface="Calibri" panose="020F0502020204030204" pitchFamily="34" charset="0"/>
                <a:cs typeface="Franklin Gothic Book"/>
              </a:rPr>
              <a:t>a</a:t>
            </a:r>
            <a:r>
              <a:rPr sz="2000" spc="-10" dirty="0">
                <a:solidFill>
                  <a:srgbClr val="4D3A2F"/>
                </a:solidFill>
                <a:latin typeface="Calibri" panose="020F0502020204030204" pitchFamily="34" charset="0"/>
                <a:cs typeface="Franklin Gothic Book"/>
              </a:rPr>
              <a:t>ls</a:t>
            </a:r>
            <a:r>
              <a:rPr sz="2000" dirty="0">
                <a:solidFill>
                  <a:srgbClr val="4D3A2F"/>
                </a:solidFill>
                <a:latin typeface="Calibri" panose="020F0502020204030204" pitchFamily="34" charset="0"/>
                <a:cs typeface="Franklin Gothic Book"/>
              </a:rPr>
              <a:t> </a:t>
            </a:r>
            <a:r>
              <a:rPr sz="2000" spc="-25" dirty="0">
                <a:solidFill>
                  <a:srgbClr val="4D3A2F"/>
                </a:solidFill>
                <a:latin typeface="Calibri" panose="020F0502020204030204" pitchFamily="34" charset="0"/>
                <a:cs typeface="Franklin Gothic Book"/>
              </a:rPr>
              <a:t>a</a:t>
            </a:r>
            <a:r>
              <a:rPr sz="2000" spc="-15" dirty="0">
                <a:solidFill>
                  <a:srgbClr val="4D3A2F"/>
                </a:solidFill>
                <a:latin typeface="Calibri" panose="020F0502020204030204" pitchFamily="34" charset="0"/>
                <a:cs typeface="Franklin Gothic Book"/>
              </a:rPr>
              <a:t>nd</a:t>
            </a:r>
            <a:r>
              <a:rPr sz="2000" spc="5" dirty="0">
                <a:solidFill>
                  <a:srgbClr val="4D3A2F"/>
                </a:solidFill>
                <a:latin typeface="Calibri" panose="020F0502020204030204" pitchFamily="34" charset="0"/>
                <a:cs typeface="Franklin Gothic Book"/>
              </a:rPr>
              <a:t> </a:t>
            </a:r>
            <a:r>
              <a:rPr sz="2000" spc="-60" dirty="0">
                <a:solidFill>
                  <a:srgbClr val="4D3A2F"/>
                </a:solidFill>
                <a:latin typeface="Calibri" panose="020F0502020204030204" pitchFamily="34" charset="0"/>
                <a:cs typeface="Franklin Gothic Book"/>
              </a:rPr>
              <a:t>f</a:t>
            </a:r>
            <a:r>
              <a:rPr sz="2000" spc="-20" dirty="0">
                <a:solidFill>
                  <a:srgbClr val="4D3A2F"/>
                </a:solidFill>
                <a:latin typeface="Calibri" panose="020F0502020204030204" pitchFamily="34" charset="0"/>
                <a:cs typeface="Franklin Gothic Book"/>
              </a:rPr>
              <a:t>e</a:t>
            </a:r>
            <a:r>
              <a:rPr sz="2000" spc="-10" dirty="0">
                <a:solidFill>
                  <a:srgbClr val="4D3A2F"/>
                </a:solidFill>
                <a:latin typeface="Calibri" panose="020F0502020204030204" pitchFamily="34" charset="0"/>
                <a:cs typeface="Franklin Gothic Book"/>
              </a:rPr>
              <a:t>e</a:t>
            </a:r>
            <a:r>
              <a:rPr sz="2000" spc="-15" dirty="0">
                <a:solidFill>
                  <a:srgbClr val="4D3A2F"/>
                </a:solidFill>
                <a:latin typeface="Calibri" panose="020F0502020204030204" pitchFamily="34" charset="0"/>
                <a:cs typeface="Franklin Gothic Book"/>
              </a:rPr>
              <a:t>l</a:t>
            </a:r>
            <a:r>
              <a:rPr sz="2000" spc="-5" dirty="0">
                <a:solidFill>
                  <a:srgbClr val="4D3A2F"/>
                </a:solidFill>
                <a:latin typeface="Calibri" panose="020F0502020204030204" pitchFamily="34" charset="0"/>
                <a:cs typeface="Franklin Gothic Book"/>
              </a:rPr>
              <a:t>i</a:t>
            </a:r>
            <a:r>
              <a:rPr sz="2000" dirty="0">
                <a:solidFill>
                  <a:srgbClr val="4D3A2F"/>
                </a:solidFill>
                <a:latin typeface="Calibri" panose="020F0502020204030204" pitchFamily="34" charset="0"/>
                <a:cs typeface="Franklin Gothic Book"/>
              </a:rPr>
              <a:t>n</a:t>
            </a:r>
            <a:r>
              <a:rPr sz="2000" spc="5" dirty="0">
                <a:solidFill>
                  <a:srgbClr val="4D3A2F"/>
                </a:solidFill>
                <a:latin typeface="Calibri" panose="020F0502020204030204" pitchFamily="34" charset="0"/>
                <a:cs typeface="Franklin Gothic Book"/>
              </a:rPr>
              <a:t>g</a:t>
            </a:r>
            <a:r>
              <a:rPr sz="2000" spc="-10" dirty="0">
                <a:solidFill>
                  <a:srgbClr val="4D3A2F"/>
                </a:solidFill>
                <a:latin typeface="Calibri" panose="020F0502020204030204" pitchFamily="34" charset="0"/>
                <a:cs typeface="Franklin Gothic Book"/>
              </a:rPr>
              <a:t>s</a:t>
            </a:r>
            <a:r>
              <a:rPr sz="2000" spc="-5" dirty="0">
                <a:solidFill>
                  <a:srgbClr val="4D3A2F"/>
                </a:solidFill>
                <a:latin typeface="Calibri" panose="020F0502020204030204" pitchFamily="34" charset="0"/>
                <a:cs typeface="Franklin Gothic Book"/>
              </a:rPr>
              <a:t> </a:t>
            </a:r>
            <a:r>
              <a:rPr sz="2000" spc="-25" dirty="0">
                <a:solidFill>
                  <a:srgbClr val="4D3A2F"/>
                </a:solidFill>
                <a:latin typeface="Calibri" panose="020F0502020204030204" pitchFamily="34" charset="0"/>
                <a:cs typeface="Franklin Gothic Book"/>
              </a:rPr>
              <a:t>H</a:t>
            </a:r>
            <a:r>
              <a:rPr sz="2000" spc="-15" dirty="0">
                <a:solidFill>
                  <a:srgbClr val="4D3A2F"/>
                </a:solidFill>
                <a:latin typeface="Calibri" panose="020F0502020204030204" pitchFamily="34" charset="0"/>
                <a:cs typeface="Franklin Gothic Book"/>
              </a:rPr>
              <a:t>old</a:t>
            </a:r>
            <a:r>
              <a:rPr sz="2000"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you</a:t>
            </a:r>
            <a:r>
              <a:rPr sz="2000" spc="-10" dirty="0">
                <a:solidFill>
                  <a:srgbClr val="4D3A2F"/>
                </a:solidFill>
                <a:latin typeface="Calibri" panose="020F0502020204030204" pitchFamily="34" charset="0"/>
                <a:cs typeface="Franklin Gothic Book"/>
              </a:rPr>
              <a:t>r</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reb</a:t>
            </a:r>
            <a:r>
              <a:rPr sz="2000" spc="-20" dirty="0">
                <a:solidFill>
                  <a:srgbClr val="4D3A2F"/>
                </a:solidFill>
                <a:latin typeface="Calibri" panose="020F0502020204030204" pitchFamily="34" charset="0"/>
                <a:cs typeface="Franklin Gothic Book"/>
              </a:rPr>
              <a:t>utt</a:t>
            </a:r>
            <a:r>
              <a:rPr sz="2000" spc="-10" dirty="0">
                <a:solidFill>
                  <a:srgbClr val="4D3A2F"/>
                </a:solidFill>
                <a:latin typeface="Calibri" panose="020F0502020204030204" pitchFamily="34" charset="0"/>
                <a:cs typeface="Franklin Gothic Book"/>
              </a:rPr>
              <a:t>al</a:t>
            </a:r>
            <a:endParaRPr sz="2000" dirty="0">
              <a:solidFill>
                <a:prstClr val="black"/>
              </a:solidFill>
              <a:latin typeface="Calibri" panose="020F0502020204030204" pitchFamily="34" charset="0"/>
              <a:cs typeface="Franklin Gothic Book"/>
            </a:endParaRPr>
          </a:p>
          <a:p>
            <a:pPr marL="12700" fontAlgn="auto">
              <a:lnSpc>
                <a:spcPts val="1680"/>
              </a:lnSpc>
              <a:spcBef>
                <a:spcPts val="0"/>
              </a:spcBef>
              <a:spcAft>
                <a:spcPts val="0"/>
              </a:spcAft>
            </a:pPr>
            <a:r>
              <a:rPr sz="2000" spc="-5" dirty="0">
                <a:solidFill>
                  <a:srgbClr val="4D3A2F"/>
                </a:solidFill>
                <a:latin typeface="Calibri" panose="020F0502020204030204" pitchFamily="34" charset="0"/>
                <a:cs typeface="Franklin Gothic Book"/>
              </a:rPr>
              <a:t>Li</a:t>
            </a:r>
            <a:r>
              <a:rPr sz="2000" spc="-10" dirty="0">
                <a:solidFill>
                  <a:srgbClr val="4D3A2F"/>
                </a:solidFill>
                <a:latin typeface="Calibri" panose="020F0502020204030204" pitchFamily="34" charset="0"/>
                <a:cs typeface="Franklin Gothic Book"/>
              </a:rPr>
              <a:t>s</a:t>
            </a:r>
            <a:r>
              <a:rPr sz="2000" spc="-50" dirty="0">
                <a:solidFill>
                  <a:srgbClr val="4D3A2F"/>
                </a:solidFill>
                <a:latin typeface="Calibri" panose="020F0502020204030204" pitchFamily="34" charset="0"/>
                <a:cs typeface="Franklin Gothic Book"/>
              </a:rPr>
              <a:t>t</a:t>
            </a:r>
            <a:r>
              <a:rPr sz="2000" spc="-20" dirty="0">
                <a:solidFill>
                  <a:srgbClr val="4D3A2F"/>
                </a:solidFill>
                <a:latin typeface="Calibri" panose="020F0502020204030204" pitchFamily="34" charset="0"/>
                <a:cs typeface="Franklin Gothic Book"/>
              </a:rPr>
              <a:t>e</a:t>
            </a:r>
            <a:r>
              <a:rPr sz="2000" spc="-15" dirty="0">
                <a:solidFill>
                  <a:srgbClr val="4D3A2F"/>
                </a:solidFill>
                <a:latin typeface="Calibri" panose="020F0502020204030204" pitchFamily="34" charset="0"/>
                <a:cs typeface="Franklin Gothic Book"/>
              </a:rPr>
              <a:t>n</a:t>
            </a:r>
            <a:r>
              <a:rPr sz="2000" spc="10" dirty="0">
                <a:solidFill>
                  <a:srgbClr val="4D3A2F"/>
                </a:solidFill>
                <a:latin typeface="Calibri" panose="020F0502020204030204" pitchFamily="34" charset="0"/>
                <a:cs typeface="Franklin Gothic Book"/>
              </a:rPr>
              <a:t> </a:t>
            </a:r>
            <a:r>
              <a:rPr sz="2000" spc="-6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o</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an</a:t>
            </a:r>
            <a:r>
              <a:rPr sz="2000" spc="-20" dirty="0">
                <a:solidFill>
                  <a:srgbClr val="4D3A2F"/>
                </a:solidFill>
                <a:latin typeface="Calibri" panose="020F0502020204030204" pitchFamily="34" charset="0"/>
                <a:cs typeface="Franklin Gothic Book"/>
              </a:rPr>
              <a:t>swe</a:t>
            </a:r>
            <a:r>
              <a:rPr sz="2000" dirty="0">
                <a:solidFill>
                  <a:srgbClr val="4D3A2F"/>
                </a:solidFill>
                <a:latin typeface="Calibri" panose="020F0502020204030204" pitchFamily="34" charset="0"/>
                <a:cs typeface="Franklin Gothic Book"/>
              </a:rPr>
              <a:t>r</a:t>
            </a:r>
            <a:r>
              <a:rPr sz="2000" spc="-10" dirty="0">
                <a:solidFill>
                  <a:srgbClr val="4D3A2F"/>
                </a:solidFill>
                <a:latin typeface="Calibri" panose="020F0502020204030204" pitchFamily="34" charset="0"/>
                <a:cs typeface="Franklin Gothic Book"/>
              </a:rPr>
              <a:t>s </a:t>
            </a:r>
            <a:r>
              <a:rPr sz="2000" spc="5" dirty="0">
                <a:solidFill>
                  <a:srgbClr val="4D3A2F"/>
                </a:solidFill>
                <a:latin typeface="Calibri" panose="020F0502020204030204" pitchFamily="34" charset="0"/>
                <a:cs typeface="Franklin Gothic Book"/>
              </a:rPr>
              <a:t>g</a:t>
            </a:r>
            <a:r>
              <a:rPr sz="2000" spc="-10" dirty="0">
                <a:solidFill>
                  <a:srgbClr val="4D3A2F"/>
                </a:solidFill>
                <a:latin typeface="Calibri" panose="020F0502020204030204" pitchFamily="34" charset="0"/>
                <a:cs typeface="Franklin Gothic Book"/>
              </a:rPr>
              <a:t>i</a:t>
            </a:r>
            <a:r>
              <a:rPr sz="2000" spc="-35" dirty="0">
                <a:solidFill>
                  <a:srgbClr val="4D3A2F"/>
                </a:solidFill>
                <a:latin typeface="Calibri" panose="020F0502020204030204" pitchFamily="34" charset="0"/>
                <a:cs typeface="Franklin Gothic Book"/>
              </a:rPr>
              <a:t>v</a:t>
            </a:r>
            <a:r>
              <a:rPr sz="2000" spc="-20" dirty="0">
                <a:solidFill>
                  <a:srgbClr val="4D3A2F"/>
                </a:solidFill>
                <a:latin typeface="Calibri" panose="020F0502020204030204" pitchFamily="34" charset="0"/>
                <a:cs typeface="Franklin Gothic Book"/>
              </a:rPr>
              <a:t>e</a:t>
            </a:r>
            <a:r>
              <a:rPr sz="2000" spc="-15" dirty="0">
                <a:solidFill>
                  <a:srgbClr val="4D3A2F"/>
                </a:solidFill>
                <a:latin typeface="Calibri" panose="020F0502020204030204" pitchFamily="34" charset="0"/>
                <a:cs typeface="Franklin Gothic Book"/>
              </a:rPr>
              <a:t>n</a:t>
            </a:r>
            <a:r>
              <a:rPr sz="2000" spc="10" dirty="0">
                <a:solidFill>
                  <a:srgbClr val="4D3A2F"/>
                </a:solidFill>
                <a:latin typeface="Calibri" panose="020F0502020204030204" pitchFamily="34" charset="0"/>
                <a:cs typeface="Franklin Gothic Book"/>
              </a:rPr>
              <a:t> </a:t>
            </a:r>
            <a:r>
              <a:rPr sz="2000" spc="-10" dirty="0">
                <a:solidFill>
                  <a:srgbClr val="4D3A2F"/>
                </a:solidFill>
                <a:latin typeface="Calibri" panose="020F0502020204030204" pitchFamily="34" charset="0"/>
                <a:cs typeface="Franklin Gothic Book"/>
              </a:rPr>
              <a:t>i</a:t>
            </a:r>
            <a:r>
              <a:rPr sz="2000" spc="-15" dirty="0">
                <a:solidFill>
                  <a:srgbClr val="4D3A2F"/>
                </a:solidFill>
                <a:latin typeface="Calibri" panose="020F0502020204030204" pitchFamily="34" charset="0"/>
                <a:cs typeface="Franklin Gothic Book"/>
              </a:rPr>
              <a:t>n</a:t>
            </a:r>
            <a:r>
              <a:rPr sz="2000" spc="10"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re</a:t>
            </a:r>
            <a:r>
              <a:rPr sz="2000" spc="-10" dirty="0">
                <a:solidFill>
                  <a:srgbClr val="4D3A2F"/>
                </a:solidFill>
                <a:latin typeface="Calibri" panose="020F0502020204030204" pitchFamily="34" charset="0"/>
                <a:cs typeface="Franklin Gothic Book"/>
              </a:rPr>
              <a:t>s</a:t>
            </a:r>
            <a:r>
              <a:rPr sz="2000" spc="-20" dirty="0">
                <a:solidFill>
                  <a:srgbClr val="4D3A2F"/>
                </a:solidFill>
                <a:latin typeface="Calibri" panose="020F0502020204030204" pitchFamily="34" charset="0"/>
                <a:cs typeface="Franklin Gothic Book"/>
              </a:rPr>
              <a:t>po</a:t>
            </a:r>
            <a:r>
              <a:rPr sz="2000" spc="-15" dirty="0">
                <a:solidFill>
                  <a:srgbClr val="4D3A2F"/>
                </a:solidFill>
                <a:latin typeface="Calibri" panose="020F0502020204030204" pitchFamily="34" charset="0"/>
                <a:cs typeface="Franklin Gothic Book"/>
              </a:rPr>
              <a:t>nse</a:t>
            </a:r>
            <a:endParaRPr sz="2000" dirty="0">
              <a:solidFill>
                <a:prstClr val="black"/>
              </a:solidFill>
              <a:latin typeface="Calibri" panose="020F0502020204030204" pitchFamily="34" charset="0"/>
              <a:cs typeface="Franklin Gothic Book"/>
            </a:endParaRPr>
          </a:p>
          <a:p>
            <a:pPr marL="12700" fontAlgn="auto">
              <a:lnSpc>
                <a:spcPts val="1920"/>
              </a:lnSpc>
              <a:spcBef>
                <a:spcPts val="0"/>
              </a:spcBef>
              <a:spcAft>
                <a:spcPts val="0"/>
              </a:spcAft>
            </a:pPr>
            <a:r>
              <a:rPr sz="2000" spc="-20" dirty="0">
                <a:solidFill>
                  <a:srgbClr val="4D3A2F"/>
                </a:solidFill>
                <a:latin typeface="Calibri" panose="020F0502020204030204" pitchFamily="34" charset="0"/>
                <a:cs typeface="Franklin Gothic Book"/>
              </a:rPr>
              <a:t>G</a:t>
            </a:r>
            <a:r>
              <a:rPr sz="2000" spc="-15" dirty="0">
                <a:solidFill>
                  <a:srgbClr val="4D3A2F"/>
                </a:solidFill>
                <a:latin typeface="Calibri" panose="020F0502020204030204" pitchFamily="34" charset="0"/>
                <a:cs typeface="Franklin Gothic Book"/>
              </a:rPr>
              <a:t>a</a:t>
            </a:r>
            <a:r>
              <a:rPr sz="2000" spc="-5" dirty="0">
                <a:solidFill>
                  <a:srgbClr val="4D3A2F"/>
                </a:solidFill>
                <a:latin typeface="Calibri" panose="020F0502020204030204" pitchFamily="34" charset="0"/>
                <a:cs typeface="Franklin Gothic Book"/>
              </a:rPr>
              <a:t>i</a:t>
            </a:r>
            <a:r>
              <a:rPr sz="2000" dirty="0">
                <a:solidFill>
                  <a:srgbClr val="4D3A2F"/>
                </a:solidFill>
                <a:latin typeface="Calibri" panose="020F0502020204030204" pitchFamily="34" charset="0"/>
                <a:cs typeface="Franklin Gothic Book"/>
              </a:rPr>
              <a:t>n </a:t>
            </a:r>
            <a:r>
              <a:rPr sz="2000" spc="-45" dirty="0">
                <a:solidFill>
                  <a:srgbClr val="4D3A2F"/>
                </a:solidFill>
                <a:latin typeface="Calibri" panose="020F0502020204030204" pitchFamily="34" charset="0"/>
                <a:cs typeface="Franklin Gothic Book"/>
              </a:rPr>
              <a:t>v</a:t>
            </a:r>
            <a:r>
              <a:rPr sz="2000" spc="-10" dirty="0">
                <a:solidFill>
                  <a:srgbClr val="4D3A2F"/>
                </a:solidFill>
                <a:latin typeface="Calibri" panose="020F0502020204030204" pitchFamily="34" charset="0"/>
                <a:cs typeface="Franklin Gothic Book"/>
              </a:rPr>
              <a:t>e</a:t>
            </a:r>
            <a:r>
              <a:rPr sz="2000" spc="-15" dirty="0">
                <a:solidFill>
                  <a:srgbClr val="4D3A2F"/>
                </a:solidFill>
                <a:latin typeface="Calibri" panose="020F0502020204030204" pitchFamily="34" charset="0"/>
                <a:cs typeface="Franklin Gothic Book"/>
              </a:rPr>
              <a:t>rb</a:t>
            </a:r>
            <a:r>
              <a:rPr sz="2000" spc="-25" dirty="0">
                <a:solidFill>
                  <a:srgbClr val="4D3A2F"/>
                </a:solidFill>
                <a:latin typeface="Calibri" panose="020F0502020204030204" pitchFamily="34" charset="0"/>
                <a:cs typeface="Franklin Gothic Book"/>
              </a:rPr>
              <a:t>a</a:t>
            </a:r>
            <a:r>
              <a:rPr sz="2000" spc="-5" dirty="0">
                <a:solidFill>
                  <a:srgbClr val="4D3A2F"/>
                </a:solidFill>
                <a:latin typeface="Calibri" panose="020F0502020204030204" pitchFamily="34" charset="0"/>
                <a:cs typeface="Franklin Gothic Book"/>
              </a:rPr>
              <a:t>l</a:t>
            </a:r>
            <a:r>
              <a:rPr sz="2000" spc="5" dirty="0">
                <a:solidFill>
                  <a:srgbClr val="4D3A2F"/>
                </a:solidFill>
                <a:latin typeface="Calibri" panose="020F0502020204030204" pitchFamily="34" charset="0"/>
                <a:cs typeface="Franklin Gothic Book"/>
              </a:rPr>
              <a:t> </a:t>
            </a:r>
            <a:r>
              <a:rPr sz="2000" spc="-25" dirty="0">
                <a:solidFill>
                  <a:srgbClr val="4D3A2F"/>
                </a:solidFill>
                <a:latin typeface="Calibri" panose="020F0502020204030204" pitchFamily="34" charset="0"/>
                <a:cs typeface="Franklin Gothic Book"/>
              </a:rPr>
              <a:t>a</a:t>
            </a:r>
            <a:r>
              <a:rPr sz="2000" spc="-5" dirty="0">
                <a:solidFill>
                  <a:srgbClr val="4D3A2F"/>
                </a:solidFill>
                <a:latin typeface="Calibri" panose="020F0502020204030204" pitchFamily="34" charset="0"/>
                <a:cs typeface="Franklin Gothic Book"/>
              </a:rPr>
              <a:t>g</a:t>
            </a:r>
            <a:r>
              <a:rPr sz="2000" spc="-15" dirty="0">
                <a:solidFill>
                  <a:srgbClr val="4D3A2F"/>
                </a:solidFill>
                <a:latin typeface="Calibri" panose="020F0502020204030204" pitchFamily="34" charset="0"/>
                <a:cs typeface="Franklin Gothic Book"/>
              </a:rPr>
              <a:t>r</a:t>
            </a:r>
            <a:r>
              <a:rPr sz="2000" spc="-10" dirty="0">
                <a:solidFill>
                  <a:srgbClr val="4D3A2F"/>
                </a:solidFill>
                <a:latin typeface="Calibri" panose="020F0502020204030204" pitchFamily="34" charset="0"/>
                <a:cs typeface="Franklin Gothic Book"/>
              </a:rPr>
              <a:t>e</a:t>
            </a:r>
            <a:r>
              <a:rPr sz="2000" spc="-20" dirty="0">
                <a:solidFill>
                  <a:srgbClr val="4D3A2F"/>
                </a:solidFill>
                <a:latin typeface="Calibri" panose="020F0502020204030204" pitchFamily="34" charset="0"/>
                <a:cs typeface="Franklin Gothic Book"/>
              </a:rPr>
              <a:t>e</a:t>
            </a:r>
            <a:r>
              <a:rPr sz="2000" spc="-10" dirty="0">
                <a:solidFill>
                  <a:srgbClr val="4D3A2F"/>
                </a:solidFill>
                <a:latin typeface="Calibri" panose="020F0502020204030204" pitchFamily="34" charset="0"/>
                <a:cs typeface="Franklin Gothic Book"/>
              </a:rPr>
              <a:t>m</a:t>
            </a:r>
            <a:r>
              <a:rPr sz="2000" spc="-20" dirty="0">
                <a:solidFill>
                  <a:srgbClr val="4D3A2F"/>
                </a:solidFill>
                <a:latin typeface="Calibri" panose="020F0502020204030204" pitchFamily="34" charset="0"/>
                <a:cs typeface="Franklin Gothic Book"/>
              </a:rPr>
              <a:t>e</a:t>
            </a:r>
            <a:r>
              <a:rPr sz="2000" spc="-10" dirty="0">
                <a:solidFill>
                  <a:srgbClr val="4D3A2F"/>
                </a:solidFill>
                <a:latin typeface="Calibri" panose="020F0502020204030204" pitchFamily="34" charset="0"/>
                <a:cs typeface="Franklin Gothic Book"/>
              </a:rPr>
              <a:t>nt</a:t>
            </a:r>
            <a:r>
              <a:rPr sz="2000" dirty="0">
                <a:solidFill>
                  <a:srgbClr val="4D3A2F"/>
                </a:solidFill>
                <a:latin typeface="Calibri" panose="020F0502020204030204" pitchFamily="34" charset="0"/>
                <a:cs typeface="Franklin Gothic Book"/>
              </a:rPr>
              <a:t> </a:t>
            </a:r>
            <a:r>
              <a:rPr sz="2000" spc="-6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o</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d</a:t>
            </a:r>
            <a:r>
              <a:rPr sz="2000" spc="-20"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ci</a:t>
            </a:r>
            <a:r>
              <a:rPr sz="2000" spc="-10" dirty="0">
                <a:solidFill>
                  <a:srgbClr val="4D3A2F"/>
                </a:solidFill>
                <a:latin typeface="Calibri" panose="020F0502020204030204" pitchFamily="34" charset="0"/>
                <a:cs typeface="Franklin Gothic Book"/>
              </a:rPr>
              <a:t>s</a:t>
            </a:r>
            <a:r>
              <a:rPr sz="2000" spc="-5" dirty="0">
                <a:solidFill>
                  <a:srgbClr val="4D3A2F"/>
                </a:solidFill>
                <a:latin typeface="Calibri" panose="020F0502020204030204" pitchFamily="34" charset="0"/>
                <a:cs typeface="Franklin Gothic Book"/>
              </a:rPr>
              <a:t>io</a:t>
            </a:r>
            <a:r>
              <a:rPr sz="2000" dirty="0">
                <a:solidFill>
                  <a:srgbClr val="4D3A2F"/>
                </a:solidFill>
                <a:latin typeface="Calibri" panose="020F0502020204030204" pitchFamily="34" charset="0"/>
                <a:cs typeface="Franklin Gothic Book"/>
              </a:rPr>
              <a:t>n</a:t>
            </a:r>
            <a:r>
              <a:rPr sz="2000" spc="-10" dirty="0">
                <a:solidFill>
                  <a:srgbClr val="4D3A2F"/>
                </a:solidFill>
                <a:latin typeface="Calibri" panose="020F0502020204030204" pitchFamily="34" charset="0"/>
                <a:cs typeface="Franklin Gothic Book"/>
              </a:rPr>
              <a:t>s</a:t>
            </a:r>
            <a:r>
              <a:rPr sz="2000"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and</a:t>
            </a:r>
            <a:r>
              <a:rPr sz="2000"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ac</a:t>
            </a:r>
            <a:r>
              <a:rPr sz="2000" spc="-10" dirty="0">
                <a:solidFill>
                  <a:srgbClr val="4D3A2F"/>
                </a:solidFill>
                <a:latin typeface="Calibri" panose="020F0502020204030204" pitchFamily="34" charset="0"/>
                <a:cs typeface="Franklin Gothic Book"/>
              </a:rPr>
              <a:t>tio</a:t>
            </a:r>
            <a:r>
              <a:rPr sz="2000" spc="-15" dirty="0">
                <a:solidFill>
                  <a:srgbClr val="4D3A2F"/>
                </a:solidFill>
                <a:latin typeface="Calibri" panose="020F0502020204030204" pitchFamily="34" charset="0"/>
                <a:cs typeface="Franklin Gothic Book"/>
              </a:rPr>
              <a:t>n</a:t>
            </a:r>
            <a:r>
              <a:rPr sz="2000"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pl</a:t>
            </a:r>
            <a:r>
              <a:rPr sz="2000" spc="-25" dirty="0">
                <a:solidFill>
                  <a:srgbClr val="4D3A2F"/>
                </a:solidFill>
                <a:latin typeface="Calibri" panose="020F0502020204030204" pitchFamily="34" charset="0"/>
                <a:cs typeface="Franklin Gothic Book"/>
              </a:rPr>
              <a:t>a</a:t>
            </a:r>
            <a:r>
              <a:rPr sz="2000" spc="-10" dirty="0">
                <a:solidFill>
                  <a:srgbClr val="4D3A2F"/>
                </a:solidFill>
                <a:latin typeface="Calibri" panose="020F0502020204030204" pitchFamily="34" charset="0"/>
                <a:cs typeface="Franklin Gothic Book"/>
              </a:rPr>
              <a:t>ns</a:t>
            </a:r>
            <a:endParaRPr sz="2000" dirty="0">
              <a:solidFill>
                <a:prstClr val="black"/>
              </a:solidFill>
              <a:latin typeface="Calibri" panose="020F0502020204030204" pitchFamily="34" charset="0"/>
              <a:cs typeface="Franklin Gothic Book"/>
            </a:endParaRPr>
          </a:p>
          <a:p>
            <a:pPr marL="12700" marR="6350" fontAlgn="auto">
              <a:lnSpc>
                <a:spcPct val="80000"/>
              </a:lnSpc>
              <a:spcBef>
                <a:spcPts val="240"/>
              </a:spcBef>
              <a:spcAft>
                <a:spcPts val="0"/>
              </a:spcAft>
            </a:pPr>
            <a:r>
              <a:rPr sz="2000" spc="-10" dirty="0">
                <a:solidFill>
                  <a:srgbClr val="4D3A2F"/>
                </a:solidFill>
                <a:latin typeface="Calibri" panose="020F0502020204030204" pitchFamily="34" charset="0"/>
                <a:cs typeface="Franklin Gothic Book"/>
              </a:rPr>
              <a:t>It is</a:t>
            </a:r>
            <a:r>
              <a:rPr sz="2000" dirty="0">
                <a:solidFill>
                  <a:srgbClr val="4D3A2F"/>
                </a:solidFill>
                <a:latin typeface="Calibri" panose="020F0502020204030204" pitchFamily="34" charset="0"/>
                <a:cs typeface="Franklin Gothic Book"/>
              </a:rPr>
              <a:t> </a:t>
            </a:r>
            <a:r>
              <a:rPr sz="2000" spc="-5" dirty="0">
                <a:solidFill>
                  <a:srgbClr val="4D3A2F"/>
                </a:solidFill>
                <a:latin typeface="Calibri" panose="020F0502020204030204" pitchFamily="34" charset="0"/>
                <a:cs typeface="Franklin Gothic Book"/>
              </a:rPr>
              <a:t>i</a:t>
            </a:r>
            <a:r>
              <a:rPr sz="2000" spc="-10" dirty="0">
                <a:solidFill>
                  <a:srgbClr val="4D3A2F"/>
                </a:solidFill>
                <a:latin typeface="Calibri" panose="020F0502020204030204" pitchFamily="34" charset="0"/>
                <a:cs typeface="Franklin Gothic Book"/>
              </a:rPr>
              <a:t>mpo</a:t>
            </a:r>
            <a:r>
              <a:rPr sz="2000" spc="50" dirty="0">
                <a:solidFill>
                  <a:srgbClr val="4D3A2F"/>
                </a:solidFill>
                <a:latin typeface="Calibri" panose="020F0502020204030204" pitchFamily="34" charset="0"/>
                <a:cs typeface="Franklin Gothic Book"/>
              </a:rPr>
              <a:t>r</a:t>
            </a:r>
            <a:r>
              <a:rPr sz="2000" spc="-20" dirty="0">
                <a:solidFill>
                  <a:srgbClr val="4D3A2F"/>
                </a:solidFill>
                <a:latin typeface="Calibri" panose="020F0502020204030204" pitchFamily="34" charset="0"/>
                <a:cs typeface="Franklin Gothic Book"/>
              </a:rPr>
              <a:t>t</a:t>
            </a:r>
            <a:r>
              <a:rPr sz="2000" spc="-10" dirty="0">
                <a:solidFill>
                  <a:srgbClr val="4D3A2F"/>
                </a:solidFill>
                <a:latin typeface="Calibri" panose="020F0502020204030204" pitchFamily="34" charset="0"/>
                <a:cs typeface="Franklin Gothic Book"/>
              </a:rPr>
              <a:t>ant</a:t>
            </a:r>
            <a:r>
              <a:rPr sz="2000"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n</a:t>
            </a:r>
            <a:r>
              <a:rPr sz="2000" spc="-25" dirty="0">
                <a:solidFill>
                  <a:srgbClr val="4D3A2F"/>
                </a:solidFill>
                <a:latin typeface="Calibri" panose="020F0502020204030204" pitchFamily="34" charset="0"/>
                <a:cs typeface="Franklin Gothic Book"/>
              </a:rPr>
              <a:t>o</a:t>
            </a:r>
            <a:r>
              <a:rPr sz="2000" spc="-10" dirty="0">
                <a:solidFill>
                  <a:srgbClr val="4D3A2F"/>
                </a:solidFill>
                <a:latin typeface="Calibri" panose="020F0502020204030204" pitchFamily="34" charset="0"/>
                <a:cs typeface="Franklin Gothic Book"/>
              </a:rPr>
              <a:t>t</a:t>
            </a:r>
            <a:r>
              <a:rPr sz="2000"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o</a:t>
            </a:r>
            <a:r>
              <a:rPr sz="2000" spc="-15" dirty="0">
                <a:solidFill>
                  <a:srgbClr val="4D3A2F"/>
                </a:solidFill>
                <a:latin typeface="Calibri" panose="020F0502020204030204" pitchFamily="34" charset="0"/>
                <a:cs typeface="Franklin Gothic Book"/>
              </a:rPr>
              <a:t>n</a:t>
            </a:r>
            <a:r>
              <a:rPr sz="2000" spc="-5" dirty="0">
                <a:solidFill>
                  <a:srgbClr val="4D3A2F"/>
                </a:solidFill>
                <a:latin typeface="Calibri" panose="020F0502020204030204" pitchFamily="34" charset="0"/>
                <a:cs typeface="Franklin Gothic Book"/>
              </a:rPr>
              <a:t>l</a:t>
            </a:r>
            <a:r>
              <a:rPr sz="2000" dirty="0">
                <a:solidFill>
                  <a:srgbClr val="4D3A2F"/>
                </a:solidFill>
                <a:latin typeface="Calibri" panose="020F0502020204030204" pitchFamily="34" charset="0"/>
                <a:cs typeface="Franklin Gothic Book"/>
              </a:rPr>
              <a:t>y </a:t>
            </a:r>
            <a:r>
              <a:rPr sz="2000" spc="-5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o</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u</a:t>
            </a:r>
            <a:r>
              <a:rPr sz="2000" spc="-15" dirty="0">
                <a:solidFill>
                  <a:srgbClr val="4D3A2F"/>
                </a:solidFill>
                <a:latin typeface="Calibri" panose="020F0502020204030204" pitchFamily="34" charset="0"/>
                <a:cs typeface="Franklin Gothic Book"/>
              </a:rPr>
              <a:t>nd</a:t>
            </a:r>
            <a:r>
              <a:rPr sz="2000" spc="-20"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r</a:t>
            </a:r>
            <a:r>
              <a:rPr sz="2000" spc="-10" dirty="0">
                <a:solidFill>
                  <a:srgbClr val="4D3A2F"/>
                </a:solidFill>
                <a:latin typeface="Calibri" panose="020F0502020204030204" pitchFamily="34" charset="0"/>
                <a:cs typeface="Franklin Gothic Book"/>
              </a:rPr>
              <a:t>s</a:t>
            </a:r>
            <a:r>
              <a:rPr sz="2000" spc="-2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and</a:t>
            </a:r>
            <a:r>
              <a:rPr sz="2000" dirty="0">
                <a:solidFill>
                  <a:srgbClr val="4D3A2F"/>
                </a:solidFill>
                <a:latin typeface="Calibri" panose="020F0502020204030204" pitchFamily="34" charset="0"/>
                <a:cs typeface="Franklin Gothic Book"/>
              </a:rPr>
              <a:t>,</a:t>
            </a:r>
            <a:r>
              <a:rPr sz="2000" spc="5" dirty="0">
                <a:solidFill>
                  <a:srgbClr val="4D3A2F"/>
                </a:solidFill>
                <a:latin typeface="Calibri" panose="020F0502020204030204" pitchFamily="34" charset="0"/>
                <a:cs typeface="Franklin Gothic Book"/>
              </a:rPr>
              <a:t> </a:t>
            </a:r>
            <a:r>
              <a:rPr sz="2000" dirty="0">
                <a:solidFill>
                  <a:srgbClr val="4D3A2F"/>
                </a:solidFill>
                <a:latin typeface="Calibri" panose="020F0502020204030204" pitchFamily="34" charset="0"/>
                <a:cs typeface="Franklin Gothic Book"/>
              </a:rPr>
              <a:t>b</a:t>
            </a:r>
            <a:r>
              <a:rPr sz="2000" spc="-20" dirty="0">
                <a:solidFill>
                  <a:srgbClr val="4D3A2F"/>
                </a:solidFill>
                <a:latin typeface="Calibri" panose="020F0502020204030204" pitchFamily="34" charset="0"/>
                <a:cs typeface="Franklin Gothic Book"/>
              </a:rPr>
              <a:t>u</a:t>
            </a:r>
            <a:r>
              <a:rPr sz="2000" spc="-10" dirty="0">
                <a:solidFill>
                  <a:srgbClr val="4D3A2F"/>
                </a:solidFill>
                <a:latin typeface="Calibri" panose="020F0502020204030204" pitchFamily="34" charset="0"/>
                <a:cs typeface="Franklin Gothic Book"/>
              </a:rPr>
              <a:t>t </a:t>
            </a:r>
            <a:r>
              <a:rPr sz="2000" spc="-50" dirty="0">
                <a:solidFill>
                  <a:srgbClr val="4D3A2F"/>
                </a:solidFill>
                <a:latin typeface="Calibri" panose="020F0502020204030204" pitchFamily="34" charset="0"/>
                <a:cs typeface="Franklin Gothic Book"/>
              </a:rPr>
              <a:t>t</a:t>
            </a:r>
            <a:r>
              <a:rPr sz="2000" spc="-15" dirty="0">
                <a:solidFill>
                  <a:srgbClr val="4D3A2F"/>
                </a:solidFill>
                <a:latin typeface="Calibri" panose="020F0502020204030204" pitchFamily="34" charset="0"/>
                <a:cs typeface="Franklin Gothic Book"/>
              </a:rPr>
              <a:t>o</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che</a:t>
            </a:r>
            <a:r>
              <a:rPr sz="2000" spc="-5" dirty="0">
                <a:solidFill>
                  <a:srgbClr val="4D3A2F"/>
                </a:solidFill>
                <a:latin typeface="Calibri" panose="020F0502020204030204" pitchFamily="34" charset="0"/>
                <a:cs typeface="Franklin Gothic Book"/>
              </a:rPr>
              <a:t>c</a:t>
            </a:r>
            <a:r>
              <a:rPr sz="2000" spc="-10" dirty="0">
                <a:solidFill>
                  <a:srgbClr val="4D3A2F"/>
                </a:solidFill>
                <a:latin typeface="Calibri" panose="020F0502020204030204" pitchFamily="34" charset="0"/>
                <a:cs typeface="Franklin Gothic Book"/>
              </a:rPr>
              <a:t>k</a:t>
            </a:r>
            <a:r>
              <a:rPr sz="2000" spc="5" dirty="0">
                <a:solidFill>
                  <a:srgbClr val="4D3A2F"/>
                </a:solidFill>
                <a:latin typeface="Calibri" panose="020F0502020204030204" pitchFamily="34" charset="0"/>
                <a:cs typeface="Franklin Gothic Book"/>
              </a:rPr>
              <a:t> </a:t>
            </a:r>
            <a:r>
              <a:rPr sz="2000" spc="-60" dirty="0">
                <a:solidFill>
                  <a:srgbClr val="4D3A2F"/>
                </a:solidFill>
                <a:latin typeface="Calibri" panose="020F0502020204030204" pitchFamily="34" charset="0"/>
                <a:cs typeface="Franklin Gothic Book"/>
              </a:rPr>
              <a:t>f</a:t>
            </a:r>
            <a:r>
              <a:rPr sz="2000" spc="-10" dirty="0">
                <a:solidFill>
                  <a:srgbClr val="4D3A2F"/>
                </a:solidFill>
                <a:latin typeface="Calibri" panose="020F0502020204030204" pitchFamily="34" charset="0"/>
                <a:cs typeface="Franklin Gothic Book"/>
              </a:rPr>
              <a:t>or</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u</a:t>
            </a:r>
            <a:r>
              <a:rPr sz="2000" spc="-5" dirty="0">
                <a:solidFill>
                  <a:srgbClr val="4D3A2F"/>
                </a:solidFill>
                <a:latin typeface="Calibri" panose="020F0502020204030204" pitchFamily="34" charset="0"/>
                <a:cs typeface="Franklin Gothic Book"/>
              </a:rPr>
              <a:t>n</a:t>
            </a:r>
            <a:r>
              <a:rPr sz="2000" spc="-15" dirty="0">
                <a:solidFill>
                  <a:srgbClr val="4D3A2F"/>
                </a:solidFill>
                <a:latin typeface="Calibri" panose="020F0502020204030204" pitchFamily="34" charset="0"/>
                <a:cs typeface="Franklin Gothic Book"/>
              </a:rPr>
              <a:t>d</a:t>
            </a:r>
            <a:r>
              <a:rPr sz="2000" spc="-20"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r</a:t>
            </a:r>
            <a:r>
              <a:rPr sz="2000" spc="-20" dirty="0">
                <a:solidFill>
                  <a:srgbClr val="4D3A2F"/>
                </a:solidFill>
                <a:latin typeface="Calibri" panose="020F0502020204030204" pitchFamily="34" charset="0"/>
                <a:cs typeface="Franklin Gothic Book"/>
              </a:rPr>
              <a:t>s</a:t>
            </a:r>
            <a:r>
              <a:rPr sz="2000" spc="-10" dirty="0">
                <a:solidFill>
                  <a:srgbClr val="4D3A2F"/>
                </a:solidFill>
                <a:latin typeface="Calibri" panose="020F0502020204030204" pitchFamily="34" charset="0"/>
                <a:cs typeface="Franklin Gothic Book"/>
              </a:rPr>
              <a:t>t</a:t>
            </a:r>
            <a:r>
              <a:rPr sz="2000" spc="-25" dirty="0">
                <a:solidFill>
                  <a:srgbClr val="4D3A2F"/>
                </a:solidFill>
                <a:latin typeface="Calibri" panose="020F0502020204030204" pitchFamily="34" charset="0"/>
                <a:cs typeface="Franklin Gothic Book"/>
              </a:rPr>
              <a:t>a</a:t>
            </a:r>
            <a:r>
              <a:rPr sz="2000" spc="-5" dirty="0">
                <a:solidFill>
                  <a:srgbClr val="4D3A2F"/>
                </a:solidFill>
                <a:latin typeface="Calibri" panose="020F0502020204030204" pitchFamily="34" charset="0"/>
                <a:cs typeface="Franklin Gothic Book"/>
              </a:rPr>
              <a:t>n</a:t>
            </a:r>
            <a:r>
              <a:rPr sz="2000" spc="-15" dirty="0">
                <a:solidFill>
                  <a:srgbClr val="4D3A2F"/>
                </a:solidFill>
                <a:latin typeface="Calibri" panose="020F0502020204030204" pitchFamily="34" charset="0"/>
                <a:cs typeface="Franklin Gothic Book"/>
              </a:rPr>
              <a:t>d</a:t>
            </a:r>
            <a:r>
              <a:rPr sz="2000" spc="-10" dirty="0">
                <a:solidFill>
                  <a:srgbClr val="4D3A2F"/>
                </a:solidFill>
                <a:latin typeface="Calibri" panose="020F0502020204030204" pitchFamily="34" charset="0"/>
                <a:cs typeface="Franklin Gothic Book"/>
              </a:rPr>
              <a:t>i</a:t>
            </a:r>
            <a:r>
              <a:rPr sz="2000" spc="-15" dirty="0">
                <a:solidFill>
                  <a:srgbClr val="4D3A2F"/>
                </a:solidFill>
                <a:latin typeface="Calibri" panose="020F0502020204030204" pitchFamily="34" charset="0"/>
                <a:cs typeface="Franklin Gothic Book"/>
              </a:rPr>
              <a:t>n</a:t>
            </a:r>
            <a:r>
              <a:rPr sz="2000" dirty="0">
                <a:solidFill>
                  <a:srgbClr val="4D3A2F"/>
                </a:solidFill>
                <a:latin typeface="Calibri" panose="020F0502020204030204" pitchFamily="34" charset="0"/>
                <a:cs typeface="Franklin Gothic Book"/>
              </a:rPr>
              <a:t>g </a:t>
            </a:r>
            <a:r>
              <a:rPr sz="2000" spc="-15" dirty="0">
                <a:solidFill>
                  <a:srgbClr val="4D3A2F"/>
                </a:solidFill>
                <a:latin typeface="Calibri" panose="020F0502020204030204" pitchFamily="34" charset="0"/>
                <a:cs typeface="Franklin Gothic Book"/>
              </a:rPr>
              <a:t>real</a:t>
            </a:r>
            <a:r>
              <a:rPr sz="2000" spc="-5" dirty="0">
                <a:solidFill>
                  <a:srgbClr val="4D3A2F"/>
                </a:solidFill>
                <a:latin typeface="Calibri" panose="020F0502020204030204" pitchFamily="34" charset="0"/>
                <a:cs typeface="Franklin Gothic Book"/>
              </a:rPr>
              <a:t>i</a:t>
            </a:r>
            <a:r>
              <a:rPr sz="2000" dirty="0">
                <a:solidFill>
                  <a:srgbClr val="4D3A2F"/>
                </a:solidFill>
                <a:latin typeface="Calibri" panose="020F0502020204030204" pitchFamily="34" charset="0"/>
                <a:cs typeface="Franklin Gothic Book"/>
              </a:rPr>
              <a:t>z</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20" dirty="0">
                <a:solidFill>
                  <a:srgbClr val="4D3A2F"/>
                </a:solidFill>
                <a:latin typeface="Calibri" panose="020F0502020204030204" pitchFamily="34" charset="0"/>
                <a:cs typeface="Franklin Gothic Book"/>
              </a:rPr>
              <a:t>t</a:t>
            </a:r>
            <a:r>
              <a:rPr sz="2000" spc="-10" dirty="0">
                <a:solidFill>
                  <a:srgbClr val="4D3A2F"/>
                </a:solidFill>
                <a:latin typeface="Calibri" panose="020F0502020204030204" pitchFamily="34" charset="0"/>
                <a:cs typeface="Franklin Gothic Book"/>
              </a:rPr>
              <a:t>hat </a:t>
            </a:r>
            <a:r>
              <a:rPr sz="2000" spc="-5" dirty="0">
                <a:solidFill>
                  <a:srgbClr val="4D3A2F"/>
                </a:solidFill>
                <a:latin typeface="Calibri" panose="020F0502020204030204" pitchFamily="34" charset="0"/>
                <a:cs typeface="Franklin Gothic Book"/>
              </a:rPr>
              <a:t>l</a:t>
            </a:r>
            <a:r>
              <a:rPr sz="2000" spc="-10" dirty="0">
                <a:solidFill>
                  <a:srgbClr val="4D3A2F"/>
                </a:solidFill>
                <a:latin typeface="Calibri" panose="020F0502020204030204" pitchFamily="34" charset="0"/>
                <a:cs typeface="Franklin Gothic Book"/>
              </a:rPr>
              <a:t>is</a:t>
            </a:r>
            <a:r>
              <a:rPr sz="2000" spc="-60" dirty="0">
                <a:solidFill>
                  <a:srgbClr val="4D3A2F"/>
                </a:solidFill>
                <a:latin typeface="Calibri" panose="020F0502020204030204" pitchFamily="34" charset="0"/>
                <a:cs typeface="Franklin Gothic Book"/>
              </a:rPr>
              <a:t>t</a:t>
            </a:r>
            <a:r>
              <a:rPr sz="2000" spc="-10" dirty="0">
                <a:solidFill>
                  <a:srgbClr val="4D3A2F"/>
                </a:solidFill>
                <a:latin typeface="Calibri" panose="020F0502020204030204" pitchFamily="34" charset="0"/>
                <a:cs typeface="Franklin Gothic Book"/>
              </a:rPr>
              <a:t>e</a:t>
            </a:r>
            <a:r>
              <a:rPr sz="2000" spc="-15" dirty="0">
                <a:solidFill>
                  <a:srgbClr val="4D3A2F"/>
                </a:solidFill>
                <a:latin typeface="Calibri" panose="020F0502020204030204" pitchFamily="34" charset="0"/>
                <a:cs typeface="Franklin Gothic Book"/>
              </a:rPr>
              <a:t>n</a:t>
            </a:r>
            <a:r>
              <a:rPr sz="2000" spc="-5" dirty="0">
                <a:solidFill>
                  <a:srgbClr val="4D3A2F"/>
                </a:solidFill>
                <a:latin typeface="Calibri" panose="020F0502020204030204" pitchFamily="34" charset="0"/>
                <a:cs typeface="Franklin Gothic Book"/>
              </a:rPr>
              <a:t>i</a:t>
            </a:r>
            <a:r>
              <a:rPr sz="2000" dirty="0">
                <a:solidFill>
                  <a:srgbClr val="4D3A2F"/>
                </a:solidFill>
                <a:latin typeface="Calibri" panose="020F0502020204030204" pitchFamily="34" charset="0"/>
                <a:cs typeface="Franklin Gothic Book"/>
              </a:rPr>
              <a:t>ng</a:t>
            </a:r>
            <a:r>
              <a:rPr sz="2000" spc="5" dirty="0">
                <a:solidFill>
                  <a:srgbClr val="4D3A2F"/>
                </a:solidFill>
                <a:latin typeface="Calibri" panose="020F0502020204030204" pitchFamily="34" charset="0"/>
                <a:cs typeface="Franklin Gothic Book"/>
              </a:rPr>
              <a:t> </a:t>
            </a:r>
            <a:r>
              <a:rPr sz="2000" spc="-10" dirty="0">
                <a:solidFill>
                  <a:srgbClr val="4D3A2F"/>
                </a:solidFill>
                <a:latin typeface="Calibri" panose="020F0502020204030204" pitchFamily="34" charset="0"/>
                <a:cs typeface="Franklin Gothic Book"/>
              </a:rPr>
              <a:t>is</a:t>
            </a:r>
            <a:r>
              <a:rPr sz="2000"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ha</a:t>
            </a:r>
            <a:r>
              <a:rPr sz="2000" spc="-50" dirty="0">
                <a:solidFill>
                  <a:srgbClr val="4D3A2F"/>
                </a:solidFill>
                <a:latin typeface="Calibri" panose="020F0502020204030204" pitchFamily="34" charset="0"/>
                <a:cs typeface="Franklin Gothic Book"/>
              </a:rPr>
              <a:t>r</a:t>
            </a:r>
            <a:r>
              <a:rPr sz="2000" spc="-15" dirty="0">
                <a:solidFill>
                  <a:srgbClr val="4D3A2F"/>
                </a:solidFill>
                <a:latin typeface="Calibri" panose="020F0502020204030204" pitchFamily="34" charset="0"/>
                <a:cs typeface="Franklin Gothic Book"/>
              </a:rPr>
              <a:t>d</a:t>
            </a:r>
            <a:r>
              <a:rPr sz="2000" spc="5" dirty="0">
                <a:solidFill>
                  <a:srgbClr val="4D3A2F"/>
                </a:solidFill>
                <a:latin typeface="Calibri" panose="020F0502020204030204" pitchFamily="34" charset="0"/>
                <a:cs typeface="Franklin Gothic Book"/>
              </a:rPr>
              <a:t> </a:t>
            </a:r>
            <a:r>
              <a:rPr sz="2000" spc="-30" dirty="0">
                <a:solidFill>
                  <a:srgbClr val="4D3A2F"/>
                </a:solidFill>
                <a:latin typeface="Calibri" panose="020F0502020204030204" pitchFamily="34" charset="0"/>
                <a:cs typeface="Franklin Gothic Book"/>
              </a:rPr>
              <a:t>w</a:t>
            </a:r>
            <a:r>
              <a:rPr sz="2000" spc="-10" dirty="0">
                <a:solidFill>
                  <a:srgbClr val="4D3A2F"/>
                </a:solidFill>
                <a:latin typeface="Calibri" panose="020F0502020204030204" pitchFamily="34" charset="0"/>
                <a:cs typeface="Franklin Gothic Book"/>
              </a:rPr>
              <a:t>o</a:t>
            </a:r>
            <a:r>
              <a:rPr sz="2000" spc="-30" dirty="0">
                <a:solidFill>
                  <a:srgbClr val="4D3A2F"/>
                </a:solidFill>
                <a:latin typeface="Calibri" panose="020F0502020204030204" pitchFamily="34" charset="0"/>
                <a:cs typeface="Franklin Gothic Book"/>
              </a:rPr>
              <a:t>r</a:t>
            </a:r>
            <a:r>
              <a:rPr sz="2000" spc="-10" dirty="0">
                <a:solidFill>
                  <a:srgbClr val="4D3A2F"/>
                </a:solidFill>
                <a:latin typeface="Calibri" panose="020F0502020204030204" pitchFamily="34" charset="0"/>
                <a:cs typeface="Franklin Gothic Book"/>
              </a:rPr>
              <a:t>k</a:t>
            </a:r>
            <a:endParaRPr sz="2000" dirty="0">
              <a:solidFill>
                <a:prstClr val="black"/>
              </a:solidFill>
              <a:latin typeface="Calibri" panose="020F0502020204030204" pitchFamily="34" charset="0"/>
              <a:cs typeface="Franklin Gothic Book"/>
            </a:endParaRPr>
          </a:p>
          <a:p>
            <a:pPr marL="12700" marR="2966085" fontAlgn="auto">
              <a:lnSpc>
                <a:spcPct val="80000"/>
              </a:lnSpc>
              <a:spcBef>
                <a:spcPts val="0"/>
              </a:spcBef>
              <a:spcAft>
                <a:spcPts val="0"/>
              </a:spcAft>
            </a:pPr>
            <a:r>
              <a:rPr sz="2000" spc="-10" dirty="0">
                <a:solidFill>
                  <a:srgbClr val="4D3A2F"/>
                </a:solidFill>
                <a:latin typeface="Calibri" panose="020F0502020204030204" pitchFamily="34" charset="0"/>
                <a:cs typeface="Franklin Gothic Book"/>
              </a:rPr>
              <a:t>P</a:t>
            </a:r>
            <a:r>
              <a:rPr sz="2000" spc="-15" dirty="0">
                <a:solidFill>
                  <a:srgbClr val="4D3A2F"/>
                </a:solidFill>
                <a:latin typeface="Calibri" panose="020F0502020204030204" pitchFamily="34" charset="0"/>
                <a:cs typeface="Franklin Gothic Book"/>
              </a:rPr>
              <a:t>rac</a:t>
            </a:r>
            <a:r>
              <a:rPr sz="2000" spc="-10" dirty="0">
                <a:solidFill>
                  <a:srgbClr val="4D3A2F"/>
                </a:solidFill>
                <a:latin typeface="Calibri" panose="020F0502020204030204" pitchFamily="34" charset="0"/>
                <a:cs typeface="Franklin Gothic Book"/>
              </a:rPr>
              <a:t>ti</a:t>
            </a:r>
            <a:r>
              <a:rPr sz="2000" spc="-5" dirty="0">
                <a:solidFill>
                  <a:srgbClr val="4D3A2F"/>
                </a:solidFill>
                <a:latin typeface="Calibri" panose="020F0502020204030204" pitchFamily="34" charset="0"/>
                <a:cs typeface="Franklin Gothic Book"/>
              </a:rPr>
              <a:t>c</a:t>
            </a:r>
            <a:r>
              <a:rPr sz="2000" spc="-15" dirty="0">
                <a:solidFill>
                  <a:srgbClr val="4D3A2F"/>
                </a:solidFill>
                <a:latin typeface="Calibri" panose="020F0502020204030204" pitchFamily="34" charset="0"/>
                <a:cs typeface="Franklin Gothic Book"/>
              </a:rPr>
              <a:t>e</a:t>
            </a:r>
            <a:r>
              <a:rPr sz="2000" spc="5" dirty="0">
                <a:solidFill>
                  <a:srgbClr val="4D3A2F"/>
                </a:solidFill>
                <a:latin typeface="Calibri" panose="020F0502020204030204" pitchFamily="34" charset="0"/>
                <a:cs typeface="Franklin Gothic Book"/>
              </a:rPr>
              <a:t> </a:t>
            </a:r>
            <a:r>
              <a:rPr sz="2000" spc="-15" dirty="0">
                <a:solidFill>
                  <a:srgbClr val="4D3A2F"/>
                </a:solidFill>
                <a:latin typeface="Calibri" panose="020F0502020204030204" pitchFamily="34" charset="0"/>
                <a:cs typeface="Franklin Gothic Book"/>
              </a:rPr>
              <a:t>re</a:t>
            </a:r>
            <a:r>
              <a:rPr sz="2000" spc="-5" dirty="0">
                <a:solidFill>
                  <a:srgbClr val="4D3A2F"/>
                </a:solidFill>
                <a:latin typeface="Calibri" panose="020F0502020204030204" pitchFamily="34" charset="0"/>
                <a:cs typeface="Franklin Gothic Book"/>
              </a:rPr>
              <a:t>g</a:t>
            </a:r>
            <a:r>
              <a:rPr sz="2000" spc="-20" dirty="0">
                <a:solidFill>
                  <a:srgbClr val="4D3A2F"/>
                </a:solidFill>
                <a:latin typeface="Calibri" panose="020F0502020204030204" pitchFamily="34" charset="0"/>
                <a:cs typeface="Franklin Gothic Book"/>
              </a:rPr>
              <a:t>u</a:t>
            </a:r>
            <a:r>
              <a:rPr sz="2000" spc="-15" dirty="0">
                <a:solidFill>
                  <a:srgbClr val="4D3A2F"/>
                </a:solidFill>
                <a:latin typeface="Calibri" panose="020F0502020204030204" pitchFamily="34" charset="0"/>
                <a:cs typeface="Franklin Gothic Book"/>
              </a:rPr>
              <a:t>larl</a:t>
            </a:r>
            <a:r>
              <a:rPr sz="2000" dirty="0">
                <a:solidFill>
                  <a:srgbClr val="4D3A2F"/>
                </a:solidFill>
                <a:latin typeface="Calibri" panose="020F0502020204030204" pitchFamily="34" charset="0"/>
                <a:cs typeface="Franklin Gothic Book"/>
              </a:rPr>
              <a:t>y</a:t>
            </a:r>
            <a:r>
              <a:rPr sz="2000" spc="5" dirty="0">
                <a:solidFill>
                  <a:srgbClr val="4D3A2F"/>
                </a:solidFill>
                <a:latin typeface="Calibri" panose="020F0502020204030204" pitchFamily="34" charset="0"/>
                <a:cs typeface="Franklin Gothic Book"/>
              </a:rPr>
              <a:t> </a:t>
            </a:r>
            <a:r>
              <a:rPr sz="2000" i="1" spc="-10" dirty="0">
                <a:solidFill>
                  <a:srgbClr val="4D3A2F"/>
                </a:solidFill>
                <a:latin typeface="Calibri" panose="020F0502020204030204" pitchFamily="34" charset="0"/>
                <a:cs typeface="Franklin Gothic Book"/>
              </a:rPr>
              <a:t>(</a:t>
            </a:r>
            <a:r>
              <a:rPr sz="2000" i="1" spc="-5" dirty="0">
                <a:solidFill>
                  <a:srgbClr val="4D3A2F"/>
                </a:solidFill>
                <a:latin typeface="Calibri" panose="020F0502020204030204" pitchFamily="34" charset="0"/>
                <a:cs typeface="Franklin Gothic Book"/>
              </a:rPr>
              <a:t>c</a:t>
            </a:r>
            <a:r>
              <a:rPr sz="2000" i="1" spc="-20" dirty="0">
                <a:solidFill>
                  <a:srgbClr val="4D3A2F"/>
                </a:solidFill>
                <a:latin typeface="Calibri" panose="020F0502020204030204" pitchFamily="34" charset="0"/>
                <a:cs typeface="Franklin Gothic Book"/>
              </a:rPr>
              <a:t>o</a:t>
            </a:r>
            <a:r>
              <a:rPr sz="2000" i="1" spc="-15" dirty="0">
                <a:solidFill>
                  <a:srgbClr val="4D3A2F"/>
                </a:solidFill>
                <a:latin typeface="Calibri" panose="020F0502020204030204" pitchFamily="34" charset="0"/>
                <a:cs typeface="Franklin Gothic Book"/>
              </a:rPr>
              <a:t>me</a:t>
            </a:r>
            <a:r>
              <a:rPr sz="2000" i="1" spc="5" dirty="0">
                <a:solidFill>
                  <a:srgbClr val="4D3A2F"/>
                </a:solidFill>
                <a:latin typeface="Calibri" panose="020F0502020204030204" pitchFamily="34" charset="0"/>
                <a:cs typeface="Franklin Gothic Book"/>
              </a:rPr>
              <a:t> </a:t>
            </a:r>
            <a:r>
              <a:rPr sz="2000" i="1" spc="-50" dirty="0">
                <a:solidFill>
                  <a:srgbClr val="4D3A2F"/>
                </a:solidFill>
                <a:latin typeface="Calibri" panose="020F0502020204030204" pitchFamily="34" charset="0"/>
                <a:cs typeface="Franklin Gothic Book"/>
              </a:rPr>
              <a:t>t</a:t>
            </a:r>
            <a:r>
              <a:rPr sz="2000" i="1" spc="-15" dirty="0">
                <a:solidFill>
                  <a:srgbClr val="4D3A2F"/>
                </a:solidFill>
                <a:latin typeface="Calibri" panose="020F0502020204030204" pitchFamily="34" charset="0"/>
                <a:cs typeface="Franklin Gothic Book"/>
              </a:rPr>
              <a:t>o</a:t>
            </a:r>
            <a:r>
              <a:rPr sz="2000" i="1" spc="5" dirty="0">
                <a:solidFill>
                  <a:srgbClr val="4D3A2F"/>
                </a:solidFill>
                <a:latin typeface="Calibri" panose="020F0502020204030204" pitchFamily="34" charset="0"/>
                <a:cs typeface="Franklin Gothic Book"/>
              </a:rPr>
              <a:t> </a:t>
            </a:r>
            <a:r>
              <a:rPr sz="2000" i="1" spc="-60" dirty="0">
                <a:solidFill>
                  <a:srgbClr val="4D3A2F"/>
                </a:solidFill>
                <a:latin typeface="Calibri" panose="020F0502020204030204" pitchFamily="34" charset="0"/>
                <a:cs typeface="Franklin Gothic Book"/>
              </a:rPr>
              <a:t>m</a:t>
            </a:r>
            <a:r>
              <a:rPr sz="2000" i="1" dirty="0">
                <a:solidFill>
                  <a:srgbClr val="4D3A2F"/>
                </a:solidFill>
                <a:latin typeface="Calibri" panose="020F0502020204030204" pitchFamily="34" charset="0"/>
                <a:cs typeface="Franklin Gothic Book"/>
              </a:rPr>
              <a:t>y </a:t>
            </a:r>
            <a:r>
              <a:rPr sz="2000" i="1" spc="-5" dirty="0">
                <a:solidFill>
                  <a:srgbClr val="4D3A2F"/>
                </a:solidFill>
                <a:latin typeface="Calibri" panose="020F0502020204030204" pitchFamily="34" charset="0"/>
                <a:cs typeface="Franklin Gothic Book"/>
              </a:rPr>
              <a:t>c</a:t>
            </a:r>
            <a:r>
              <a:rPr sz="2000" i="1" spc="-10" dirty="0">
                <a:solidFill>
                  <a:srgbClr val="4D3A2F"/>
                </a:solidFill>
                <a:latin typeface="Calibri" panose="020F0502020204030204" pitchFamily="34" charset="0"/>
                <a:cs typeface="Franklin Gothic Book"/>
              </a:rPr>
              <a:t>l</a:t>
            </a:r>
            <a:r>
              <a:rPr sz="2000" i="1" spc="-25" dirty="0">
                <a:solidFill>
                  <a:srgbClr val="4D3A2F"/>
                </a:solidFill>
                <a:latin typeface="Calibri" panose="020F0502020204030204" pitchFamily="34" charset="0"/>
                <a:cs typeface="Franklin Gothic Book"/>
              </a:rPr>
              <a:t>a</a:t>
            </a:r>
            <a:r>
              <a:rPr sz="2000" i="1" spc="-10" dirty="0">
                <a:solidFill>
                  <a:srgbClr val="4D3A2F"/>
                </a:solidFill>
                <a:latin typeface="Calibri" panose="020F0502020204030204" pitchFamily="34" charset="0"/>
                <a:cs typeface="Franklin Gothic Book"/>
              </a:rPr>
              <a:t>s</a:t>
            </a:r>
            <a:r>
              <a:rPr sz="2000" i="1" spc="-20" dirty="0">
                <a:solidFill>
                  <a:srgbClr val="4D3A2F"/>
                </a:solidFill>
                <a:latin typeface="Calibri" panose="020F0502020204030204" pitchFamily="34" charset="0"/>
                <a:cs typeface="Franklin Gothic Book"/>
              </a:rPr>
              <a:t>se</a:t>
            </a:r>
            <a:r>
              <a:rPr sz="2000" i="1" spc="-10" dirty="0">
                <a:solidFill>
                  <a:srgbClr val="4D3A2F"/>
                </a:solidFill>
                <a:latin typeface="Calibri" panose="020F0502020204030204" pitchFamily="34" charset="0"/>
                <a:cs typeface="Franklin Gothic Book"/>
              </a:rPr>
              <a:t>s!</a:t>
            </a:r>
            <a:r>
              <a:rPr sz="2000" i="1" dirty="0">
                <a:solidFill>
                  <a:srgbClr val="4D3A2F"/>
                </a:solidFill>
                <a:latin typeface="Calibri" panose="020F0502020204030204" pitchFamily="34" charset="0"/>
                <a:cs typeface="Franklin Gothic Book"/>
              </a:rPr>
              <a:t>) </a:t>
            </a:r>
            <a:r>
              <a:rPr sz="2000" spc="-65" dirty="0">
                <a:solidFill>
                  <a:srgbClr val="4D3A2F"/>
                </a:solidFill>
                <a:latin typeface="Calibri" panose="020F0502020204030204" pitchFamily="34" charset="0"/>
                <a:cs typeface="Franklin Gothic Book"/>
              </a:rPr>
              <a:t>R</a:t>
            </a:r>
            <a:r>
              <a:rPr sz="2000" spc="-10" dirty="0">
                <a:solidFill>
                  <a:srgbClr val="4D3A2F"/>
                </a:solidFill>
                <a:latin typeface="Calibri" panose="020F0502020204030204" pitchFamily="34" charset="0"/>
                <a:cs typeface="Franklin Gothic Book"/>
              </a:rPr>
              <a:t>e</a:t>
            </a:r>
            <a:r>
              <a:rPr sz="2000" spc="-20" dirty="0">
                <a:solidFill>
                  <a:srgbClr val="4D3A2F"/>
                </a:solidFill>
                <a:latin typeface="Calibri" panose="020F0502020204030204" pitchFamily="34" charset="0"/>
                <a:cs typeface="Franklin Gothic Book"/>
              </a:rPr>
              <a:t>me</a:t>
            </a:r>
            <a:r>
              <a:rPr sz="2000" spc="-10" dirty="0">
                <a:solidFill>
                  <a:srgbClr val="4D3A2F"/>
                </a:solidFill>
                <a:latin typeface="Calibri" panose="020F0502020204030204" pitchFamily="34" charset="0"/>
                <a:cs typeface="Franklin Gothic Book"/>
              </a:rPr>
              <a:t>m</a:t>
            </a:r>
            <a:r>
              <a:rPr sz="2000" dirty="0">
                <a:solidFill>
                  <a:srgbClr val="4D3A2F"/>
                </a:solidFill>
                <a:latin typeface="Calibri" panose="020F0502020204030204" pitchFamily="34" charset="0"/>
                <a:cs typeface="Franklin Gothic Book"/>
              </a:rPr>
              <a:t>b</a:t>
            </a:r>
            <a:r>
              <a:rPr sz="2000" spc="-20" dirty="0">
                <a:solidFill>
                  <a:srgbClr val="4D3A2F"/>
                </a:solidFill>
                <a:latin typeface="Calibri" panose="020F0502020204030204" pitchFamily="34" charset="0"/>
                <a:cs typeface="Franklin Gothic Book"/>
              </a:rPr>
              <a:t>e</a:t>
            </a:r>
            <a:r>
              <a:rPr sz="2000" spc="-10" dirty="0">
                <a:solidFill>
                  <a:srgbClr val="4D3A2F"/>
                </a:solidFill>
                <a:latin typeface="Calibri" panose="020F0502020204030204" pitchFamily="34" charset="0"/>
                <a:cs typeface="Franklin Gothic Book"/>
              </a:rPr>
              <a:t>r</a:t>
            </a:r>
            <a:r>
              <a:rPr sz="2000" spc="-5" dirty="0">
                <a:solidFill>
                  <a:srgbClr val="4D3A2F"/>
                </a:solidFill>
                <a:latin typeface="Calibri" panose="020F0502020204030204" pitchFamily="34" charset="0"/>
                <a:cs typeface="Franklin Gothic Book"/>
              </a:rPr>
              <a:t> </a:t>
            </a:r>
            <a:r>
              <a:rPr sz="2000" spc="-10" dirty="0">
                <a:solidFill>
                  <a:srgbClr val="4D3A2F"/>
                </a:solidFill>
                <a:latin typeface="Calibri" panose="020F0502020204030204" pitchFamily="34" charset="0"/>
                <a:cs typeface="Franklin Gothic Book"/>
              </a:rPr>
              <a:t>th</a:t>
            </a:r>
            <a:r>
              <a:rPr sz="2000" spc="-25" dirty="0">
                <a:solidFill>
                  <a:srgbClr val="4D3A2F"/>
                </a:solidFill>
                <a:latin typeface="Calibri" panose="020F0502020204030204" pitchFamily="34" charset="0"/>
                <a:cs typeface="Franklin Gothic Book"/>
              </a:rPr>
              <a:t>a</a:t>
            </a:r>
            <a:r>
              <a:rPr sz="2000" spc="-10" dirty="0">
                <a:solidFill>
                  <a:srgbClr val="4D3A2F"/>
                </a:solidFill>
                <a:latin typeface="Calibri" panose="020F0502020204030204" pitchFamily="34" charset="0"/>
                <a:cs typeface="Franklin Gothic Book"/>
              </a:rPr>
              <a:t>t</a:t>
            </a:r>
            <a:r>
              <a:rPr sz="2000" dirty="0">
                <a:solidFill>
                  <a:srgbClr val="4D3A2F"/>
                </a:solidFill>
                <a:latin typeface="Calibri" panose="020F0502020204030204" pitchFamily="34" charset="0"/>
                <a:cs typeface="Franklin Gothic Book"/>
              </a:rPr>
              <a:t> </a:t>
            </a:r>
            <a:r>
              <a:rPr sz="2000" spc="-50" dirty="0">
                <a:solidFill>
                  <a:srgbClr val="4D3A2F"/>
                </a:solidFill>
                <a:latin typeface="Calibri" panose="020F0502020204030204" pitchFamily="34" charset="0"/>
                <a:cs typeface="Franklin Gothic Book"/>
              </a:rPr>
              <a:t>e</a:t>
            </a:r>
            <a:r>
              <a:rPr sz="2000" spc="-45" dirty="0">
                <a:solidFill>
                  <a:srgbClr val="4D3A2F"/>
                </a:solidFill>
                <a:latin typeface="Calibri" panose="020F0502020204030204" pitchFamily="34" charset="0"/>
                <a:cs typeface="Franklin Gothic Book"/>
              </a:rPr>
              <a:t>v</a:t>
            </a:r>
            <a:r>
              <a:rPr sz="2000" spc="-20" dirty="0">
                <a:solidFill>
                  <a:srgbClr val="4D3A2F"/>
                </a:solidFill>
                <a:latin typeface="Calibri" panose="020F0502020204030204" pitchFamily="34" charset="0"/>
                <a:cs typeface="Franklin Gothic Book"/>
              </a:rPr>
              <a:t>e</a:t>
            </a:r>
            <a:r>
              <a:rPr sz="2000" spc="45" dirty="0">
                <a:solidFill>
                  <a:srgbClr val="4D3A2F"/>
                </a:solidFill>
                <a:latin typeface="Calibri" panose="020F0502020204030204" pitchFamily="34" charset="0"/>
                <a:cs typeface="Franklin Gothic Book"/>
              </a:rPr>
              <a:t>r</a:t>
            </a:r>
            <a:r>
              <a:rPr sz="2000" spc="-20" dirty="0">
                <a:solidFill>
                  <a:srgbClr val="4D3A2F"/>
                </a:solidFill>
                <a:latin typeface="Calibri" panose="020F0502020204030204" pitchFamily="34" charset="0"/>
                <a:cs typeface="Franklin Gothic Book"/>
              </a:rPr>
              <a:t>yo</a:t>
            </a:r>
            <a:r>
              <a:rPr sz="2000" spc="-15" dirty="0">
                <a:solidFill>
                  <a:srgbClr val="4D3A2F"/>
                </a:solidFill>
                <a:latin typeface="Calibri" panose="020F0502020204030204" pitchFamily="34" charset="0"/>
                <a:cs typeface="Franklin Gothic Book"/>
              </a:rPr>
              <a:t>ne</a:t>
            </a:r>
            <a:r>
              <a:rPr sz="2000" spc="5" dirty="0">
                <a:solidFill>
                  <a:srgbClr val="4D3A2F"/>
                </a:solidFill>
                <a:latin typeface="Calibri" panose="020F0502020204030204" pitchFamily="34" charset="0"/>
                <a:cs typeface="Franklin Gothic Book"/>
              </a:rPr>
              <a:t> </a:t>
            </a:r>
            <a:r>
              <a:rPr sz="2000" spc="-5" dirty="0">
                <a:solidFill>
                  <a:srgbClr val="4D3A2F"/>
                </a:solidFill>
                <a:latin typeface="Calibri" panose="020F0502020204030204" pitchFamily="34" charset="0"/>
                <a:cs typeface="Franklin Gothic Book"/>
              </a:rPr>
              <a:t>i</a:t>
            </a:r>
            <a:r>
              <a:rPr sz="2000" dirty="0">
                <a:solidFill>
                  <a:srgbClr val="4D3A2F"/>
                </a:solidFill>
                <a:latin typeface="Calibri" panose="020F0502020204030204" pitchFamily="34" charset="0"/>
                <a:cs typeface="Franklin Gothic Book"/>
              </a:rPr>
              <a:t>s </a:t>
            </a:r>
            <a:r>
              <a:rPr sz="2000" spc="-20" dirty="0">
                <a:solidFill>
                  <a:srgbClr val="4D3A2F"/>
                </a:solidFill>
                <a:latin typeface="Calibri" panose="020F0502020204030204" pitchFamily="34" charset="0"/>
                <a:cs typeface="Franklin Gothic Book"/>
              </a:rPr>
              <a:t>u</a:t>
            </a:r>
            <a:r>
              <a:rPr sz="2000" spc="-15" dirty="0">
                <a:solidFill>
                  <a:srgbClr val="4D3A2F"/>
                </a:solidFill>
                <a:latin typeface="Calibri" panose="020F0502020204030204" pitchFamily="34" charset="0"/>
                <a:cs typeface="Franklin Gothic Book"/>
              </a:rPr>
              <a:t>n</a:t>
            </a:r>
            <a:r>
              <a:rPr sz="2000" spc="-10" dirty="0">
                <a:solidFill>
                  <a:srgbClr val="4D3A2F"/>
                </a:solidFill>
                <a:latin typeface="Calibri" panose="020F0502020204030204" pitchFamily="34" charset="0"/>
                <a:cs typeface="Franklin Gothic Book"/>
              </a:rPr>
              <a:t>i</a:t>
            </a:r>
            <a:r>
              <a:rPr sz="2000" spc="-40" dirty="0">
                <a:solidFill>
                  <a:srgbClr val="4D3A2F"/>
                </a:solidFill>
                <a:latin typeface="Calibri" panose="020F0502020204030204" pitchFamily="34" charset="0"/>
                <a:cs typeface="Franklin Gothic Book"/>
              </a:rPr>
              <a:t>q</a:t>
            </a:r>
            <a:r>
              <a:rPr sz="2000" spc="-20" dirty="0">
                <a:solidFill>
                  <a:srgbClr val="4D3A2F"/>
                </a:solidFill>
                <a:latin typeface="Calibri" panose="020F0502020204030204" pitchFamily="34" charset="0"/>
                <a:cs typeface="Franklin Gothic Book"/>
              </a:rPr>
              <a:t>u</a:t>
            </a:r>
            <a:r>
              <a:rPr sz="2000" spc="-15" dirty="0">
                <a:solidFill>
                  <a:srgbClr val="4D3A2F"/>
                </a:solidFill>
                <a:latin typeface="Calibri" panose="020F0502020204030204" pitchFamily="34" charset="0"/>
                <a:cs typeface="Franklin Gothic Book"/>
              </a:rPr>
              <a:t>e</a:t>
            </a:r>
            <a:endParaRPr sz="2000" dirty="0">
              <a:solidFill>
                <a:prstClr val="black"/>
              </a:solidFill>
              <a:latin typeface="Calibri" panose="020F0502020204030204" pitchFamily="34" charset="0"/>
              <a:cs typeface="Franklin Gothic Book"/>
            </a:endParaRPr>
          </a:p>
        </p:txBody>
      </p:sp>
      <p:sp>
        <p:nvSpPr>
          <p:cNvPr id="9" name="object 9"/>
          <p:cNvSpPr/>
          <p:nvPr/>
        </p:nvSpPr>
        <p:spPr>
          <a:xfrm>
            <a:off x="96519" y="6183629"/>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0" name="object 10"/>
          <p:cNvSpPr/>
          <p:nvPr/>
        </p:nvSpPr>
        <p:spPr>
          <a:xfrm>
            <a:off x="581659" y="6708140"/>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1"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a:p>
        </p:txBody>
      </p:sp>
      <p:sp>
        <p:nvSpPr>
          <p:cNvPr id="7" name="Slide Number Placeholder 6">
            <a:extLst>
              <a:ext uri="{FF2B5EF4-FFF2-40B4-BE49-F238E27FC236}">
                <a16:creationId xmlns:a16="http://schemas.microsoft.com/office/drawing/2014/main" id="{E6841B1B-9DC3-423E-A4FD-71F13B9A7EC7}"/>
              </a:ext>
            </a:extLst>
          </p:cNvPr>
          <p:cNvSpPr>
            <a:spLocks noGrp="1"/>
          </p:cNvSpPr>
          <p:nvPr>
            <p:ph type="sldNum" sz="quarter" idx="12"/>
          </p:nvPr>
        </p:nvSpPr>
        <p:spPr/>
        <p:txBody>
          <a:bodyPr/>
          <a:lstStyle/>
          <a:p>
            <a:fld id="{E31375A4-56A4-47D6-9801-1991572033F7}" type="slidenum">
              <a:rPr lang="en-US" smtClean="0">
                <a:solidFill>
                  <a:prstClr val="black"/>
                </a:solidFill>
              </a:rPr>
              <a:pPr/>
              <a:t>37</a:t>
            </a:fld>
            <a:endParaRPr lang="en-US">
              <a:solidFill>
                <a:prstClr val="black"/>
              </a:solidFill>
            </a:endParaRPr>
          </a:p>
        </p:txBody>
      </p:sp>
      <p:sp>
        <p:nvSpPr>
          <p:cNvPr id="2" name="Date Placeholder 1">
            <a:extLst>
              <a:ext uri="{FF2B5EF4-FFF2-40B4-BE49-F238E27FC236}">
                <a16:creationId xmlns:a16="http://schemas.microsoft.com/office/drawing/2014/main" id="{534CD61C-39A7-7450-2340-E6704FAE5ECF}"/>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1821629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1550" y="-57581"/>
            <a:ext cx="7200900" cy="1016945"/>
          </a:xfrm>
          <a:prstGeom prst="rect">
            <a:avLst/>
          </a:prstGeom>
        </p:spPr>
        <p:txBody>
          <a:bodyPr vert="horz" wrap="square" lIns="0" tIns="336550" rIns="0" bIns="0" rtlCol="0">
            <a:spAutoFit/>
          </a:bodyPr>
          <a:lstStyle/>
          <a:p>
            <a:pPr marL="12700" algn="ctr">
              <a:lnSpc>
                <a:spcPct val="100000"/>
              </a:lnSpc>
            </a:pPr>
            <a:r>
              <a:rPr lang="en-US" sz="4400" dirty="0">
                <a:latin typeface="Calibri" panose="020F0502020204030204" pitchFamily="34" charset="0"/>
              </a:rPr>
              <a:t>Communication methods</a:t>
            </a:r>
            <a:endParaRPr sz="4400" dirty="0">
              <a:latin typeface="Calibri" panose="020F0502020204030204" pitchFamily="34" charset="0"/>
            </a:endParaRPr>
          </a:p>
        </p:txBody>
      </p:sp>
      <p:sp>
        <p:nvSpPr>
          <p:cNvPr id="3" name="object 3"/>
          <p:cNvSpPr txBox="1"/>
          <p:nvPr/>
        </p:nvSpPr>
        <p:spPr>
          <a:xfrm>
            <a:off x="382270" y="1598929"/>
            <a:ext cx="8343900" cy="4319131"/>
          </a:xfrm>
          <a:prstGeom prst="rect">
            <a:avLst/>
          </a:prstGeom>
        </p:spPr>
        <p:txBody>
          <a:bodyPr vert="horz" wrap="square" lIns="0" tIns="0" rIns="0" bIns="0" rtlCol="0">
            <a:spAutoFit/>
          </a:bodyPr>
          <a:lstStyle/>
          <a:p>
            <a:pPr marL="12700" fontAlgn="auto">
              <a:spcBef>
                <a:spcPts val="0"/>
              </a:spcBef>
              <a:spcAft>
                <a:spcPts val="0"/>
              </a:spcAft>
            </a:pPr>
            <a:r>
              <a:rPr sz="2400" dirty="0">
                <a:solidFill>
                  <a:srgbClr val="4D3A2F"/>
                </a:solidFill>
                <a:latin typeface="Calibri" panose="020F0502020204030204" pitchFamily="34" charset="0"/>
                <a:cs typeface="Franklin Gothic Book"/>
              </a:rPr>
              <a:t>W</a:t>
            </a:r>
            <a:r>
              <a:rPr sz="2400" spc="-15" dirty="0">
                <a:solidFill>
                  <a:srgbClr val="4D3A2F"/>
                </a:solidFill>
                <a:latin typeface="Calibri" panose="020F0502020204030204" pitchFamily="34" charset="0"/>
                <a:cs typeface="Franklin Gothic Book"/>
              </a:rPr>
              <a:t>hen</a:t>
            </a:r>
            <a:r>
              <a:rPr sz="2400" spc="10" dirty="0">
                <a:solidFill>
                  <a:srgbClr val="4D3A2F"/>
                </a:solidFill>
                <a:latin typeface="Calibri" panose="020F0502020204030204" pitchFamily="34" charset="0"/>
                <a:cs typeface="Franklin Gothic Book"/>
              </a:rPr>
              <a:t> </a:t>
            </a:r>
            <a:r>
              <a:rPr sz="2400" spc="-30" dirty="0">
                <a:solidFill>
                  <a:srgbClr val="4D3A2F"/>
                </a:solidFill>
                <a:latin typeface="Calibri" panose="020F0502020204030204" pitchFamily="34" charset="0"/>
                <a:cs typeface="Franklin Gothic Book"/>
              </a:rPr>
              <a:t>y</a:t>
            </a:r>
            <a:r>
              <a:rPr sz="2400" spc="-10" dirty="0">
                <a:solidFill>
                  <a:srgbClr val="4D3A2F"/>
                </a:solidFill>
                <a:latin typeface="Calibri" panose="020F0502020204030204" pitchFamily="34" charset="0"/>
                <a:cs typeface="Franklin Gothic Book"/>
              </a:rPr>
              <a:t>o</a:t>
            </a:r>
            <a:r>
              <a:rPr sz="2400" spc="-15" dirty="0">
                <a:solidFill>
                  <a:srgbClr val="4D3A2F"/>
                </a:solidFill>
                <a:latin typeface="Calibri" panose="020F0502020204030204" pitchFamily="34" charset="0"/>
                <a:cs typeface="Franklin Gothic Book"/>
              </a:rPr>
              <a:t>u</a:t>
            </a:r>
            <a:r>
              <a:rPr sz="2400" spc="-5" dirty="0">
                <a:solidFill>
                  <a:srgbClr val="4D3A2F"/>
                </a:solidFill>
                <a:latin typeface="Calibri" panose="020F0502020204030204" pitchFamily="34" charset="0"/>
                <a:cs typeface="Franklin Gothic Book"/>
              </a:rPr>
              <a:t> </a:t>
            </a:r>
            <a:r>
              <a:rPr sz="2400" spc="-15" dirty="0">
                <a:solidFill>
                  <a:srgbClr val="4D3A2F"/>
                </a:solidFill>
                <a:latin typeface="Calibri" panose="020F0502020204030204" pitchFamily="34" charset="0"/>
                <a:cs typeface="Franklin Gothic Book"/>
              </a:rPr>
              <a:t>should</a:t>
            </a:r>
            <a:r>
              <a:rPr sz="2400" dirty="0">
                <a:solidFill>
                  <a:srgbClr val="4D3A2F"/>
                </a:solidFill>
                <a:latin typeface="Calibri" panose="020F0502020204030204" pitchFamily="34" charset="0"/>
                <a:cs typeface="Franklin Gothic Book"/>
              </a:rPr>
              <a:t> </a:t>
            </a:r>
            <a:r>
              <a:rPr sz="2400" spc="-20" dirty="0">
                <a:solidFill>
                  <a:srgbClr val="4D3A2F"/>
                </a:solidFill>
                <a:latin typeface="Calibri" panose="020F0502020204030204" pitchFamily="34" charset="0"/>
                <a:cs typeface="Franklin Gothic Book"/>
              </a:rPr>
              <a:t>us</a:t>
            </a:r>
            <a:r>
              <a:rPr sz="2400" spc="-15" dirty="0">
                <a:solidFill>
                  <a:srgbClr val="4D3A2F"/>
                </a:solidFill>
                <a:latin typeface="Calibri" panose="020F0502020204030204" pitchFamily="34" charset="0"/>
                <a:cs typeface="Franklin Gothic Book"/>
              </a:rPr>
              <a:t>e</a:t>
            </a:r>
            <a:r>
              <a:rPr sz="2400" spc="5" dirty="0">
                <a:solidFill>
                  <a:srgbClr val="4D3A2F"/>
                </a:solidFill>
                <a:latin typeface="Calibri" panose="020F0502020204030204" pitchFamily="34" charset="0"/>
                <a:cs typeface="Franklin Gothic Book"/>
              </a:rPr>
              <a:t> </a:t>
            </a:r>
            <a:r>
              <a:rPr sz="2400" spc="-20" dirty="0">
                <a:solidFill>
                  <a:srgbClr val="4D3A2F"/>
                </a:solidFill>
                <a:latin typeface="Calibri" panose="020F0502020204030204" pitchFamily="34" charset="0"/>
                <a:cs typeface="Franklin Gothic Book"/>
              </a:rPr>
              <a:t>wh</a:t>
            </a:r>
            <a:r>
              <a:rPr sz="2400" spc="-15" dirty="0">
                <a:solidFill>
                  <a:srgbClr val="4D3A2F"/>
                </a:solidFill>
                <a:latin typeface="Calibri" panose="020F0502020204030204" pitchFamily="34" charset="0"/>
                <a:cs typeface="Franklin Gothic Book"/>
              </a:rPr>
              <a:t>a</a:t>
            </a:r>
            <a:r>
              <a:rPr sz="2400" spc="-20" dirty="0">
                <a:solidFill>
                  <a:srgbClr val="4D3A2F"/>
                </a:solidFill>
                <a:latin typeface="Calibri" panose="020F0502020204030204" pitchFamily="34" charset="0"/>
                <a:cs typeface="Franklin Gothic Book"/>
              </a:rPr>
              <a:t>t</a:t>
            </a:r>
            <a:r>
              <a:rPr sz="2400" spc="5" dirty="0">
                <a:solidFill>
                  <a:srgbClr val="4D3A2F"/>
                </a:solidFill>
                <a:latin typeface="Calibri" panose="020F0502020204030204" pitchFamily="34" charset="0"/>
                <a:cs typeface="Franklin Gothic Book"/>
              </a:rPr>
              <a:t>.</a:t>
            </a:r>
            <a:r>
              <a:rPr sz="2400" dirty="0">
                <a:solidFill>
                  <a:srgbClr val="4D3A2F"/>
                </a:solidFill>
                <a:latin typeface="Calibri" panose="020F0502020204030204" pitchFamily="34" charset="0"/>
                <a:cs typeface="Franklin Gothic Book"/>
              </a:rPr>
              <a:t>.</a:t>
            </a:r>
            <a:r>
              <a:rPr sz="2400" spc="5" dirty="0">
                <a:solidFill>
                  <a:srgbClr val="4D3A2F"/>
                </a:solidFill>
                <a:latin typeface="Calibri" panose="020F0502020204030204" pitchFamily="34" charset="0"/>
                <a:cs typeface="Franklin Gothic Book"/>
              </a:rPr>
              <a:t>.</a:t>
            </a:r>
            <a:r>
              <a:rPr sz="2400" dirty="0">
                <a:solidFill>
                  <a:srgbClr val="4D3A2F"/>
                </a:solidFill>
                <a:latin typeface="Calibri" panose="020F0502020204030204" pitchFamily="34" charset="0"/>
                <a:cs typeface="Franklin Gothic Book"/>
              </a:rPr>
              <a:t>..</a:t>
            </a:r>
            <a:r>
              <a:rPr sz="2400" spc="5" dirty="0">
                <a:solidFill>
                  <a:srgbClr val="4D3A2F"/>
                </a:solidFill>
                <a:latin typeface="Calibri" panose="020F0502020204030204" pitchFamily="34" charset="0"/>
                <a:cs typeface="Franklin Gothic Book"/>
              </a:rPr>
              <a:t>.</a:t>
            </a:r>
            <a:r>
              <a:rPr sz="2400" dirty="0">
                <a:solidFill>
                  <a:srgbClr val="4D3A2F"/>
                </a:solidFill>
                <a:latin typeface="Calibri" panose="020F0502020204030204" pitchFamily="34" charset="0"/>
                <a:cs typeface="Franklin Gothic Book"/>
              </a:rPr>
              <a:t>..</a:t>
            </a:r>
            <a:endParaRPr sz="2400" dirty="0">
              <a:solidFill>
                <a:prstClr val="black"/>
              </a:solidFill>
              <a:latin typeface="Calibri" panose="020F0502020204030204" pitchFamily="34" charset="0"/>
              <a:cs typeface="Franklin Gothic Book"/>
            </a:endParaRPr>
          </a:p>
          <a:p>
            <a:pPr fontAlgn="auto">
              <a:lnSpc>
                <a:spcPts val="2000"/>
              </a:lnSpc>
              <a:spcBef>
                <a:spcPts val="0"/>
              </a:spcBef>
              <a:spcAft>
                <a:spcPts val="0"/>
              </a:spcAft>
            </a:pPr>
            <a:endParaRPr sz="2400" dirty="0">
              <a:solidFill>
                <a:prstClr val="black"/>
              </a:solidFill>
              <a:latin typeface="Calibri" panose="020F0502020204030204" pitchFamily="34" charset="0"/>
            </a:endParaRPr>
          </a:p>
          <a:p>
            <a:pPr marL="12700" marR="6350" fontAlgn="auto">
              <a:spcBef>
                <a:spcPts val="0"/>
              </a:spcBef>
              <a:spcAft>
                <a:spcPts val="0"/>
              </a:spcAft>
            </a:pPr>
            <a:r>
              <a:rPr sz="2400" b="1" i="1" u="heavy" spc="-5" dirty="0">
                <a:solidFill>
                  <a:srgbClr val="4D3A2F"/>
                </a:solidFill>
                <a:latin typeface="Calibri" panose="020F0502020204030204" pitchFamily="34" charset="0"/>
                <a:cs typeface="Franklin Gothic Book"/>
              </a:rPr>
              <a:t>F</a:t>
            </a:r>
            <a:r>
              <a:rPr sz="2400" b="1" i="1" u="heavy" spc="-10" dirty="0">
                <a:solidFill>
                  <a:srgbClr val="4D3A2F"/>
                </a:solidFill>
                <a:latin typeface="Calibri" panose="020F0502020204030204" pitchFamily="34" charset="0"/>
                <a:cs typeface="Franklin Gothic Book"/>
              </a:rPr>
              <a:t>o</a:t>
            </a:r>
            <a:r>
              <a:rPr sz="2400" b="1" i="1" u="heavy" spc="5" dirty="0">
                <a:solidFill>
                  <a:srgbClr val="4D3A2F"/>
                </a:solidFill>
                <a:latin typeface="Calibri" panose="020F0502020204030204" pitchFamily="34" charset="0"/>
                <a:cs typeface="Franklin Gothic Book"/>
              </a:rPr>
              <a:t>r</a:t>
            </a:r>
            <a:r>
              <a:rPr sz="2400" b="1" i="1" u="heavy" spc="-20" dirty="0">
                <a:solidFill>
                  <a:srgbClr val="4D3A2F"/>
                </a:solidFill>
                <a:latin typeface="Calibri" panose="020F0502020204030204" pitchFamily="34" charset="0"/>
                <a:cs typeface="Franklin Gothic Book"/>
              </a:rPr>
              <a:t>m</a:t>
            </a:r>
            <a:r>
              <a:rPr sz="2400" b="1" i="1" u="heavy" spc="5" dirty="0">
                <a:solidFill>
                  <a:srgbClr val="4D3A2F"/>
                </a:solidFill>
                <a:latin typeface="Calibri" panose="020F0502020204030204" pitchFamily="34" charset="0"/>
                <a:cs typeface="Franklin Gothic Book"/>
              </a:rPr>
              <a:t>a</a:t>
            </a:r>
            <a:r>
              <a:rPr sz="2400" b="1" i="1" u="heavy" dirty="0">
                <a:solidFill>
                  <a:srgbClr val="4D3A2F"/>
                </a:solidFill>
                <a:latin typeface="Calibri" panose="020F0502020204030204" pitchFamily="34" charset="0"/>
                <a:cs typeface="Franklin Gothic Book"/>
              </a:rPr>
              <a:t>l</a:t>
            </a:r>
            <a:r>
              <a:rPr sz="2400" b="1" i="1" u="heavy" spc="25" dirty="0">
                <a:solidFill>
                  <a:srgbClr val="4D3A2F"/>
                </a:solidFill>
                <a:latin typeface="Calibri" panose="020F0502020204030204" pitchFamily="34" charset="0"/>
                <a:cs typeface="Franklin Gothic Book"/>
              </a:rPr>
              <a:t> </a:t>
            </a:r>
            <a:r>
              <a:rPr sz="2400" b="1" i="1" u="heavy" spc="-35" dirty="0">
                <a:solidFill>
                  <a:srgbClr val="4D3A2F"/>
                </a:solidFill>
                <a:latin typeface="Calibri" panose="020F0502020204030204" pitchFamily="34" charset="0"/>
                <a:cs typeface="Franklin Gothic Book"/>
              </a:rPr>
              <a:t>W</a:t>
            </a:r>
            <a:r>
              <a:rPr sz="2400" b="1" i="1" u="heavy" spc="5" dirty="0">
                <a:solidFill>
                  <a:srgbClr val="4D3A2F"/>
                </a:solidFill>
                <a:latin typeface="Calibri" panose="020F0502020204030204" pitchFamily="34" charset="0"/>
                <a:cs typeface="Franklin Gothic Book"/>
              </a:rPr>
              <a:t>r</a:t>
            </a:r>
            <a:r>
              <a:rPr sz="2400" b="1" i="1" u="heavy" spc="-5" dirty="0">
                <a:solidFill>
                  <a:srgbClr val="4D3A2F"/>
                </a:solidFill>
                <a:latin typeface="Calibri" panose="020F0502020204030204" pitchFamily="34" charset="0"/>
                <a:cs typeface="Franklin Gothic Book"/>
              </a:rPr>
              <a:t>i</a:t>
            </a:r>
            <a:r>
              <a:rPr sz="2400" b="1" i="1" u="heavy" spc="10" dirty="0">
                <a:solidFill>
                  <a:srgbClr val="4D3A2F"/>
                </a:solidFill>
                <a:latin typeface="Calibri" panose="020F0502020204030204" pitchFamily="34" charset="0"/>
                <a:cs typeface="Franklin Gothic Book"/>
              </a:rPr>
              <a:t>t</a:t>
            </a:r>
            <a:r>
              <a:rPr sz="2400" b="1" i="1" u="heavy" spc="-45" dirty="0">
                <a:solidFill>
                  <a:srgbClr val="4D3A2F"/>
                </a:solidFill>
                <a:latin typeface="Calibri" panose="020F0502020204030204" pitchFamily="34" charset="0"/>
                <a:cs typeface="Franklin Gothic Book"/>
              </a:rPr>
              <a:t>t</a:t>
            </a:r>
            <a:r>
              <a:rPr sz="2400" b="1" i="1" u="heavy" spc="5" dirty="0">
                <a:solidFill>
                  <a:srgbClr val="4D3A2F"/>
                </a:solidFill>
                <a:latin typeface="Calibri" panose="020F0502020204030204" pitchFamily="34" charset="0"/>
                <a:cs typeface="Franklin Gothic Book"/>
              </a:rPr>
              <a:t>e</a:t>
            </a:r>
            <a:r>
              <a:rPr sz="2400" b="1" i="1" u="heavy" spc="-15" dirty="0">
                <a:solidFill>
                  <a:srgbClr val="4D3A2F"/>
                </a:solidFill>
                <a:latin typeface="Calibri" panose="020F0502020204030204" pitchFamily="34" charset="0"/>
                <a:cs typeface="Franklin Gothic Book"/>
              </a:rPr>
              <a:t>n</a:t>
            </a:r>
            <a:r>
              <a:rPr sz="2400" b="1" i="1" spc="30" dirty="0">
                <a:solidFill>
                  <a:srgbClr val="4D3A2F"/>
                </a:solidFill>
                <a:latin typeface="Calibri" panose="020F0502020204030204" pitchFamily="34" charset="0"/>
                <a:cs typeface="Franklin Gothic Book"/>
              </a:rPr>
              <a:t> </a:t>
            </a:r>
            <a:r>
              <a:rPr sz="2400" spc="-5" dirty="0">
                <a:solidFill>
                  <a:srgbClr val="4D3A2F"/>
                </a:solidFill>
                <a:latin typeface="Calibri" panose="020F0502020204030204" pitchFamily="34" charset="0"/>
                <a:cs typeface="Franklin Gothic Book"/>
              </a:rPr>
              <a:t>i</a:t>
            </a:r>
            <a:r>
              <a:rPr sz="2400" dirty="0">
                <a:solidFill>
                  <a:srgbClr val="4D3A2F"/>
                </a:solidFill>
                <a:latin typeface="Calibri" panose="020F0502020204030204" pitchFamily="34" charset="0"/>
                <a:cs typeface="Franklin Gothic Book"/>
              </a:rPr>
              <a:t>s </a:t>
            </a:r>
            <a:r>
              <a:rPr sz="2400" spc="-20" dirty="0">
                <a:solidFill>
                  <a:srgbClr val="4D3A2F"/>
                </a:solidFill>
                <a:latin typeface="Calibri" panose="020F0502020204030204" pitchFamily="34" charset="0"/>
                <a:cs typeface="Franklin Gothic Book"/>
              </a:rPr>
              <a:t>use</a:t>
            </a:r>
            <a:r>
              <a:rPr sz="2400" spc="-15" dirty="0">
                <a:solidFill>
                  <a:srgbClr val="4D3A2F"/>
                </a:solidFill>
                <a:latin typeface="Calibri" panose="020F0502020204030204" pitchFamily="34" charset="0"/>
                <a:cs typeface="Franklin Gothic Book"/>
              </a:rPr>
              <a:t>d</a:t>
            </a:r>
            <a:r>
              <a:rPr sz="2400" spc="5" dirty="0">
                <a:solidFill>
                  <a:srgbClr val="4D3A2F"/>
                </a:solidFill>
                <a:latin typeface="Calibri" panose="020F0502020204030204" pitchFamily="34" charset="0"/>
                <a:cs typeface="Franklin Gothic Book"/>
              </a:rPr>
              <a:t> </a:t>
            </a:r>
            <a:r>
              <a:rPr sz="2400" spc="-20" dirty="0">
                <a:solidFill>
                  <a:srgbClr val="4D3A2F"/>
                </a:solidFill>
                <a:latin typeface="Calibri" panose="020F0502020204030204" pitchFamily="34" charset="0"/>
                <a:cs typeface="Franklin Gothic Book"/>
              </a:rPr>
              <a:t>whe</a:t>
            </a:r>
            <a:r>
              <a:rPr sz="2400" spc="-15" dirty="0">
                <a:solidFill>
                  <a:srgbClr val="4D3A2F"/>
                </a:solidFill>
                <a:latin typeface="Calibri" panose="020F0502020204030204" pitchFamily="34" charset="0"/>
                <a:cs typeface="Franklin Gothic Book"/>
              </a:rPr>
              <a:t>n</a:t>
            </a:r>
            <a:r>
              <a:rPr sz="2400" spc="10" dirty="0">
                <a:solidFill>
                  <a:srgbClr val="4D3A2F"/>
                </a:solidFill>
                <a:latin typeface="Calibri" panose="020F0502020204030204" pitchFamily="34" charset="0"/>
                <a:cs typeface="Franklin Gothic Book"/>
              </a:rPr>
              <a:t> </a:t>
            </a:r>
            <a:r>
              <a:rPr sz="2400" spc="-15" dirty="0">
                <a:solidFill>
                  <a:srgbClr val="4D3A2F"/>
                </a:solidFill>
                <a:latin typeface="Calibri" panose="020F0502020204030204" pitchFamily="34" charset="0"/>
                <a:cs typeface="Franklin Gothic Book"/>
              </a:rPr>
              <a:t>rel</a:t>
            </a:r>
            <a:r>
              <a:rPr sz="2400" spc="-20" dirty="0">
                <a:solidFill>
                  <a:srgbClr val="4D3A2F"/>
                </a:solidFill>
                <a:latin typeface="Calibri" panose="020F0502020204030204" pitchFamily="34" charset="0"/>
                <a:cs typeface="Franklin Gothic Book"/>
              </a:rPr>
              <a:t>at</a:t>
            </a:r>
            <a:r>
              <a:rPr sz="2400" spc="-5" dirty="0">
                <a:solidFill>
                  <a:srgbClr val="4D3A2F"/>
                </a:solidFill>
                <a:latin typeface="Calibri" panose="020F0502020204030204" pitchFamily="34" charset="0"/>
                <a:cs typeface="Franklin Gothic Book"/>
              </a:rPr>
              <a:t>i</a:t>
            </a:r>
            <a:r>
              <a:rPr sz="2400" dirty="0">
                <a:solidFill>
                  <a:srgbClr val="4D3A2F"/>
                </a:solidFill>
                <a:latin typeface="Calibri" panose="020F0502020204030204" pitchFamily="34" charset="0"/>
                <a:cs typeface="Franklin Gothic Book"/>
              </a:rPr>
              <a:t>ng</a:t>
            </a:r>
            <a:r>
              <a:rPr sz="2400" spc="5" dirty="0">
                <a:solidFill>
                  <a:srgbClr val="4D3A2F"/>
                </a:solidFill>
                <a:latin typeface="Calibri" panose="020F0502020204030204" pitchFamily="34" charset="0"/>
                <a:cs typeface="Franklin Gothic Book"/>
              </a:rPr>
              <a:t> </a:t>
            </a:r>
            <a:r>
              <a:rPr sz="2400" spc="-5" dirty="0">
                <a:solidFill>
                  <a:srgbClr val="4D3A2F"/>
                </a:solidFill>
                <a:latin typeface="Calibri" panose="020F0502020204030204" pitchFamily="34" charset="0"/>
                <a:cs typeface="Franklin Gothic Book"/>
              </a:rPr>
              <a:t>c</a:t>
            </a:r>
            <a:r>
              <a:rPr sz="2400" spc="-20" dirty="0">
                <a:solidFill>
                  <a:srgbClr val="4D3A2F"/>
                </a:solidFill>
                <a:latin typeface="Calibri" panose="020F0502020204030204" pitchFamily="34" charset="0"/>
                <a:cs typeface="Franklin Gothic Book"/>
              </a:rPr>
              <a:t>o</a:t>
            </a:r>
            <a:r>
              <a:rPr sz="2400" spc="-30" dirty="0">
                <a:solidFill>
                  <a:srgbClr val="4D3A2F"/>
                </a:solidFill>
                <a:latin typeface="Calibri" panose="020F0502020204030204" pitchFamily="34" charset="0"/>
                <a:cs typeface="Franklin Gothic Book"/>
              </a:rPr>
              <a:t>m</a:t>
            </a:r>
            <a:r>
              <a:rPr sz="2400" spc="-15" dirty="0">
                <a:solidFill>
                  <a:srgbClr val="4D3A2F"/>
                </a:solidFill>
                <a:latin typeface="Calibri" panose="020F0502020204030204" pitchFamily="34" charset="0"/>
                <a:cs typeface="Franklin Gothic Book"/>
              </a:rPr>
              <a:t>pl</a:t>
            </a:r>
            <a:r>
              <a:rPr sz="2400" spc="-50" dirty="0">
                <a:solidFill>
                  <a:srgbClr val="4D3A2F"/>
                </a:solidFill>
                <a:latin typeface="Calibri" panose="020F0502020204030204" pitchFamily="34" charset="0"/>
                <a:cs typeface="Franklin Gothic Book"/>
              </a:rPr>
              <a:t>e</a:t>
            </a:r>
            <a:r>
              <a:rPr sz="2400" spc="-10" dirty="0">
                <a:solidFill>
                  <a:srgbClr val="4D3A2F"/>
                </a:solidFill>
                <a:latin typeface="Calibri" panose="020F0502020204030204" pitchFamily="34" charset="0"/>
                <a:cs typeface="Franklin Gothic Book"/>
              </a:rPr>
              <a:t>x</a:t>
            </a:r>
            <a:r>
              <a:rPr sz="2400" dirty="0">
                <a:solidFill>
                  <a:srgbClr val="4D3A2F"/>
                </a:solidFill>
                <a:latin typeface="Calibri" panose="020F0502020204030204" pitchFamily="34" charset="0"/>
                <a:cs typeface="Franklin Gothic Book"/>
              </a:rPr>
              <a:t> </a:t>
            </a:r>
            <a:r>
              <a:rPr sz="2400" spc="-20" dirty="0">
                <a:solidFill>
                  <a:srgbClr val="4D3A2F"/>
                </a:solidFill>
                <a:latin typeface="Calibri" panose="020F0502020204030204" pitchFamily="34" charset="0"/>
                <a:cs typeface="Franklin Gothic Book"/>
              </a:rPr>
              <a:t>p</a:t>
            </a:r>
            <a:r>
              <a:rPr sz="2400" spc="-50" dirty="0">
                <a:solidFill>
                  <a:srgbClr val="4D3A2F"/>
                </a:solidFill>
                <a:latin typeface="Calibri" panose="020F0502020204030204" pitchFamily="34" charset="0"/>
                <a:cs typeface="Franklin Gothic Book"/>
              </a:rPr>
              <a:t>r</a:t>
            </a:r>
            <a:r>
              <a:rPr sz="2400" spc="-10" dirty="0">
                <a:solidFill>
                  <a:srgbClr val="4D3A2F"/>
                </a:solidFill>
                <a:latin typeface="Calibri" panose="020F0502020204030204" pitchFamily="34" charset="0"/>
                <a:cs typeface="Franklin Gothic Book"/>
              </a:rPr>
              <a:t>o</a:t>
            </a:r>
            <a:r>
              <a:rPr sz="2400" dirty="0">
                <a:solidFill>
                  <a:srgbClr val="4D3A2F"/>
                </a:solidFill>
                <a:latin typeface="Calibri" panose="020F0502020204030204" pitchFamily="34" charset="0"/>
                <a:cs typeface="Franklin Gothic Book"/>
              </a:rPr>
              <a:t>b</a:t>
            </a:r>
            <a:r>
              <a:rPr sz="2400" spc="-15" dirty="0">
                <a:solidFill>
                  <a:srgbClr val="4D3A2F"/>
                </a:solidFill>
                <a:latin typeface="Calibri" panose="020F0502020204030204" pitchFamily="34" charset="0"/>
                <a:cs typeface="Franklin Gothic Book"/>
              </a:rPr>
              <a:t>l</a:t>
            </a:r>
            <a:r>
              <a:rPr sz="2400" spc="-20" dirty="0">
                <a:solidFill>
                  <a:srgbClr val="4D3A2F"/>
                </a:solidFill>
                <a:latin typeface="Calibri" panose="020F0502020204030204" pitchFamily="34" charset="0"/>
                <a:cs typeface="Franklin Gothic Book"/>
              </a:rPr>
              <a:t>e</a:t>
            </a:r>
            <a:r>
              <a:rPr sz="2400" spc="-10" dirty="0">
                <a:solidFill>
                  <a:srgbClr val="4D3A2F"/>
                </a:solidFill>
                <a:latin typeface="Calibri" panose="020F0502020204030204" pitchFamily="34" charset="0"/>
                <a:cs typeface="Franklin Gothic Book"/>
              </a:rPr>
              <a:t>m</a:t>
            </a:r>
            <a:r>
              <a:rPr sz="2400" spc="-20" dirty="0">
                <a:solidFill>
                  <a:srgbClr val="4D3A2F"/>
                </a:solidFill>
                <a:latin typeface="Calibri" panose="020F0502020204030204" pitchFamily="34" charset="0"/>
                <a:cs typeface="Franklin Gothic Book"/>
              </a:rPr>
              <a:t>s</a:t>
            </a:r>
            <a:r>
              <a:rPr sz="2400" dirty="0">
                <a:solidFill>
                  <a:srgbClr val="4D3A2F"/>
                </a:solidFill>
                <a:latin typeface="Calibri" panose="020F0502020204030204" pitchFamily="34" charset="0"/>
                <a:cs typeface="Franklin Gothic Book"/>
              </a:rPr>
              <a:t>,</a:t>
            </a:r>
            <a:r>
              <a:rPr sz="2400" spc="5" dirty="0">
                <a:solidFill>
                  <a:srgbClr val="4D3A2F"/>
                </a:solidFill>
                <a:latin typeface="Calibri" panose="020F0502020204030204" pitchFamily="34" charset="0"/>
                <a:cs typeface="Franklin Gothic Book"/>
              </a:rPr>
              <a:t> </a:t>
            </a:r>
            <a:r>
              <a:rPr sz="2400" spc="-20" dirty="0">
                <a:solidFill>
                  <a:srgbClr val="4D3A2F"/>
                </a:solidFill>
                <a:latin typeface="Calibri" panose="020F0502020204030204" pitchFamily="34" charset="0"/>
                <a:cs typeface="Franklin Gothic Book"/>
              </a:rPr>
              <a:t>p</a:t>
            </a:r>
            <a:r>
              <a:rPr sz="2400" spc="-50" dirty="0">
                <a:solidFill>
                  <a:srgbClr val="4D3A2F"/>
                </a:solidFill>
                <a:latin typeface="Calibri" panose="020F0502020204030204" pitchFamily="34" charset="0"/>
                <a:cs typeface="Franklin Gothic Book"/>
              </a:rPr>
              <a:t>r</a:t>
            </a:r>
            <a:r>
              <a:rPr sz="2400" spc="-10" dirty="0">
                <a:solidFill>
                  <a:srgbClr val="4D3A2F"/>
                </a:solidFill>
                <a:latin typeface="Calibri" panose="020F0502020204030204" pitchFamily="34" charset="0"/>
                <a:cs typeface="Franklin Gothic Book"/>
              </a:rPr>
              <a:t>oje</a:t>
            </a:r>
            <a:r>
              <a:rPr sz="2400" spc="-15" dirty="0">
                <a:solidFill>
                  <a:srgbClr val="4D3A2F"/>
                </a:solidFill>
                <a:latin typeface="Calibri" panose="020F0502020204030204" pitchFamily="34" charset="0"/>
                <a:cs typeface="Franklin Gothic Book"/>
              </a:rPr>
              <a:t>c</a:t>
            </a:r>
            <a:r>
              <a:rPr sz="2400" spc="-10" dirty="0">
                <a:solidFill>
                  <a:srgbClr val="4D3A2F"/>
                </a:solidFill>
                <a:latin typeface="Calibri" panose="020F0502020204030204" pitchFamily="34" charset="0"/>
                <a:cs typeface="Franklin Gothic Book"/>
              </a:rPr>
              <a:t>t</a:t>
            </a:r>
            <a:r>
              <a:rPr sz="2400" dirty="0">
                <a:solidFill>
                  <a:srgbClr val="4D3A2F"/>
                </a:solidFill>
                <a:latin typeface="Calibri" panose="020F0502020204030204" pitchFamily="34" charset="0"/>
                <a:cs typeface="Franklin Gothic Book"/>
              </a:rPr>
              <a:t> </a:t>
            </a:r>
            <a:r>
              <a:rPr sz="2400" spc="-5" dirty="0">
                <a:solidFill>
                  <a:srgbClr val="4D3A2F"/>
                </a:solidFill>
                <a:latin typeface="Calibri" panose="020F0502020204030204" pitchFamily="34" charset="0"/>
                <a:cs typeface="Franklin Gothic Book"/>
              </a:rPr>
              <a:t>p</a:t>
            </a:r>
            <a:r>
              <a:rPr sz="2400" spc="-10" dirty="0">
                <a:solidFill>
                  <a:srgbClr val="4D3A2F"/>
                </a:solidFill>
                <a:latin typeface="Calibri" panose="020F0502020204030204" pitchFamily="34" charset="0"/>
                <a:cs typeface="Franklin Gothic Book"/>
              </a:rPr>
              <a:t>l</a:t>
            </a:r>
            <a:r>
              <a:rPr sz="2400" spc="-15" dirty="0">
                <a:solidFill>
                  <a:srgbClr val="4D3A2F"/>
                </a:solidFill>
                <a:latin typeface="Calibri" panose="020F0502020204030204" pitchFamily="34" charset="0"/>
                <a:cs typeface="Franklin Gothic Book"/>
              </a:rPr>
              <a:t>an</a:t>
            </a:r>
            <a:r>
              <a:rPr sz="2400" spc="-20" dirty="0">
                <a:solidFill>
                  <a:srgbClr val="4D3A2F"/>
                </a:solidFill>
                <a:latin typeface="Calibri" panose="020F0502020204030204" pitchFamily="34" charset="0"/>
                <a:cs typeface="Franklin Gothic Book"/>
              </a:rPr>
              <a:t>s</a:t>
            </a:r>
            <a:r>
              <a:rPr sz="2400" dirty="0">
                <a:solidFill>
                  <a:srgbClr val="4D3A2F"/>
                </a:solidFill>
                <a:latin typeface="Calibri" panose="020F0502020204030204" pitchFamily="34" charset="0"/>
                <a:cs typeface="Franklin Gothic Book"/>
              </a:rPr>
              <a:t>,</a:t>
            </a:r>
            <a:r>
              <a:rPr sz="2400" spc="5" dirty="0">
                <a:solidFill>
                  <a:srgbClr val="4D3A2F"/>
                </a:solidFill>
                <a:latin typeface="Calibri" panose="020F0502020204030204" pitchFamily="34" charset="0"/>
                <a:cs typeface="Franklin Gothic Book"/>
              </a:rPr>
              <a:t> </a:t>
            </a:r>
            <a:r>
              <a:rPr sz="2400" spc="-20" dirty="0">
                <a:solidFill>
                  <a:srgbClr val="4D3A2F"/>
                </a:solidFill>
                <a:latin typeface="Calibri" panose="020F0502020204030204" pitchFamily="34" charset="0"/>
                <a:cs typeface="Franklin Gothic Book"/>
              </a:rPr>
              <a:t>p</a:t>
            </a:r>
            <a:r>
              <a:rPr sz="2400" spc="-50" dirty="0">
                <a:solidFill>
                  <a:srgbClr val="4D3A2F"/>
                </a:solidFill>
                <a:latin typeface="Calibri" panose="020F0502020204030204" pitchFamily="34" charset="0"/>
                <a:cs typeface="Franklin Gothic Book"/>
              </a:rPr>
              <a:t>r</a:t>
            </a:r>
            <a:r>
              <a:rPr sz="2400" spc="-10" dirty="0">
                <a:solidFill>
                  <a:srgbClr val="4D3A2F"/>
                </a:solidFill>
                <a:latin typeface="Calibri" panose="020F0502020204030204" pitchFamily="34" charset="0"/>
                <a:cs typeface="Franklin Gothic Book"/>
              </a:rPr>
              <a:t>oje</a:t>
            </a:r>
            <a:r>
              <a:rPr sz="2400" spc="-15" dirty="0">
                <a:solidFill>
                  <a:srgbClr val="4D3A2F"/>
                </a:solidFill>
                <a:latin typeface="Calibri" panose="020F0502020204030204" pitchFamily="34" charset="0"/>
                <a:cs typeface="Franklin Gothic Book"/>
              </a:rPr>
              <a:t>ct cha</a:t>
            </a:r>
            <a:r>
              <a:rPr sz="2400" spc="50" dirty="0">
                <a:solidFill>
                  <a:srgbClr val="4D3A2F"/>
                </a:solidFill>
                <a:latin typeface="Calibri" panose="020F0502020204030204" pitchFamily="34" charset="0"/>
                <a:cs typeface="Franklin Gothic Book"/>
              </a:rPr>
              <a:t>r</a:t>
            </a:r>
            <a:r>
              <a:rPr sz="2400" spc="-50" dirty="0">
                <a:solidFill>
                  <a:srgbClr val="4D3A2F"/>
                </a:solidFill>
                <a:latin typeface="Calibri" panose="020F0502020204030204" pitchFamily="34" charset="0"/>
                <a:cs typeface="Franklin Gothic Book"/>
              </a:rPr>
              <a:t>t</a:t>
            </a:r>
            <a:r>
              <a:rPr sz="2400" spc="-20" dirty="0">
                <a:solidFill>
                  <a:srgbClr val="4D3A2F"/>
                </a:solidFill>
                <a:latin typeface="Calibri" panose="020F0502020204030204" pitchFamily="34" charset="0"/>
                <a:cs typeface="Franklin Gothic Book"/>
              </a:rPr>
              <a:t>e</a:t>
            </a:r>
            <a:r>
              <a:rPr sz="2400" spc="-5" dirty="0">
                <a:solidFill>
                  <a:srgbClr val="4D3A2F"/>
                </a:solidFill>
                <a:latin typeface="Calibri" panose="020F0502020204030204" pitchFamily="34" charset="0"/>
                <a:cs typeface="Franklin Gothic Book"/>
              </a:rPr>
              <a:t>r</a:t>
            </a:r>
            <a:r>
              <a:rPr sz="2400" spc="-10" dirty="0">
                <a:solidFill>
                  <a:srgbClr val="4D3A2F"/>
                </a:solidFill>
                <a:latin typeface="Calibri" panose="020F0502020204030204" pitchFamily="34" charset="0"/>
                <a:cs typeface="Franklin Gothic Book"/>
              </a:rPr>
              <a:t>s</a:t>
            </a:r>
            <a:r>
              <a:rPr sz="2400" dirty="0">
                <a:solidFill>
                  <a:srgbClr val="4D3A2F"/>
                </a:solidFill>
                <a:latin typeface="Calibri" panose="020F0502020204030204" pitchFamily="34" charset="0"/>
                <a:cs typeface="Franklin Gothic Book"/>
              </a:rPr>
              <a:t>, </a:t>
            </a:r>
            <a:r>
              <a:rPr sz="2400" spc="-10" dirty="0">
                <a:solidFill>
                  <a:srgbClr val="4D3A2F"/>
                </a:solidFill>
                <a:latin typeface="Calibri" panose="020F0502020204030204" pitchFamily="34" charset="0"/>
                <a:cs typeface="Franklin Gothic Book"/>
              </a:rPr>
              <a:t>or</a:t>
            </a:r>
            <a:r>
              <a:rPr sz="2400" spc="-5" dirty="0">
                <a:solidFill>
                  <a:srgbClr val="4D3A2F"/>
                </a:solidFill>
                <a:latin typeface="Calibri" panose="020F0502020204030204" pitchFamily="34" charset="0"/>
                <a:cs typeface="Franklin Gothic Book"/>
              </a:rPr>
              <a:t> c</a:t>
            </a:r>
            <a:r>
              <a:rPr sz="2400" spc="-20" dirty="0">
                <a:solidFill>
                  <a:srgbClr val="4D3A2F"/>
                </a:solidFill>
                <a:latin typeface="Calibri" panose="020F0502020204030204" pitchFamily="34" charset="0"/>
                <a:cs typeface="Franklin Gothic Book"/>
              </a:rPr>
              <a:t>om</a:t>
            </a:r>
            <a:r>
              <a:rPr sz="2400" spc="-10" dirty="0">
                <a:solidFill>
                  <a:srgbClr val="4D3A2F"/>
                </a:solidFill>
                <a:latin typeface="Calibri" panose="020F0502020204030204" pitchFamily="34" charset="0"/>
                <a:cs typeface="Franklin Gothic Book"/>
              </a:rPr>
              <a:t>m</a:t>
            </a:r>
            <a:r>
              <a:rPr sz="2400" spc="-20" dirty="0">
                <a:solidFill>
                  <a:srgbClr val="4D3A2F"/>
                </a:solidFill>
                <a:latin typeface="Calibri" panose="020F0502020204030204" pitchFamily="34" charset="0"/>
                <a:cs typeface="Franklin Gothic Book"/>
              </a:rPr>
              <a:t>u</a:t>
            </a:r>
            <a:r>
              <a:rPr sz="2400" spc="-15" dirty="0">
                <a:solidFill>
                  <a:srgbClr val="4D3A2F"/>
                </a:solidFill>
                <a:latin typeface="Calibri" panose="020F0502020204030204" pitchFamily="34" charset="0"/>
                <a:cs typeface="Franklin Gothic Book"/>
              </a:rPr>
              <a:t>n</a:t>
            </a:r>
            <a:r>
              <a:rPr sz="2400" spc="-10" dirty="0">
                <a:solidFill>
                  <a:srgbClr val="4D3A2F"/>
                </a:solidFill>
                <a:latin typeface="Calibri" panose="020F0502020204030204" pitchFamily="34" charset="0"/>
                <a:cs typeface="Franklin Gothic Book"/>
              </a:rPr>
              <a:t>i</a:t>
            </a:r>
            <a:r>
              <a:rPr sz="2400" spc="-5" dirty="0">
                <a:solidFill>
                  <a:srgbClr val="4D3A2F"/>
                </a:solidFill>
                <a:latin typeface="Calibri" panose="020F0502020204030204" pitchFamily="34" charset="0"/>
                <a:cs typeface="Franklin Gothic Book"/>
              </a:rPr>
              <a:t>c</a:t>
            </a:r>
            <a:r>
              <a:rPr sz="2400" spc="-15" dirty="0">
                <a:solidFill>
                  <a:srgbClr val="4D3A2F"/>
                </a:solidFill>
                <a:latin typeface="Calibri" panose="020F0502020204030204" pitchFamily="34" charset="0"/>
                <a:cs typeface="Franklin Gothic Book"/>
              </a:rPr>
              <a:t>a</a:t>
            </a:r>
            <a:r>
              <a:rPr sz="2400" spc="-20" dirty="0">
                <a:solidFill>
                  <a:srgbClr val="4D3A2F"/>
                </a:solidFill>
                <a:latin typeface="Calibri" panose="020F0502020204030204" pitchFamily="34" charset="0"/>
                <a:cs typeface="Franklin Gothic Book"/>
              </a:rPr>
              <a:t>t</a:t>
            </a:r>
            <a:r>
              <a:rPr sz="2400" spc="-5" dirty="0">
                <a:solidFill>
                  <a:srgbClr val="4D3A2F"/>
                </a:solidFill>
                <a:latin typeface="Calibri" panose="020F0502020204030204" pitchFamily="34" charset="0"/>
                <a:cs typeface="Franklin Gothic Book"/>
              </a:rPr>
              <a:t>i</a:t>
            </a:r>
            <a:r>
              <a:rPr sz="2400" dirty="0">
                <a:solidFill>
                  <a:srgbClr val="4D3A2F"/>
                </a:solidFill>
                <a:latin typeface="Calibri" panose="020F0502020204030204" pitchFamily="34" charset="0"/>
                <a:cs typeface="Franklin Gothic Book"/>
              </a:rPr>
              <a:t>ng</a:t>
            </a:r>
            <a:r>
              <a:rPr sz="2400" spc="5" dirty="0">
                <a:solidFill>
                  <a:srgbClr val="4D3A2F"/>
                </a:solidFill>
                <a:latin typeface="Calibri" panose="020F0502020204030204" pitchFamily="34" charset="0"/>
                <a:cs typeface="Franklin Gothic Book"/>
              </a:rPr>
              <a:t> </a:t>
            </a:r>
            <a:r>
              <a:rPr sz="2400" spc="-55" dirty="0">
                <a:solidFill>
                  <a:srgbClr val="4D3A2F"/>
                </a:solidFill>
                <a:latin typeface="Calibri" panose="020F0502020204030204" pitchFamily="34" charset="0"/>
                <a:cs typeface="Franklin Gothic Book"/>
              </a:rPr>
              <a:t>o</a:t>
            </a:r>
            <a:r>
              <a:rPr sz="2400" spc="-35" dirty="0">
                <a:solidFill>
                  <a:srgbClr val="4D3A2F"/>
                </a:solidFill>
                <a:latin typeface="Calibri" panose="020F0502020204030204" pitchFamily="34" charset="0"/>
                <a:cs typeface="Franklin Gothic Book"/>
              </a:rPr>
              <a:t>v</a:t>
            </a:r>
            <a:r>
              <a:rPr sz="2400" spc="-20" dirty="0">
                <a:solidFill>
                  <a:srgbClr val="4D3A2F"/>
                </a:solidFill>
                <a:latin typeface="Calibri" panose="020F0502020204030204" pitchFamily="34" charset="0"/>
                <a:cs typeface="Franklin Gothic Book"/>
              </a:rPr>
              <a:t>e</a:t>
            </a:r>
            <a:r>
              <a:rPr sz="2400" spc="-10" dirty="0">
                <a:solidFill>
                  <a:srgbClr val="4D3A2F"/>
                </a:solidFill>
                <a:latin typeface="Calibri" panose="020F0502020204030204" pitchFamily="34" charset="0"/>
                <a:cs typeface="Franklin Gothic Book"/>
              </a:rPr>
              <a:t>r</a:t>
            </a:r>
            <a:r>
              <a:rPr sz="2400" spc="-5" dirty="0">
                <a:solidFill>
                  <a:srgbClr val="4D3A2F"/>
                </a:solidFill>
                <a:latin typeface="Calibri" panose="020F0502020204030204" pitchFamily="34" charset="0"/>
                <a:cs typeface="Franklin Gothic Book"/>
              </a:rPr>
              <a:t> </a:t>
            </a:r>
            <a:r>
              <a:rPr sz="2400" spc="-15" dirty="0">
                <a:solidFill>
                  <a:srgbClr val="4D3A2F"/>
                </a:solidFill>
                <a:latin typeface="Calibri" panose="020F0502020204030204" pitchFamily="34" charset="0"/>
                <a:cs typeface="Franklin Gothic Book"/>
              </a:rPr>
              <a:t>lo</a:t>
            </a:r>
            <a:r>
              <a:rPr sz="2400" dirty="0">
                <a:solidFill>
                  <a:srgbClr val="4D3A2F"/>
                </a:solidFill>
                <a:latin typeface="Calibri" panose="020F0502020204030204" pitchFamily="34" charset="0"/>
                <a:cs typeface="Franklin Gothic Book"/>
              </a:rPr>
              <a:t>ng</a:t>
            </a:r>
            <a:r>
              <a:rPr sz="2400" spc="-5" dirty="0">
                <a:solidFill>
                  <a:srgbClr val="4D3A2F"/>
                </a:solidFill>
                <a:latin typeface="Calibri" panose="020F0502020204030204" pitchFamily="34" charset="0"/>
                <a:cs typeface="Franklin Gothic Book"/>
              </a:rPr>
              <a:t> </a:t>
            </a:r>
            <a:r>
              <a:rPr sz="2400" spc="-15" dirty="0">
                <a:solidFill>
                  <a:srgbClr val="4D3A2F"/>
                </a:solidFill>
                <a:latin typeface="Calibri" panose="020F0502020204030204" pitchFamily="34" charset="0"/>
                <a:cs typeface="Franklin Gothic Book"/>
              </a:rPr>
              <a:t>d</a:t>
            </a:r>
            <a:r>
              <a:rPr sz="2400" spc="-5" dirty="0">
                <a:solidFill>
                  <a:srgbClr val="4D3A2F"/>
                </a:solidFill>
                <a:latin typeface="Calibri" panose="020F0502020204030204" pitchFamily="34" charset="0"/>
                <a:cs typeface="Franklin Gothic Book"/>
              </a:rPr>
              <a:t>i</a:t>
            </a:r>
            <a:r>
              <a:rPr sz="2400" spc="-10" dirty="0">
                <a:solidFill>
                  <a:srgbClr val="4D3A2F"/>
                </a:solidFill>
                <a:latin typeface="Calibri" panose="020F0502020204030204" pitchFamily="34" charset="0"/>
                <a:cs typeface="Franklin Gothic Book"/>
              </a:rPr>
              <a:t>st</a:t>
            </a:r>
            <a:r>
              <a:rPr sz="2400" spc="-25" dirty="0">
                <a:solidFill>
                  <a:srgbClr val="4D3A2F"/>
                </a:solidFill>
                <a:latin typeface="Calibri" panose="020F0502020204030204" pitchFamily="34" charset="0"/>
                <a:cs typeface="Franklin Gothic Book"/>
              </a:rPr>
              <a:t>a</a:t>
            </a:r>
            <a:r>
              <a:rPr sz="2400" spc="-15" dirty="0">
                <a:solidFill>
                  <a:srgbClr val="4D3A2F"/>
                </a:solidFill>
                <a:latin typeface="Calibri" panose="020F0502020204030204" pitchFamily="34" charset="0"/>
                <a:cs typeface="Franklin Gothic Book"/>
              </a:rPr>
              <a:t>n</a:t>
            </a:r>
            <a:r>
              <a:rPr sz="2400" spc="-5" dirty="0">
                <a:solidFill>
                  <a:srgbClr val="4D3A2F"/>
                </a:solidFill>
                <a:latin typeface="Calibri" panose="020F0502020204030204" pitchFamily="34" charset="0"/>
                <a:cs typeface="Franklin Gothic Book"/>
              </a:rPr>
              <a:t>c</a:t>
            </a:r>
            <a:r>
              <a:rPr sz="2400" spc="-20" dirty="0">
                <a:solidFill>
                  <a:srgbClr val="4D3A2F"/>
                </a:solidFill>
                <a:latin typeface="Calibri" panose="020F0502020204030204" pitchFamily="34" charset="0"/>
                <a:cs typeface="Franklin Gothic Book"/>
              </a:rPr>
              <a:t>e</a:t>
            </a:r>
            <a:r>
              <a:rPr sz="2400" spc="-10" dirty="0">
                <a:solidFill>
                  <a:srgbClr val="4D3A2F"/>
                </a:solidFill>
                <a:latin typeface="Calibri" panose="020F0502020204030204" pitchFamily="34" charset="0"/>
                <a:cs typeface="Franklin Gothic Book"/>
              </a:rPr>
              <a:t>s</a:t>
            </a:r>
            <a:r>
              <a:rPr sz="2400" dirty="0">
                <a:solidFill>
                  <a:srgbClr val="4D3A2F"/>
                </a:solidFill>
                <a:latin typeface="Calibri" panose="020F0502020204030204" pitchFamily="34" charset="0"/>
                <a:cs typeface="Franklin Gothic Book"/>
              </a:rPr>
              <a:t>.</a:t>
            </a:r>
            <a:endParaRPr lang="en-US" sz="2400" dirty="0">
              <a:solidFill>
                <a:srgbClr val="4D3A2F"/>
              </a:solidFill>
              <a:latin typeface="Calibri" panose="020F0502020204030204" pitchFamily="34" charset="0"/>
              <a:cs typeface="Franklin Gothic Book"/>
            </a:endParaRPr>
          </a:p>
          <a:p>
            <a:pPr marL="12700" marR="6350" fontAlgn="auto">
              <a:spcBef>
                <a:spcPts val="0"/>
              </a:spcBef>
              <a:spcAft>
                <a:spcPts val="0"/>
              </a:spcAft>
            </a:pPr>
            <a:endParaRPr sz="2400" dirty="0">
              <a:solidFill>
                <a:prstClr val="black"/>
              </a:solidFill>
              <a:latin typeface="Calibri" panose="020F0502020204030204" pitchFamily="34" charset="0"/>
              <a:cs typeface="Franklin Gothic Book"/>
            </a:endParaRPr>
          </a:p>
          <a:p>
            <a:pPr marL="12700" fontAlgn="auto">
              <a:spcBef>
                <a:spcPts val="0"/>
              </a:spcBef>
              <a:spcAft>
                <a:spcPts val="0"/>
              </a:spcAft>
            </a:pPr>
            <a:r>
              <a:rPr sz="2400" b="1" i="1" u="heavy" spc="-5" dirty="0">
                <a:solidFill>
                  <a:srgbClr val="4D3A2F"/>
                </a:solidFill>
                <a:latin typeface="Calibri" panose="020F0502020204030204" pitchFamily="34" charset="0"/>
                <a:cs typeface="Franklin Gothic Book"/>
              </a:rPr>
              <a:t>F</a:t>
            </a:r>
            <a:r>
              <a:rPr sz="2400" b="1" i="1" u="heavy" spc="-10" dirty="0">
                <a:solidFill>
                  <a:srgbClr val="4D3A2F"/>
                </a:solidFill>
                <a:latin typeface="Calibri" panose="020F0502020204030204" pitchFamily="34" charset="0"/>
                <a:cs typeface="Franklin Gothic Book"/>
              </a:rPr>
              <a:t>o</a:t>
            </a:r>
            <a:r>
              <a:rPr sz="2400" b="1" i="1" u="heavy" spc="5" dirty="0">
                <a:solidFill>
                  <a:srgbClr val="4D3A2F"/>
                </a:solidFill>
                <a:latin typeface="Calibri" panose="020F0502020204030204" pitchFamily="34" charset="0"/>
                <a:cs typeface="Franklin Gothic Book"/>
              </a:rPr>
              <a:t>r</a:t>
            </a:r>
            <a:r>
              <a:rPr sz="2400" b="1" i="1" u="heavy" spc="-20" dirty="0">
                <a:solidFill>
                  <a:srgbClr val="4D3A2F"/>
                </a:solidFill>
                <a:latin typeface="Calibri" panose="020F0502020204030204" pitchFamily="34" charset="0"/>
                <a:cs typeface="Franklin Gothic Book"/>
              </a:rPr>
              <a:t>m</a:t>
            </a:r>
            <a:r>
              <a:rPr sz="2400" b="1" i="1" u="heavy" spc="5" dirty="0">
                <a:solidFill>
                  <a:srgbClr val="4D3A2F"/>
                </a:solidFill>
                <a:latin typeface="Calibri" panose="020F0502020204030204" pitchFamily="34" charset="0"/>
                <a:cs typeface="Franklin Gothic Book"/>
              </a:rPr>
              <a:t>a</a:t>
            </a:r>
            <a:r>
              <a:rPr sz="2400" b="1" i="1" u="heavy" dirty="0">
                <a:solidFill>
                  <a:srgbClr val="4D3A2F"/>
                </a:solidFill>
                <a:latin typeface="Calibri" panose="020F0502020204030204" pitchFamily="34" charset="0"/>
                <a:cs typeface="Franklin Gothic Book"/>
              </a:rPr>
              <a:t>l</a:t>
            </a:r>
            <a:r>
              <a:rPr sz="2400" b="1" i="1" u="heavy" spc="25" dirty="0">
                <a:solidFill>
                  <a:srgbClr val="4D3A2F"/>
                </a:solidFill>
                <a:latin typeface="Calibri" panose="020F0502020204030204" pitchFamily="34" charset="0"/>
                <a:cs typeface="Franklin Gothic Book"/>
              </a:rPr>
              <a:t> </a:t>
            </a:r>
            <a:r>
              <a:rPr sz="2400" b="1" i="1" u="heavy" spc="-60" dirty="0">
                <a:solidFill>
                  <a:srgbClr val="4D3A2F"/>
                </a:solidFill>
                <a:latin typeface="Calibri" panose="020F0502020204030204" pitchFamily="34" charset="0"/>
                <a:cs typeface="Franklin Gothic Book"/>
              </a:rPr>
              <a:t>V</a:t>
            </a:r>
            <a:r>
              <a:rPr sz="2400" b="1" i="1" u="heavy" spc="15" dirty="0">
                <a:solidFill>
                  <a:srgbClr val="4D3A2F"/>
                </a:solidFill>
                <a:latin typeface="Calibri" panose="020F0502020204030204" pitchFamily="34" charset="0"/>
                <a:cs typeface="Franklin Gothic Book"/>
              </a:rPr>
              <a:t>e</a:t>
            </a:r>
            <a:r>
              <a:rPr sz="2400" b="1" i="1" u="heavy" dirty="0">
                <a:solidFill>
                  <a:srgbClr val="4D3A2F"/>
                </a:solidFill>
                <a:latin typeface="Calibri" panose="020F0502020204030204" pitchFamily="34" charset="0"/>
                <a:cs typeface="Franklin Gothic Book"/>
              </a:rPr>
              <a:t>rb</a:t>
            </a:r>
            <a:r>
              <a:rPr sz="2400" b="1" i="1" u="heavy" spc="5" dirty="0">
                <a:solidFill>
                  <a:srgbClr val="4D3A2F"/>
                </a:solidFill>
                <a:latin typeface="Calibri" panose="020F0502020204030204" pitchFamily="34" charset="0"/>
                <a:cs typeface="Franklin Gothic Book"/>
              </a:rPr>
              <a:t>a</a:t>
            </a:r>
            <a:r>
              <a:rPr sz="2400" b="1" i="1" u="heavy" dirty="0">
                <a:solidFill>
                  <a:srgbClr val="4D3A2F"/>
                </a:solidFill>
                <a:latin typeface="Calibri" panose="020F0502020204030204" pitchFamily="34" charset="0"/>
                <a:cs typeface="Franklin Gothic Book"/>
              </a:rPr>
              <a:t>l</a:t>
            </a:r>
            <a:r>
              <a:rPr sz="2400" b="1" i="1" spc="30" dirty="0">
                <a:solidFill>
                  <a:srgbClr val="4D3A2F"/>
                </a:solidFill>
                <a:latin typeface="Calibri" panose="020F0502020204030204" pitchFamily="34" charset="0"/>
                <a:cs typeface="Franklin Gothic Book"/>
              </a:rPr>
              <a:t> </a:t>
            </a:r>
            <a:r>
              <a:rPr sz="2400" spc="-5" dirty="0">
                <a:solidFill>
                  <a:srgbClr val="4D3A2F"/>
                </a:solidFill>
                <a:latin typeface="Calibri" panose="020F0502020204030204" pitchFamily="34" charset="0"/>
                <a:cs typeface="Franklin Gothic Book"/>
              </a:rPr>
              <a:t>i</a:t>
            </a:r>
            <a:r>
              <a:rPr sz="2400" dirty="0">
                <a:solidFill>
                  <a:srgbClr val="4D3A2F"/>
                </a:solidFill>
                <a:latin typeface="Calibri" panose="020F0502020204030204" pitchFamily="34" charset="0"/>
                <a:cs typeface="Franklin Gothic Book"/>
              </a:rPr>
              <a:t>s </a:t>
            </a:r>
            <a:r>
              <a:rPr sz="2400" spc="-20" dirty="0">
                <a:solidFill>
                  <a:srgbClr val="4D3A2F"/>
                </a:solidFill>
                <a:latin typeface="Calibri" panose="020F0502020204030204" pitchFamily="34" charset="0"/>
                <a:cs typeface="Franklin Gothic Book"/>
              </a:rPr>
              <a:t>use</a:t>
            </a:r>
            <a:r>
              <a:rPr sz="2400" spc="-15" dirty="0">
                <a:solidFill>
                  <a:srgbClr val="4D3A2F"/>
                </a:solidFill>
                <a:latin typeface="Calibri" panose="020F0502020204030204" pitchFamily="34" charset="0"/>
                <a:cs typeface="Franklin Gothic Book"/>
              </a:rPr>
              <a:t>d</a:t>
            </a:r>
            <a:r>
              <a:rPr sz="2400" spc="5" dirty="0">
                <a:solidFill>
                  <a:srgbClr val="4D3A2F"/>
                </a:solidFill>
                <a:latin typeface="Calibri" panose="020F0502020204030204" pitchFamily="34" charset="0"/>
                <a:cs typeface="Franklin Gothic Book"/>
              </a:rPr>
              <a:t> </a:t>
            </a:r>
            <a:r>
              <a:rPr sz="2400" spc="-60" dirty="0">
                <a:solidFill>
                  <a:srgbClr val="4D3A2F"/>
                </a:solidFill>
                <a:latin typeface="Calibri" panose="020F0502020204030204" pitchFamily="34" charset="0"/>
                <a:cs typeface="Franklin Gothic Book"/>
              </a:rPr>
              <a:t>f</a:t>
            </a:r>
            <a:r>
              <a:rPr sz="2400" spc="-20" dirty="0">
                <a:solidFill>
                  <a:srgbClr val="4D3A2F"/>
                </a:solidFill>
                <a:latin typeface="Calibri" panose="020F0502020204030204" pitchFamily="34" charset="0"/>
                <a:cs typeface="Franklin Gothic Book"/>
              </a:rPr>
              <a:t>o</a:t>
            </a:r>
            <a:r>
              <a:rPr sz="2400" spc="-10" dirty="0">
                <a:solidFill>
                  <a:srgbClr val="4D3A2F"/>
                </a:solidFill>
                <a:latin typeface="Calibri" panose="020F0502020204030204" pitchFamily="34" charset="0"/>
                <a:cs typeface="Franklin Gothic Book"/>
              </a:rPr>
              <a:t>r</a:t>
            </a:r>
            <a:r>
              <a:rPr sz="2400" spc="-5" dirty="0">
                <a:solidFill>
                  <a:srgbClr val="4D3A2F"/>
                </a:solidFill>
                <a:latin typeface="Calibri" panose="020F0502020204030204" pitchFamily="34" charset="0"/>
                <a:cs typeface="Franklin Gothic Book"/>
              </a:rPr>
              <a:t> </a:t>
            </a:r>
            <a:r>
              <a:rPr sz="2400" spc="-15" dirty="0">
                <a:solidFill>
                  <a:srgbClr val="4D3A2F"/>
                </a:solidFill>
                <a:latin typeface="Calibri" panose="020F0502020204030204" pitchFamily="34" charset="0"/>
                <a:cs typeface="Franklin Gothic Book"/>
              </a:rPr>
              <a:t>pr</a:t>
            </a:r>
            <a:r>
              <a:rPr sz="2400" spc="-10" dirty="0">
                <a:solidFill>
                  <a:srgbClr val="4D3A2F"/>
                </a:solidFill>
                <a:latin typeface="Calibri" panose="020F0502020204030204" pitchFamily="34" charset="0"/>
                <a:cs typeface="Franklin Gothic Book"/>
              </a:rPr>
              <a:t>e</a:t>
            </a:r>
            <a:r>
              <a:rPr sz="2400" spc="-20" dirty="0">
                <a:solidFill>
                  <a:srgbClr val="4D3A2F"/>
                </a:solidFill>
                <a:latin typeface="Calibri" panose="020F0502020204030204" pitchFamily="34" charset="0"/>
                <a:cs typeface="Franklin Gothic Book"/>
              </a:rPr>
              <a:t>s</a:t>
            </a:r>
            <a:r>
              <a:rPr sz="2400" spc="-10" dirty="0">
                <a:solidFill>
                  <a:srgbClr val="4D3A2F"/>
                </a:solidFill>
                <a:latin typeface="Calibri" panose="020F0502020204030204" pitchFamily="34" charset="0"/>
                <a:cs typeface="Franklin Gothic Book"/>
              </a:rPr>
              <a:t>e</a:t>
            </a:r>
            <a:r>
              <a:rPr sz="2400" spc="-15" dirty="0">
                <a:solidFill>
                  <a:srgbClr val="4D3A2F"/>
                </a:solidFill>
                <a:latin typeface="Calibri" panose="020F0502020204030204" pitchFamily="34" charset="0"/>
                <a:cs typeface="Franklin Gothic Book"/>
              </a:rPr>
              <a:t>n</a:t>
            </a:r>
            <a:r>
              <a:rPr sz="2400" spc="-20" dirty="0">
                <a:solidFill>
                  <a:srgbClr val="4D3A2F"/>
                </a:solidFill>
                <a:latin typeface="Calibri" panose="020F0502020204030204" pitchFamily="34" charset="0"/>
                <a:cs typeface="Franklin Gothic Book"/>
              </a:rPr>
              <a:t>t</a:t>
            </a:r>
            <a:r>
              <a:rPr sz="2400" spc="-15" dirty="0">
                <a:solidFill>
                  <a:srgbClr val="4D3A2F"/>
                </a:solidFill>
                <a:latin typeface="Calibri" panose="020F0502020204030204" pitchFamily="34" charset="0"/>
                <a:cs typeface="Franklin Gothic Book"/>
              </a:rPr>
              <a:t>a</a:t>
            </a:r>
            <a:r>
              <a:rPr sz="2400" spc="-20" dirty="0">
                <a:solidFill>
                  <a:srgbClr val="4D3A2F"/>
                </a:solidFill>
                <a:latin typeface="Calibri" panose="020F0502020204030204" pitchFamily="34" charset="0"/>
                <a:cs typeface="Franklin Gothic Book"/>
              </a:rPr>
              <a:t>t</a:t>
            </a:r>
            <a:r>
              <a:rPr sz="2400" spc="-10" dirty="0">
                <a:solidFill>
                  <a:srgbClr val="4D3A2F"/>
                </a:solidFill>
                <a:latin typeface="Calibri" panose="020F0502020204030204" pitchFamily="34" charset="0"/>
                <a:cs typeface="Franklin Gothic Book"/>
              </a:rPr>
              <a:t>ions</a:t>
            </a:r>
            <a:r>
              <a:rPr sz="2400" dirty="0">
                <a:solidFill>
                  <a:srgbClr val="4D3A2F"/>
                </a:solidFill>
                <a:latin typeface="Calibri" panose="020F0502020204030204" pitchFamily="34" charset="0"/>
                <a:cs typeface="Franklin Gothic Book"/>
              </a:rPr>
              <a:t> </a:t>
            </a:r>
            <a:r>
              <a:rPr sz="2400" spc="-25" dirty="0">
                <a:solidFill>
                  <a:srgbClr val="4D3A2F"/>
                </a:solidFill>
                <a:latin typeface="Calibri" panose="020F0502020204030204" pitchFamily="34" charset="0"/>
                <a:cs typeface="Franklin Gothic Book"/>
              </a:rPr>
              <a:t>a</a:t>
            </a:r>
            <a:r>
              <a:rPr sz="2400" spc="-5" dirty="0">
                <a:solidFill>
                  <a:srgbClr val="4D3A2F"/>
                </a:solidFill>
                <a:latin typeface="Calibri" panose="020F0502020204030204" pitchFamily="34" charset="0"/>
                <a:cs typeface="Franklin Gothic Book"/>
              </a:rPr>
              <a:t>n</a:t>
            </a:r>
            <a:r>
              <a:rPr sz="2400" spc="-15" dirty="0">
                <a:solidFill>
                  <a:srgbClr val="4D3A2F"/>
                </a:solidFill>
                <a:latin typeface="Calibri" panose="020F0502020204030204" pitchFamily="34" charset="0"/>
                <a:cs typeface="Franklin Gothic Book"/>
              </a:rPr>
              <a:t>d</a:t>
            </a:r>
            <a:r>
              <a:rPr sz="2400" dirty="0">
                <a:solidFill>
                  <a:srgbClr val="4D3A2F"/>
                </a:solidFill>
                <a:latin typeface="Calibri" panose="020F0502020204030204" pitchFamily="34" charset="0"/>
                <a:cs typeface="Franklin Gothic Book"/>
              </a:rPr>
              <a:t> </a:t>
            </a:r>
            <a:r>
              <a:rPr sz="2400" spc="-20" dirty="0">
                <a:solidFill>
                  <a:srgbClr val="4D3A2F"/>
                </a:solidFill>
                <a:latin typeface="Calibri" panose="020F0502020204030204" pitchFamily="34" charset="0"/>
                <a:cs typeface="Franklin Gothic Book"/>
              </a:rPr>
              <a:t>sp</a:t>
            </a:r>
            <a:r>
              <a:rPr sz="2400" spc="-10" dirty="0">
                <a:solidFill>
                  <a:srgbClr val="4D3A2F"/>
                </a:solidFill>
                <a:latin typeface="Calibri" panose="020F0502020204030204" pitchFamily="34" charset="0"/>
                <a:cs typeface="Franklin Gothic Book"/>
              </a:rPr>
              <a:t>e</a:t>
            </a:r>
            <a:r>
              <a:rPr sz="2400" spc="-20" dirty="0">
                <a:solidFill>
                  <a:srgbClr val="4D3A2F"/>
                </a:solidFill>
                <a:latin typeface="Calibri" panose="020F0502020204030204" pitchFamily="34" charset="0"/>
                <a:cs typeface="Franklin Gothic Book"/>
              </a:rPr>
              <a:t>ech</a:t>
            </a:r>
            <a:r>
              <a:rPr sz="2400" spc="-10" dirty="0">
                <a:solidFill>
                  <a:srgbClr val="4D3A2F"/>
                </a:solidFill>
                <a:latin typeface="Calibri" panose="020F0502020204030204" pitchFamily="34" charset="0"/>
                <a:cs typeface="Franklin Gothic Book"/>
              </a:rPr>
              <a:t>es</a:t>
            </a:r>
            <a:r>
              <a:rPr sz="2400" dirty="0">
                <a:solidFill>
                  <a:srgbClr val="4D3A2F"/>
                </a:solidFill>
                <a:latin typeface="Calibri" panose="020F0502020204030204" pitchFamily="34" charset="0"/>
                <a:cs typeface="Franklin Gothic Book"/>
              </a:rPr>
              <a:t>.</a:t>
            </a:r>
            <a:endParaRPr lang="en-US" sz="2400" dirty="0">
              <a:solidFill>
                <a:srgbClr val="4D3A2F"/>
              </a:solidFill>
              <a:latin typeface="Calibri" panose="020F0502020204030204" pitchFamily="34" charset="0"/>
              <a:cs typeface="Franklin Gothic Book"/>
            </a:endParaRPr>
          </a:p>
          <a:p>
            <a:pPr marL="12700" fontAlgn="auto">
              <a:spcBef>
                <a:spcPts val="0"/>
              </a:spcBef>
              <a:spcAft>
                <a:spcPts val="0"/>
              </a:spcAft>
            </a:pPr>
            <a:endParaRPr sz="2400" dirty="0">
              <a:solidFill>
                <a:prstClr val="black"/>
              </a:solidFill>
              <a:latin typeface="Calibri" panose="020F0502020204030204" pitchFamily="34" charset="0"/>
              <a:cs typeface="Franklin Gothic Book"/>
            </a:endParaRPr>
          </a:p>
          <a:p>
            <a:pPr marL="12700" marR="140970" fontAlgn="auto">
              <a:spcBef>
                <a:spcPts val="10"/>
              </a:spcBef>
              <a:spcAft>
                <a:spcPts val="0"/>
              </a:spcAft>
            </a:pPr>
            <a:r>
              <a:rPr sz="2400" b="1" i="1" u="heavy" dirty="0">
                <a:solidFill>
                  <a:srgbClr val="4D3A2F"/>
                </a:solidFill>
                <a:latin typeface="Calibri" panose="020F0502020204030204" pitchFamily="34" charset="0"/>
                <a:cs typeface="Franklin Gothic Book"/>
              </a:rPr>
              <a:t>I</a:t>
            </a:r>
            <a:r>
              <a:rPr sz="2400" b="1" i="1" u="heavy" spc="-15" dirty="0">
                <a:solidFill>
                  <a:srgbClr val="4D3A2F"/>
                </a:solidFill>
                <a:latin typeface="Calibri" panose="020F0502020204030204" pitchFamily="34" charset="0"/>
                <a:cs typeface="Franklin Gothic Book"/>
              </a:rPr>
              <a:t>n</a:t>
            </a:r>
            <a:r>
              <a:rPr sz="2400" b="1" i="1" u="heavy" spc="-20" dirty="0">
                <a:solidFill>
                  <a:srgbClr val="4D3A2F"/>
                </a:solidFill>
                <a:latin typeface="Calibri" panose="020F0502020204030204" pitchFamily="34" charset="0"/>
                <a:cs typeface="Franklin Gothic Book"/>
              </a:rPr>
              <a:t>f</a:t>
            </a:r>
            <a:r>
              <a:rPr sz="2400" b="1" i="1" u="heavy" dirty="0">
                <a:solidFill>
                  <a:srgbClr val="4D3A2F"/>
                </a:solidFill>
                <a:latin typeface="Calibri" panose="020F0502020204030204" pitchFamily="34" charset="0"/>
                <a:cs typeface="Franklin Gothic Book"/>
              </a:rPr>
              <a:t>o</a:t>
            </a:r>
            <a:r>
              <a:rPr sz="2400" b="1" i="1" u="heavy" spc="5" dirty="0">
                <a:solidFill>
                  <a:srgbClr val="4D3A2F"/>
                </a:solidFill>
                <a:latin typeface="Calibri" panose="020F0502020204030204" pitchFamily="34" charset="0"/>
                <a:cs typeface="Franklin Gothic Book"/>
              </a:rPr>
              <a:t>r</a:t>
            </a:r>
            <a:r>
              <a:rPr sz="2400" b="1" i="1" u="heavy" spc="-20" dirty="0">
                <a:solidFill>
                  <a:srgbClr val="4D3A2F"/>
                </a:solidFill>
                <a:latin typeface="Calibri" panose="020F0502020204030204" pitchFamily="34" charset="0"/>
                <a:cs typeface="Franklin Gothic Book"/>
              </a:rPr>
              <a:t>m</a:t>
            </a:r>
            <a:r>
              <a:rPr sz="2400" b="1" i="1" u="heavy" spc="5" dirty="0">
                <a:solidFill>
                  <a:srgbClr val="4D3A2F"/>
                </a:solidFill>
                <a:latin typeface="Calibri" panose="020F0502020204030204" pitchFamily="34" charset="0"/>
                <a:cs typeface="Franklin Gothic Book"/>
              </a:rPr>
              <a:t>a</a:t>
            </a:r>
            <a:r>
              <a:rPr sz="2400" b="1" i="1" u="heavy" dirty="0">
                <a:solidFill>
                  <a:srgbClr val="4D3A2F"/>
                </a:solidFill>
                <a:latin typeface="Calibri" panose="020F0502020204030204" pitchFamily="34" charset="0"/>
                <a:cs typeface="Franklin Gothic Book"/>
              </a:rPr>
              <a:t>l</a:t>
            </a:r>
            <a:r>
              <a:rPr sz="2400" b="1" i="1" u="heavy" spc="15" dirty="0">
                <a:solidFill>
                  <a:srgbClr val="4D3A2F"/>
                </a:solidFill>
                <a:latin typeface="Calibri" panose="020F0502020204030204" pitchFamily="34" charset="0"/>
                <a:cs typeface="Franklin Gothic Book"/>
              </a:rPr>
              <a:t> </a:t>
            </a:r>
            <a:r>
              <a:rPr sz="2400" b="1" i="1" u="heavy" spc="-25" dirty="0">
                <a:solidFill>
                  <a:srgbClr val="4D3A2F"/>
                </a:solidFill>
                <a:latin typeface="Calibri" panose="020F0502020204030204" pitchFamily="34" charset="0"/>
                <a:cs typeface="Franklin Gothic Book"/>
              </a:rPr>
              <a:t>W</a:t>
            </a:r>
            <a:r>
              <a:rPr sz="2400" b="1" i="1" u="heavy" dirty="0">
                <a:solidFill>
                  <a:srgbClr val="4D3A2F"/>
                </a:solidFill>
                <a:latin typeface="Calibri" panose="020F0502020204030204" pitchFamily="34" charset="0"/>
                <a:cs typeface="Franklin Gothic Book"/>
              </a:rPr>
              <a:t>r</a:t>
            </a:r>
            <a:r>
              <a:rPr sz="2400" b="1" i="1" u="heavy" spc="5" dirty="0">
                <a:solidFill>
                  <a:srgbClr val="4D3A2F"/>
                </a:solidFill>
                <a:latin typeface="Calibri" panose="020F0502020204030204" pitchFamily="34" charset="0"/>
                <a:cs typeface="Franklin Gothic Book"/>
              </a:rPr>
              <a:t>i</a:t>
            </a:r>
            <a:r>
              <a:rPr sz="2400" b="1" i="1" u="heavy" dirty="0">
                <a:solidFill>
                  <a:srgbClr val="4D3A2F"/>
                </a:solidFill>
                <a:latin typeface="Calibri" panose="020F0502020204030204" pitchFamily="34" charset="0"/>
                <a:cs typeface="Franklin Gothic Book"/>
              </a:rPr>
              <a:t>t</a:t>
            </a:r>
            <a:r>
              <a:rPr sz="2400" b="1" i="1" u="heavy" spc="-55" dirty="0">
                <a:solidFill>
                  <a:srgbClr val="4D3A2F"/>
                </a:solidFill>
                <a:latin typeface="Calibri" panose="020F0502020204030204" pitchFamily="34" charset="0"/>
                <a:cs typeface="Franklin Gothic Book"/>
              </a:rPr>
              <a:t>t</a:t>
            </a:r>
            <a:r>
              <a:rPr sz="2400" b="1" i="1" u="heavy" spc="15" dirty="0">
                <a:solidFill>
                  <a:srgbClr val="4D3A2F"/>
                </a:solidFill>
                <a:latin typeface="Calibri" panose="020F0502020204030204" pitchFamily="34" charset="0"/>
                <a:cs typeface="Franklin Gothic Book"/>
              </a:rPr>
              <a:t>e</a:t>
            </a:r>
            <a:r>
              <a:rPr sz="2400" b="1" i="1" u="heavy" spc="-15" dirty="0">
                <a:solidFill>
                  <a:srgbClr val="4D3A2F"/>
                </a:solidFill>
                <a:latin typeface="Calibri" panose="020F0502020204030204" pitchFamily="34" charset="0"/>
                <a:cs typeface="Franklin Gothic Book"/>
              </a:rPr>
              <a:t>n</a:t>
            </a:r>
            <a:r>
              <a:rPr sz="2400" b="1" i="1" spc="35" dirty="0">
                <a:solidFill>
                  <a:srgbClr val="4D3A2F"/>
                </a:solidFill>
                <a:latin typeface="Calibri" panose="020F0502020204030204" pitchFamily="34" charset="0"/>
                <a:cs typeface="Franklin Gothic Book"/>
              </a:rPr>
              <a:t> </a:t>
            </a:r>
            <a:r>
              <a:rPr sz="2400" spc="-10" dirty="0">
                <a:solidFill>
                  <a:srgbClr val="4D3A2F"/>
                </a:solidFill>
                <a:latin typeface="Calibri" panose="020F0502020204030204" pitchFamily="34" charset="0"/>
                <a:cs typeface="Franklin Gothic Book"/>
              </a:rPr>
              <a:t>is</a:t>
            </a:r>
            <a:r>
              <a:rPr sz="2400" dirty="0">
                <a:solidFill>
                  <a:srgbClr val="4D3A2F"/>
                </a:solidFill>
                <a:latin typeface="Calibri" panose="020F0502020204030204" pitchFamily="34" charset="0"/>
                <a:cs typeface="Franklin Gothic Book"/>
              </a:rPr>
              <a:t> </a:t>
            </a:r>
            <a:r>
              <a:rPr sz="2400" spc="-20" dirty="0">
                <a:solidFill>
                  <a:srgbClr val="4D3A2F"/>
                </a:solidFill>
                <a:latin typeface="Calibri" panose="020F0502020204030204" pitchFamily="34" charset="0"/>
                <a:cs typeface="Franklin Gothic Book"/>
              </a:rPr>
              <a:t>u</a:t>
            </a:r>
            <a:r>
              <a:rPr sz="2400" spc="-10" dirty="0">
                <a:solidFill>
                  <a:srgbClr val="4D3A2F"/>
                </a:solidFill>
                <a:latin typeface="Calibri" panose="020F0502020204030204" pitchFamily="34" charset="0"/>
                <a:cs typeface="Franklin Gothic Book"/>
              </a:rPr>
              <a:t>s</a:t>
            </a:r>
            <a:r>
              <a:rPr sz="2400" spc="-20" dirty="0">
                <a:solidFill>
                  <a:srgbClr val="4D3A2F"/>
                </a:solidFill>
                <a:latin typeface="Calibri" panose="020F0502020204030204" pitchFamily="34" charset="0"/>
                <a:cs typeface="Franklin Gothic Book"/>
              </a:rPr>
              <a:t>e</a:t>
            </a:r>
            <a:r>
              <a:rPr sz="2400" spc="-15" dirty="0">
                <a:solidFill>
                  <a:srgbClr val="4D3A2F"/>
                </a:solidFill>
                <a:latin typeface="Calibri" panose="020F0502020204030204" pitchFamily="34" charset="0"/>
                <a:cs typeface="Franklin Gothic Book"/>
              </a:rPr>
              <a:t>d</a:t>
            </a:r>
            <a:r>
              <a:rPr sz="2400" dirty="0">
                <a:solidFill>
                  <a:srgbClr val="4D3A2F"/>
                </a:solidFill>
                <a:latin typeface="Calibri" panose="020F0502020204030204" pitchFamily="34" charset="0"/>
                <a:cs typeface="Franklin Gothic Book"/>
              </a:rPr>
              <a:t> </a:t>
            </a:r>
            <a:r>
              <a:rPr sz="2400" spc="-50" dirty="0">
                <a:solidFill>
                  <a:srgbClr val="4D3A2F"/>
                </a:solidFill>
                <a:latin typeface="Calibri" panose="020F0502020204030204" pitchFamily="34" charset="0"/>
                <a:cs typeface="Franklin Gothic Book"/>
              </a:rPr>
              <a:t>t</a:t>
            </a:r>
            <a:r>
              <a:rPr sz="2400" spc="-15" dirty="0">
                <a:solidFill>
                  <a:srgbClr val="4D3A2F"/>
                </a:solidFill>
                <a:latin typeface="Calibri" panose="020F0502020204030204" pitchFamily="34" charset="0"/>
                <a:cs typeface="Franklin Gothic Book"/>
              </a:rPr>
              <a:t>o</a:t>
            </a:r>
            <a:r>
              <a:rPr sz="2400" spc="5" dirty="0">
                <a:solidFill>
                  <a:srgbClr val="4D3A2F"/>
                </a:solidFill>
                <a:latin typeface="Calibri" panose="020F0502020204030204" pitchFamily="34" charset="0"/>
                <a:cs typeface="Franklin Gothic Book"/>
              </a:rPr>
              <a:t> </a:t>
            </a:r>
            <a:r>
              <a:rPr sz="2400" spc="-50" dirty="0">
                <a:solidFill>
                  <a:srgbClr val="4D3A2F"/>
                </a:solidFill>
                <a:latin typeface="Calibri" panose="020F0502020204030204" pitchFamily="34" charset="0"/>
                <a:cs typeface="Franklin Gothic Book"/>
              </a:rPr>
              <a:t>e</a:t>
            </a:r>
            <a:r>
              <a:rPr sz="2400" spc="-10" dirty="0">
                <a:solidFill>
                  <a:srgbClr val="4D3A2F"/>
                </a:solidFill>
                <a:latin typeface="Calibri" panose="020F0502020204030204" pitchFamily="34" charset="0"/>
                <a:cs typeface="Franklin Gothic Book"/>
              </a:rPr>
              <a:t>x</a:t>
            </a:r>
            <a:r>
              <a:rPr sz="2400" spc="-15" dirty="0">
                <a:solidFill>
                  <a:srgbClr val="4D3A2F"/>
                </a:solidFill>
                <a:latin typeface="Calibri" panose="020F0502020204030204" pitchFamily="34" charset="0"/>
                <a:cs typeface="Franklin Gothic Book"/>
              </a:rPr>
              <a:t>pre</a:t>
            </a:r>
            <a:r>
              <a:rPr sz="2400" spc="-20" dirty="0">
                <a:solidFill>
                  <a:srgbClr val="4D3A2F"/>
                </a:solidFill>
                <a:latin typeface="Calibri" panose="020F0502020204030204" pitchFamily="34" charset="0"/>
                <a:cs typeface="Franklin Gothic Book"/>
              </a:rPr>
              <a:t>s</a:t>
            </a:r>
            <a:r>
              <a:rPr sz="2400" spc="-10" dirty="0">
                <a:solidFill>
                  <a:srgbClr val="4D3A2F"/>
                </a:solidFill>
                <a:latin typeface="Calibri" panose="020F0502020204030204" pitchFamily="34" charset="0"/>
                <a:cs typeface="Franklin Gothic Book"/>
              </a:rPr>
              <a:t>s</a:t>
            </a:r>
            <a:r>
              <a:rPr sz="2400" dirty="0">
                <a:solidFill>
                  <a:srgbClr val="4D3A2F"/>
                </a:solidFill>
                <a:latin typeface="Calibri" panose="020F0502020204030204" pitchFamily="34" charset="0"/>
                <a:cs typeface="Franklin Gothic Book"/>
              </a:rPr>
              <a:t> </a:t>
            </a:r>
            <a:r>
              <a:rPr sz="2400" spc="-10" dirty="0">
                <a:solidFill>
                  <a:srgbClr val="4D3A2F"/>
                </a:solidFill>
                <a:latin typeface="Calibri" panose="020F0502020204030204" pitchFamily="34" charset="0"/>
                <a:cs typeface="Franklin Gothic Book"/>
              </a:rPr>
              <a:t>m</a:t>
            </a:r>
            <a:r>
              <a:rPr sz="2400" spc="-20" dirty="0">
                <a:solidFill>
                  <a:srgbClr val="4D3A2F"/>
                </a:solidFill>
                <a:latin typeface="Calibri" panose="020F0502020204030204" pitchFamily="34" charset="0"/>
                <a:cs typeface="Franklin Gothic Book"/>
              </a:rPr>
              <a:t>emo</a:t>
            </a:r>
            <a:r>
              <a:rPr sz="2400" spc="-10" dirty="0">
                <a:solidFill>
                  <a:srgbClr val="4D3A2F"/>
                </a:solidFill>
                <a:latin typeface="Calibri" panose="020F0502020204030204" pitchFamily="34" charset="0"/>
                <a:cs typeface="Franklin Gothic Book"/>
              </a:rPr>
              <a:t>s</a:t>
            </a:r>
            <a:r>
              <a:rPr sz="2400" dirty="0">
                <a:solidFill>
                  <a:srgbClr val="4D3A2F"/>
                </a:solidFill>
                <a:latin typeface="Calibri" panose="020F0502020204030204" pitchFamily="34" charset="0"/>
                <a:cs typeface="Franklin Gothic Book"/>
              </a:rPr>
              <a:t>, </a:t>
            </a:r>
            <a:r>
              <a:rPr sz="2400" spc="-10" dirty="0">
                <a:solidFill>
                  <a:srgbClr val="4D3A2F"/>
                </a:solidFill>
                <a:latin typeface="Calibri" panose="020F0502020204030204" pitchFamily="34" charset="0"/>
                <a:cs typeface="Franklin Gothic Book"/>
              </a:rPr>
              <a:t>e</a:t>
            </a:r>
            <a:r>
              <a:rPr sz="2400" spc="5" dirty="0">
                <a:solidFill>
                  <a:srgbClr val="4D3A2F"/>
                </a:solidFill>
                <a:latin typeface="Calibri" panose="020F0502020204030204" pitchFamily="34" charset="0"/>
                <a:cs typeface="Franklin Gothic Book"/>
              </a:rPr>
              <a:t>-</a:t>
            </a:r>
            <a:r>
              <a:rPr sz="2400" spc="-30" dirty="0">
                <a:solidFill>
                  <a:srgbClr val="4D3A2F"/>
                </a:solidFill>
                <a:latin typeface="Calibri" panose="020F0502020204030204" pitchFamily="34" charset="0"/>
                <a:cs typeface="Franklin Gothic Book"/>
              </a:rPr>
              <a:t>m</a:t>
            </a:r>
            <a:r>
              <a:rPr sz="2400" spc="-15" dirty="0">
                <a:solidFill>
                  <a:srgbClr val="4D3A2F"/>
                </a:solidFill>
                <a:latin typeface="Calibri" panose="020F0502020204030204" pitchFamily="34" charset="0"/>
                <a:cs typeface="Franklin Gothic Book"/>
              </a:rPr>
              <a:t>a</a:t>
            </a:r>
            <a:r>
              <a:rPr sz="2400" spc="-5" dirty="0">
                <a:solidFill>
                  <a:srgbClr val="4D3A2F"/>
                </a:solidFill>
                <a:latin typeface="Calibri" panose="020F0502020204030204" pitchFamily="34" charset="0"/>
                <a:cs typeface="Franklin Gothic Book"/>
              </a:rPr>
              <a:t>il</a:t>
            </a:r>
            <a:r>
              <a:rPr sz="2400" dirty="0">
                <a:solidFill>
                  <a:srgbClr val="4D3A2F"/>
                </a:solidFill>
                <a:latin typeface="Calibri" panose="020F0502020204030204" pitchFamily="34" charset="0"/>
                <a:cs typeface="Franklin Gothic Book"/>
              </a:rPr>
              <a:t>s</a:t>
            </a:r>
            <a:r>
              <a:rPr sz="2400" spc="-10" dirty="0">
                <a:solidFill>
                  <a:srgbClr val="4D3A2F"/>
                </a:solidFill>
                <a:latin typeface="Calibri" panose="020F0502020204030204" pitchFamily="34" charset="0"/>
                <a:cs typeface="Franklin Gothic Book"/>
              </a:rPr>
              <a:t> </a:t>
            </a:r>
            <a:r>
              <a:rPr sz="2400" i="1" dirty="0">
                <a:solidFill>
                  <a:srgbClr val="FF0000"/>
                </a:solidFill>
                <a:latin typeface="Calibri" panose="020F0502020204030204" pitchFamily="34" charset="0"/>
                <a:cs typeface="Franklin Gothic Book"/>
              </a:rPr>
              <a:t>(</a:t>
            </a:r>
            <a:r>
              <a:rPr sz="2400" i="1" spc="-5" dirty="0">
                <a:solidFill>
                  <a:srgbClr val="FF0000"/>
                </a:solidFill>
                <a:latin typeface="Calibri" panose="020F0502020204030204" pitchFamily="34" charset="0"/>
                <a:cs typeface="Franklin Gothic Book"/>
              </a:rPr>
              <a:t>c</a:t>
            </a:r>
            <a:r>
              <a:rPr sz="2400" i="1" spc="-25" dirty="0">
                <a:solidFill>
                  <a:srgbClr val="FF0000"/>
                </a:solidFill>
                <a:latin typeface="Calibri" panose="020F0502020204030204" pitchFamily="34" charset="0"/>
                <a:cs typeface="Franklin Gothic Book"/>
              </a:rPr>
              <a:t>a</a:t>
            </a:r>
            <a:r>
              <a:rPr sz="2400" i="1" spc="-15" dirty="0">
                <a:solidFill>
                  <a:srgbClr val="FF0000"/>
                </a:solidFill>
                <a:latin typeface="Calibri" panose="020F0502020204030204" pitchFamily="34" charset="0"/>
                <a:cs typeface="Franklin Gothic Book"/>
              </a:rPr>
              <a:t>r</a:t>
            </a:r>
            <a:r>
              <a:rPr sz="2400" i="1" spc="-10" dirty="0">
                <a:solidFill>
                  <a:srgbClr val="FF0000"/>
                </a:solidFill>
                <a:latin typeface="Calibri" panose="020F0502020204030204" pitchFamily="34" charset="0"/>
                <a:cs typeface="Franklin Gothic Book"/>
              </a:rPr>
              <a:t>e</a:t>
            </a:r>
            <a:r>
              <a:rPr sz="2400" i="1" spc="-20" dirty="0">
                <a:solidFill>
                  <a:srgbClr val="FF0000"/>
                </a:solidFill>
                <a:latin typeface="Calibri" panose="020F0502020204030204" pitchFamily="34" charset="0"/>
                <a:cs typeface="Franklin Gothic Book"/>
              </a:rPr>
              <a:t>f</a:t>
            </a:r>
            <a:r>
              <a:rPr sz="2400" i="1" spc="-15" dirty="0">
                <a:solidFill>
                  <a:srgbClr val="FF0000"/>
                </a:solidFill>
                <a:latin typeface="Calibri" panose="020F0502020204030204" pitchFamily="34" charset="0"/>
                <a:cs typeface="Franklin Gothic Book"/>
              </a:rPr>
              <a:t>ul</a:t>
            </a:r>
            <a:r>
              <a:rPr sz="2400" i="1" spc="-5" dirty="0">
                <a:solidFill>
                  <a:srgbClr val="FF0000"/>
                </a:solidFill>
                <a:latin typeface="Calibri" panose="020F0502020204030204" pitchFamily="34" charset="0"/>
                <a:cs typeface="Franklin Gothic Book"/>
              </a:rPr>
              <a:t>,</a:t>
            </a:r>
            <a:r>
              <a:rPr sz="2400" i="1" spc="5" dirty="0">
                <a:solidFill>
                  <a:srgbClr val="FF0000"/>
                </a:solidFill>
                <a:latin typeface="Calibri" panose="020F0502020204030204" pitchFamily="34" charset="0"/>
                <a:cs typeface="Franklin Gothic Book"/>
              </a:rPr>
              <a:t> </a:t>
            </a:r>
            <a:endParaRPr lang="en-US" sz="2400" i="1" spc="5" dirty="0">
              <a:solidFill>
                <a:srgbClr val="FF0000"/>
              </a:solidFill>
              <a:latin typeface="Calibri" panose="020F0502020204030204" pitchFamily="34" charset="0"/>
              <a:cs typeface="Franklin Gothic Book"/>
            </a:endParaRPr>
          </a:p>
          <a:p>
            <a:pPr marL="12700" marR="140970" fontAlgn="auto">
              <a:spcBef>
                <a:spcPts val="10"/>
              </a:spcBef>
              <a:spcAft>
                <a:spcPts val="0"/>
              </a:spcAft>
            </a:pPr>
            <a:r>
              <a:rPr sz="2400" i="1" spc="-20" dirty="0">
                <a:solidFill>
                  <a:srgbClr val="FF0000"/>
                </a:solidFill>
                <a:latin typeface="Calibri" panose="020F0502020204030204" pitchFamily="34" charset="0"/>
                <a:cs typeface="Franklin Gothic Book"/>
              </a:rPr>
              <a:t>e</a:t>
            </a:r>
            <a:r>
              <a:rPr sz="2400" i="1" dirty="0">
                <a:solidFill>
                  <a:srgbClr val="FF0000"/>
                </a:solidFill>
                <a:latin typeface="Calibri" panose="020F0502020204030204" pitchFamily="34" charset="0"/>
                <a:cs typeface="Franklin Gothic Book"/>
              </a:rPr>
              <a:t>-</a:t>
            </a:r>
            <a:r>
              <a:rPr sz="2400" i="1" spc="-15" dirty="0">
                <a:solidFill>
                  <a:srgbClr val="FF0000"/>
                </a:solidFill>
                <a:latin typeface="Calibri" panose="020F0502020204030204" pitchFamily="34" charset="0"/>
                <a:cs typeface="Franklin Gothic Book"/>
              </a:rPr>
              <a:t>ma</a:t>
            </a:r>
            <a:r>
              <a:rPr sz="2400" i="1" spc="-10" dirty="0">
                <a:solidFill>
                  <a:srgbClr val="FF0000"/>
                </a:solidFill>
                <a:latin typeface="Calibri" panose="020F0502020204030204" pitchFamily="34" charset="0"/>
                <a:cs typeface="Franklin Gothic Book"/>
              </a:rPr>
              <a:t>ils</a:t>
            </a:r>
            <a:r>
              <a:rPr sz="2400" i="1" dirty="0">
                <a:solidFill>
                  <a:srgbClr val="FF0000"/>
                </a:solidFill>
                <a:latin typeface="Calibri" panose="020F0502020204030204" pitchFamily="34" charset="0"/>
                <a:cs typeface="Franklin Gothic Book"/>
              </a:rPr>
              <a:t> </a:t>
            </a:r>
            <a:r>
              <a:rPr sz="2400" i="1" spc="-25" dirty="0">
                <a:solidFill>
                  <a:srgbClr val="FF0000"/>
                </a:solidFill>
                <a:latin typeface="Calibri" panose="020F0502020204030204" pitchFamily="34" charset="0"/>
                <a:cs typeface="Franklin Gothic Book"/>
              </a:rPr>
              <a:t>a</a:t>
            </a:r>
            <a:r>
              <a:rPr sz="2400" i="1" spc="-15" dirty="0">
                <a:solidFill>
                  <a:srgbClr val="FF0000"/>
                </a:solidFill>
                <a:latin typeface="Calibri" panose="020F0502020204030204" pitchFamily="34" charset="0"/>
                <a:cs typeface="Franklin Gothic Book"/>
              </a:rPr>
              <a:t>re</a:t>
            </a:r>
            <a:r>
              <a:rPr sz="2400" i="1" spc="5" dirty="0">
                <a:solidFill>
                  <a:srgbClr val="FF0000"/>
                </a:solidFill>
                <a:latin typeface="Calibri" panose="020F0502020204030204" pitchFamily="34" charset="0"/>
                <a:cs typeface="Franklin Gothic Book"/>
              </a:rPr>
              <a:t> </a:t>
            </a:r>
            <a:r>
              <a:rPr sz="2400" i="1" spc="-15" dirty="0">
                <a:solidFill>
                  <a:srgbClr val="FF0000"/>
                </a:solidFill>
                <a:latin typeface="Calibri" panose="020F0502020204030204" pitchFamily="34" charset="0"/>
                <a:cs typeface="Franklin Gothic Book"/>
              </a:rPr>
              <a:t>a</a:t>
            </a:r>
            <a:r>
              <a:rPr sz="2400" i="1" spc="-20" dirty="0">
                <a:solidFill>
                  <a:srgbClr val="FF0000"/>
                </a:solidFill>
                <a:latin typeface="Calibri" panose="020F0502020204030204" pitchFamily="34" charset="0"/>
                <a:cs typeface="Franklin Gothic Book"/>
              </a:rPr>
              <a:t>ls</a:t>
            </a:r>
            <a:r>
              <a:rPr sz="2400" i="1" spc="-15" dirty="0">
                <a:solidFill>
                  <a:srgbClr val="FF0000"/>
                </a:solidFill>
                <a:latin typeface="Calibri" panose="020F0502020204030204" pitchFamily="34" charset="0"/>
                <a:cs typeface="Franklin Gothic Book"/>
              </a:rPr>
              <a:t>o</a:t>
            </a:r>
            <a:r>
              <a:rPr sz="2400" i="1" spc="-5" dirty="0">
                <a:solidFill>
                  <a:srgbClr val="FF0000"/>
                </a:solidFill>
                <a:latin typeface="Calibri" panose="020F0502020204030204" pitchFamily="34" charset="0"/>
                <a:cs typeface="Franklin Gothic Book"/>
              </a:rPr>
              <a:t> </a:t>
            </a:r>
            <a:r>
              <a:rPr sz="2400" i="1" spc="-15" dirty="0">
                <a:solidFill>
                  <a:srgbClr val="FF0000"/>
                </a:solidFill>
                <a:latin typeface="Calibri" panose="020F0502020204030204" pitchFamily="34" charset="0"/>
                <a:cs typeface="Franklin Gothic Book"/>
              </a:rPr>
              <a:t>c</a:t>
            </a:r>
            <a:r>
              <a:rPr sz="2400" i="1" spc="-10" dirty="0">
                <a:solidFill>
                  <a:srgbClr val="FF0000"/>
                </a:solidFill>
                <a:latin typeface="Calibri" panose="020F0502020204030204" pitchFamily="34" charset="0"/>
                <a:cs typeface="Franklin Gothic Book"/>
              </a:rPr>
              <a:t>o</a:t>
            </a:r>
            <a:r>
              <a:rPr sz="2400" i="1" spc="-15" dirty="0">
                <a:solidFill>
                  <a:srgbClr val="FF0000"/>
                </a:solidFill>
                <a:latin typeface="Calibri" panose="020F0502020204030204" pitchFamily="34" charset="0"/>
                <a:cs typeface="Franklin Gothic Book"/>
              </a:rPr>
              <a:t>n</a:t>
            </a:r>
            <a:r>
              <a:rPr sz="2400" i="1" spc="-20" dirty="0">
                <a:solidFill>
                  <a:srgbClr val="FF0000"/>
                </a:solidFill>
                <a:latin typeface="Calibri" panose="020F0502020204030204" pitchFamily="34" charset="0"/>
                <a:cs typeface="Franklin Gothic Book"/>
              </a:rPr>
              <a:t>t</a:t>
            </a:r>
            <a:r>
              <a:rPr sz="2400" i="1" spc="-15" dirty="0">
                <a:solidFill>
                  <a:srgbClr val="FF0000"/>
                </a:solidFill>
                <a:latin typeface="Calibri" panose="020F0502020204030204" pitchFamily="34" charset="0"/>
                <a:cs typeface="Franklin Gothic Book"/>
              </a:rPr>
              <a:t>rac</a:t>
            </a:r>
            <a:r>
              <a:rPr sz="2400" i="1" spc="-20" dirty="0">
                <a:solidFill>
                  <a:srgbClr val="FF0000"/>
                </a:solidFill>
                <a:latin typeface="Calibri" panose="020F0502020204030204" pitchFamily="34" charset="0"/>
                <a:cs typeface="Franklin Gothic Book"/>
              </a:rPr>
              <a:t>t</a:t>
            </a:r>
            <a:r>
              <a:rPr sz="2400" i="1" spc="-10" dirty="0">
                <a:solidFill>
                  <a:srgbClr val="FF0000"/>
                </a:solidFill>
                <a:latin typeface="Calibri" panose="020F0502020204030204" pitchFamily="34" charset="0"/>
                <a:cs typeface="Franklin Gothic Book"/>
              </a:rPr>
              <a:t>s</a:t>
            </a:r>
            <a:r>
              <a:rPr sz="2400" i="1" dirty="0">
                <a:solidFill>
                  <a:srgbClr val="FF0000"/>
                </a:solidFill>
                <a:latin typeface="Calibri" panose="020F0502020204030204" pitchFamily="34" charset="0"/>
                <a:cs typeface="Franklin Gothic Book"/>
              </a:rPr>
              <a:t>)</a:t>
            </a:r>
            <a:r>
              <a:rPr sz="2400" dirty="0">
                <a:solidFill>
                  <a:srgbClr val="4D3A2F"/>
                </a:solidFill>
                <a:latin typeface="Calibri" panose="020F0502020204030204" pitchFamily="34" charset="0"/>
                <a:cs typeface="Franklin Gothic Book"/>
              </a:rPr>
              <a:t>, </a:t>
            </a:r>
            <a:r>
              <a:rPr lang="en-US" sz="2400" dirty="0">
                <a:solidFill>
                  <a:srgbClr val="4D3A2F"/>
                </a:solidFill>
                <a:latin typeface="Calibri" panose="020F0502020204030204" pitchFamily="34" charset="0"/>
                <a:cs typeface="Franklin Gothic Book"/>
              </a:rPr>
              <a:t>texts, </a:t>
            </a:r>
            <a:r>
              <a:rPr sz="2400" spc="-15" dirty="0">
                <a:solidFill>
                  <a:srgbClr val="4D3A2F"/>
                </a:solidFill>
                <a:latin typeface="Calibri" panose="020F0502020204030204" pitchFamily="34" charset="0"/>
                <a:cs typeface="Franklin Gothic Book"/>
              </a:rPr>
              <a:t>and</a:t>
            </a:r>
            <a:r>
              <a:rPr sz="2400" spc="5" dirty="0">
                <a:solidFill>
                  <a:srgbClr val="4D3A2F"/>
                </a:solidFill>
                <a:latin typeface="Calibri" panose="020F0502020204030204" pitchFamily="34" charset="0"/>
                <a:cs typeface="Franklin Gothic Book"/>
              </a:rPr>
              <a:t> </a:t>
            </a:r>
            <a:r>
              <a:rPr sz="2400" spc="-20" dirty="0">
                <a:solidFill>
                  <a:srgbClr val="4D3A2F"/>
                </a:solidFill>
                <a:latin typeface="Calibri" panose="020F0502020204030204" pitchFamily="34" charset="0"/>
                <a:cs typeface="Franklin Gothic Book"/>
              </a:rPr>
              <a:t>ot</a:t>
            </a:r>
            <a:r>
              <a:rPr sz="2400" spc="-10" dirty="0">
                <a:solidFill>
                  <a:srgbClr val="4D3A2F"/>
                </a:solidFill>
                <a:latin typeface="Calibri" panose="020F0502020204030204" pitchFamily="34" charset="0"/>
                <a:cs typeface="Franklin Gothic Book"/>
              </a:rPr>
              <a:t>her</a:t>
            </a:r>
            <a:r>
              <a:rPr sz="2400" spc="5" dirty="0">
                <a:solidFill>
                  <a:srgbClr val="4D3A2F"/>
                </a:solidFill>
                <a:latin typeface="Calibri" panose="020F0502020204030204" pitchFamily="34" charset="0"/>
                <a:cs typeface="Franklin Gothic Book"/>
              </a:rPr>
              <a:t> </a:t>
            </a:r>
            <a:r>
              <a:rPr sz="2400" spc="-15" dirty="0">
                <a:solidFill>
                  <a:srgbClr val="4D3A2F"/>
                </a:solidFill>
                <a:latin typeface="Calibri" panose="020F0502020204030204" pitchFamily="34" charset="0"/>
                <a:cs typeface="Franklin Gothic Book"/>
              </a:rPr>
              <a:t>n</a:t>
            </a:r>
            <a:r>
              <a:rPr sz="2400" spc="-25" dirty="0">
                <a:solidFill>
                  <a:srgbClr val="4D3A2F"/>
                </a:solidFill>
                <a:latin typeface="Calibri" panose="020F0502020204030204" pitchFamily="34" charset="0"/>
                <a:cs typeface="Franklin Gothic Book"/>
              </a:rPr>
              <a:t>o</a:t>
            </a:r>
            <a:r>
              <a:rPr sz="2400" spc="-50" dirty="0">
                <a:solidFill>
                  <a:srgbClr val="4D3A2F"/>
                </a:solidFill>
                <a:latin typeface="Calibri" panose="020F0502020204030204" pitchFamily="34" charset="0"/>
                <a:cs typeface="Franklin Gothic Book"/>
              </a:rPr>
              <a:t>t</a:t>
            </a:r>
            <a:r>
              <a:rPr sz="2400" spc="-20" dirty="0">
                <a:solidFill>
                  <a:srgbClr val="4D3A2F"/>
                </a:solidFill>
                <a:latin typeface="Calibri" panose="020F0502020204030204" pitchFamily="34" charset="0"/>
                <a:cs typeface="Franklin Gothic Book"/>
              </a:rPr>
              <a:t>e</a:t>
            </a:r>
            <a:r>
              <a:rPr sz="2400" spc="-10" dirty="0">
                <a:solidFill>
                  <a:srgbClr val="4D3A2F"/>
                </a:solidFill>
                <a:latin typeface="Calibri" panose="020F0502020204030204" pitchFamily="34" charset="0"/>
                <a:cs typeface="Franklin Gothic Book"/>
              </a:rPr>
              <a:t>s</a:t>
            </a:r>
            <a:r>
              <a:rPr sz="2400" dirty="0">
                <a:solidFill>
                  <a:srgbClr val="4D3A2F"/>
                </a:solidFill>
                <a:latin typeface="Calibri" panose="020F0502020204030204" pitchFamily="34" charset="0"/>
                <a:cs typeface="Franklin Gothic Book"/>
              </a:rPr>
              <a:t>.</a:t>
            </a:r>
            <a:endParaRPr lang="en-US" sz="2400" dirty="0">
              <a:solidFill>
                <a:srgbClr val="4D3A2F"/>
              </a:solidFill>
              <a:latin typeface="Calibri" panose="020F0502020204030204" pitchFamily="34" charset="0"/>
              <a:cs typeface="Franklin Gothic Book"/>
            </a:endParaRPr>
          </a:p>
          <a:p>
            <a:pPr marL="12700" marR="140970" fontAlgn="auto">
              <a:spcBef>
                <a:spcPts val="10"/>
              </a:spcBef>
              <a:spcAft>
                <a:spcPts val="0"/>
              </a:spcAft>
            </a:pPr>
            <a:endParaRPr sz="2400" dirty="0">
              <a:solidFill>
                <a:prstClr val="black"/>
              </a:solidFill>
              <a:latin typeface="Calibri" panose="020F0502020204030204" pitchFamily="34" charset="0"/>
              <a:cs typeface="Franklin Gothic Book"/>
            </a:endParaRPr>
          </a:p>
          <a:p>
            <a:pPr marL="12700" fontAlgn="auto">
              <a:spcBef>
                <a:spcPts val="0"/>
              </a:spcBef>
              <a:spcAft>
                <a:spcPts val="0"/>
              </a:spcAft>
            </a:pPr>
            <a:r>
              <a:rPr sz="2400" b="1" i="1" u="heavy" dirty="0">
                <a:solidFill>
                  <a:srgbClr val="4D3A2F"/>
                </a:solidFill>
                <a:latin typeface="Calibri" panose="020F0502020204030204" pitchFamily="34" charset="0"/>
                <a:cs typeface="Franklin Gothic Book"/>
              </a:rPr>
              <a:t>I</a:t>
            </a:r>
            <a:r>
              <a:rPr sz="2400" b="1" i="1" u="heavy" spc="-15" dirty="0">
                <a:solidFill>
                  <a:srgbClr val="4D3A2F"/>
                </a:solidFill>
                <a:latin typeface="Calibri" panose="020F0502020204030204" pitchFamily="34" charset="0"/>
                <a:cs typeface="Franklin Gothic Book"/>
              </a:rPr>
              <a:t>n</a:t>
            </a:r>
            <a:r>
              <a:rPr sz="2400" b="1" i="1" u="heavy" spc="-20" dirty="0">
                <a:solidFill>
                  <a:srgbClr val="4D3A2F"/>
                </a:solidFill>
                <a:latin typeface="Calibri" panose="020F0502020204030204" pitchFamily="34" charset="0"/>
                <a:cs typeface="Franklin Gothic Book"/>
              </a:rPr>
              <a:t>f</a:t>
            </a:r>
            <a:r>
              <a:rPr sz="2400" b="1" i="1" u="heavy" dirty="0">
                <a:solidFill>
                  <a:srgbClr val="4D3A2F"/>
                </a:solidFill>
                <a:latin typeface="Calibri" panose="020F0502020204030204" pitchFamily="34" charset="0"/>
                <a:cs typeface="Franklin Gothic Book"/>
              </a:rPr>
              <a:t>o</a:t>
            </a:r>
            <a:r>
              <a:rPr sz="2400" b="1" i="1" u="heavy" spc="5" dirty="0">
                <a:solidFill>
                  <a:srgbClr val="4D3A2F"/>
                </a:solidFill>
                <a:latin typeface="Calibri" panose="020F0502020204030204" pitchFamily="34" charset="0"/>
                <a:cs typeface="Franklin Gothic Book"/>
              </a:rPr>
              <a:t>r</a:t>
            </a:r>
            <a:r>
              <a:rPr sz="2400" b="1" i="1" u="heavy" spc="-20" dirty="0">
                <a:solidFill>
                  <a:srgbClr val="4D3A2F"/>
                </a:solidFill>
                <a:latin typeface="Calibri" panose="020F0502020204030204" pitchFamily="34" charset="0"/>
                <a:cs typeface="Franklin Gothic Book"/>
              </a:rPr>
              <a:t>m</a:t>
            </a:r>
            <a:r>
              <a:rPr sz="2400" b="1" i="1" u="heavy" spc="5" dirty="0">
                <a:solidFill>
                  <a:srgbClr val="4D3A2F"/>
                </a:solidFill>
                <a:latin typeface="Calibri" panose="020F0502020204030204" pitchFamily="34" charset="0"/>
                <a:cs typeface="Franklin Gothic Book"/>
              </a:rPr>
              <a:t>a</a:t>
            </a:r>
            <a:r>
              <a:rPr sz="2400" b="1" i="1" u="heavy" dirty="0">
                <a:solidFill>
                  <a:srgbClr val="4D3A2F"/>
                </a:solidFill>
                <a:latin typeface="Calibri" panose="020F0502020204030204" pitchFamily="34" charset="0"/>
                <a:cs typeface="Franklin Gothic Book"/>
              </a:rPr>
              <a:t>l</a:t>
            </a:r>
            <a:r>
              <a:rPr sz="2400" b="1" i="1" u="heavy" spc="15" dirty="0">
                <a:solidFill>
                  <a:srgbClr val="4D3A2F"/>
                </a:solidFill>
                <a:latin typeface="Calibri" panose="020F0502020204030204" pitchFamily="34" charset="0"/>
                <a:cs typeface="Franklin Gothic Book"/>
              </a:rPr>
              <a:t> </a:t>
            </a:r>
            <a:r>
              <a:rPr sz="2400" b="1" i="1" u="heavy" spc="-50" dirty="0">
                <a:solidFill>
                  <a:srgbClr val="4D3A2F"/>
                </a:solidFill>
                <a:latin typeface="Calibri" panose="020F0502020204030204" pitchFamily="34" charset="0"/>
                <a:cs typeface="Franklin Gothic Book"/>
              </a:rPr>
              <a:t>V</a:t>
            </a:r>
            <a:r>
              <a:rPr sz="2400" b="1" i="1" u="heavy" spc="15" dirty="0">
                <a:solidFill>
                  <a:srgbClr val="4D3A2F"/>
                </a:solidFill>
                <a:latin typeface="Calibri" panose="020F0502020204030204" pitchFamily="34" charset="0"/>
                <a:cs typeface="Franklin Gothic Book"/>
              </a:rPr>
              <a:t>e</a:t>
            </a:r>
            <a:r>
              <a:rPr sz="2400" b="1" i="1" u="heavy" dirty="0">
                <a:solidFill>
                  <a:srgbClr val="4D3A2F"/>
                </a:solidFill>
                <a:latin typeface="Calibri" panose="020F0502020204030204" pitchFamily="34" charset="0"/>
                <a:cs typeface="Franklin Gothic Book"/>
              </a:rPr>
              <a:t>rb</a:t>
            </a:r>
            <a:r>
              <a:rPr sz="2400" b="1" i="1" u="heavy" spc="5" dirty="0">
                <a:solidFill>
                  <a:srgbClr val="4D3A2F"/>
                </a:solidFill>
                <a:latin typeface="Calibri" panose="020F0502020204030204" pitchFamily="34" charset="0"/>
                <a:cs typeface="Franklin Gothic Book"/>
              </a:rPr>
              <a:t>a</a:t>
            </a:r>
            <a:r>
              <a:rPr sz="2400" b="1" i="1" u="heavy" dirty="0">
                <a:solidFill>
                  <a:srgbClr val="4D3A2F"/>
                </a:solidFill>
                <a:latin typeface="Calibri" panose="020F0502020204030204" pitchFamily="34" charset="0"/>
                <a:cs typeface="Franklin Gothic Book"/>
              </a:rPr>
              <a:t>l</a:t>
            </a:r>
            <a:r>
              <a:rPr sz="2400" b="1" i="1" spc="35" dirty="0">
                <a:solidFill>
                  <a:srgbClr val="4D3A2F"/>
                </a:solidFill>
                <a:latin typeface="Calibri" panose="020F0502020204030204" pitchFamily="34" charset="0"/>
                <a:cs typeface="Franklin Gothic Book"/>
              </a:rPr>
              <a:t> </a:t>
            </a:r>
            <a:r>
              <a:rPr sz="2400" spc="-10" dirty="0">
                <a:solidFill>
                  <a:srgbClr val="4D3A2F"/>
                </a:solidFill>
                <a:latin typeface="Calibri" panose="020F0502020204030204" pitchFamily="34" charset="0"/>
                <a:cs typeface="Franklin Gothic Book"/>
              </a:rPr>
              <a:t>is</a:t>
            </a:r>
            <a:r>
              <a:rPr sz="2400" dirty="0">
                <a:solidFill>
                  <a:srgbClr val="4D3A2F"/>
                </a:solidFill>
                <a:latin typeface="Calibri" panose="020F0502020204030204" pitchFamily="34" charset="0"/>
                <a:cs typeface="Franklin Gothic Book"/>
              </a:rPr>
              <a:t> </a:t>
            </a:r>
            <a:r>
              <a:rPr sz="2400" spc="-15" dirty="0">
                <a:solidFill>
                  <a:srgbClr val="4D3A2F"/>
                </a:solidFill>
                <a:latin typeface="Calibri" panose="020F0502020204030204" pitchFamily="34" charset="0"/>
                <a:cs typeface="Franklin Gothic Book"/>
              </a:rPr>
              <a:t>a</a:t>
            </a:r>
            <a:r>
              <a:rPr sz="2400" dirty="0">
                <a:solidFill>
                  <a:srgbClr val="4D3A2F"/>
                </a:solidFill>
                <a:latin typeface="Calibri" panose="020F0502020204030204" pitchFamily="34" charset="0"/>
                <a:cs typeface="Franklin Gothic Book"/>
              </a:rPr>
              <a:t> </a:t>
            </a:r>
            <a:r>
              <a:rPr sz="2400" spc="-10" dirty="0">
                <a:solidFill>
                  <a:srgbClr val="4D3A2F"/>
                </a:solidFill>
                <a:latin typeface="Calibri" panose="020F0502020204030204" pitchFamily="34" charset="0"/>
                <a:cs typeface="Franklin Gothic Book"/>
              </a:rPr>
              <a:t>s</a:t>
            </a:r>
            <a:r>
              <a:rPr sz="2400" spc="-20" dirty="0">
                <a:solidFill>
                  <a:srgbClr val="4D3A2F"/>
                </a:solidFill>
                <a:latin typeface="Calibri" panose="020F0502020204030204" pitchFamily="34" charset="0"/>
                <a:cs typeface="Franklin Gothic Book"/>
              </a:rPr>
              <a:t>t</a:t>
            </a:r>
            <a:r>
              <a:rPr sz="2400" dirty="0">
                <a:solidFill>
                  <a:srgbClr val="4D3A2F"/>
                </a:solidFill>
                <a:latin typeface="Calibri" panose="020F0502020204030204" pitchFamily="34" charset="0"/>
                <a:cs typeface="Franklin Gothic Book"/>
              </a:rPr>
              <a:t>y</a:t>
            </a:r>
            <a:r>
              <a:rPr sz="2400" spc="-10" dirty="0">
                <a:solidFill>
                  <a:srgbClr val="4D3A2F"/>
                </a:solidFill>
                <a:latin typeface="Calibri" panose="020F0502020204030204" pitchFamily="34" charset="0"/>
                <a:cs typeface="Franklin Gothic Book"/>
              </a:rPr>
              <a:t>l</a:t>
            </a:r>
            <a:r>
              <a:rPr sz="2400" spc="-15" dirty="0">
                <a:solidFill>
                  <a:srgbClr val="4D3A2F"/>
                </a:solidFill>
                <a:latin typeface="Calibri" panose="020F0502020204030204" pitchFamily="34" charset="0"/>
                <a:cs typeface="Franklin Gothic Book"/>
              </a:rPr>
              <a:t>e</a:t>
            </a:r>
            <a:r>
              <a:rPr sz="2400" spc="5" dirty="0">
                <a:solidFill>
                  <a:srgbClr val="4D3A2F"/>
                </a:solidFill>
                <a:latin typeface="Calibri" panose="020F0502020204030204" pitchFamily="34" charset="0"/>
                <a:cs typeface="Franklin Gothic Book"/>
              </a:rPr>
              <a:t> </a:t>
            </a:r>
            <a:r>
              <a:rPr sz="2400" dirty="0">
                <a:solidFill>
                  <a:srgbClr val="4D3A2F"/>
                </a:solidFill>
                <a:latin typeface="Calibri" panose="020F0502020204030204" pitchFamily="34" charset="0"/>
                <a:cs typeface="Franklin Gothic Book"/>
              </a:rPr>
              <a:t>b</a:t>
            </a:r>
            <a:r>
              <a:rPr sz="2400" spc="-20" dirty="0">
                <a:solidFill>
                  <a:srgbClr val="4D3A2F"/>
                </a:solidFill>
                <a:latin typeface="Calibri" panose="020F0502020204030204" pitchFamily="34" charset="0"/>
                <a:cs typeface="Franklin Gothic Book"/>
              </a:rPr>
              <a:t>e</a:t>
            </a:r>
            <a:r>
              <a:rPr sz="2400" spc="-10" dirty="0">
                <a:solidFill>
                  <a:srgbClr val="4D3A2F"/>
                </a:solidFill>
                <a:latin typeface="Calibri" panose="020F0502020204030204" pitchFamily="34" charset="0"/>
                <a:cs typeface="Franklin Gothic Book"/>
              </a:rPr>
              <a:t>st </a:t>
            </a:r>
            <a:r>
              <a:rPr sz="2400" spc="-15" dirty="0">
                <a:solidFill>
                  <a:srgbClr val="4D3A2F"/>
                </a:solidFill>
                <a:latin typeface="Calibri" panose="020F0502020204030204" pitchFamily="34" charset="0"/>
                <a:cs typeface="Franklin Gothic Book"/>
              </a:rPr>
              <a:t>r</a:t>
            </a:r>
            <a:r>
              <a:rPr sz="2400" spc="-10" dirty="0">
                <a:solidFill>
                  <a:srgbClr val="4D3A2F"/>
                </a:solidFill>
                <a:latin typeface="Calibri" panose="020F0502020204030204" pitchFamily="34" charset="0"/>
                <a:cs typeface="Franklin Gothic Book"/>
              </a:rPr>
              <a:t>e</a:t>
            </a:r>
            <a:r>
              <a:rPr sz="2400" spc="-20" dirty="0">
                <a:solidFill>
                  <a:srgbClr val="4D3A2F"/>
                </a:solidFill>
                <a:latin typeface="Calibri" panose="020F0502020204030204" pitchFamily="34" charset="0"/>
                <a:cs typeface="Franklin Gothic Book"/>
              </a:rPr>
              <a:t>se</a:t>
            </a:r>
            <a:r>
              <a:rPr sz="2400" spc="30" dirty="0">
                <a:solidFill>
                  <a:srgbClr val="4D3A2F"/>
                </a:solidFill>
                <a:latin typeface="Calibri" panose="020F0502020204030204" pitchFamily="34" charset="0"/>
                <a:cs typeface="Franklin Gothic Book"/>
              </a:rPr>
              <a:t>r</a:t>
            </a:r>
            <a:r>
              <a:rPr sz="2400" spc="-35" dirty="0">
                <a:solidFill>
                  <a:srgbClr val="4D3A2F"/>
                </a:solidFill>
                <a:latin typeface="Calibri" panose="020F0502020204030204" pitchFamily="34" charset="0"/>
                <a:cs typeface="Franklin Gothic Book"/>
              </a:rPr>
              <a:t>v</a:t>
            </a:r>
            <a:r>
              <a:rPr sz="2400" spc="-20" dirty="0">
                <a:solidFill>
                  <a:srgbClr val="4D3A2F"/>
                </a:solidFill>
                <a:latin typeface="Calibri" panose="020F0502020204030204" pitchFamily="34" charset="0"/>
                <a:cs typeface="Franklin Gothic Book"/>
              </a:rPr>
              <a:t>e</a:t>
            </a:r>
            <a:r>
              <a:rPr sz="2400" spc="-15" dirty="0">
                <a:solidFill>
                  <a:srgbClr val="4D3A2F"/>
                </a:solidFill>
                <a:latin typeface="Calibri" panose="020F0502020204030204" pitchFamily="34" charset="0"/>
                <a:cs typeface="Franklin Gothic Book"/>
              </a:rPr>
              <a:t>d</a:t>
            </a:r>
            <a:r>
              <a:rPr sz="2400" spc="5" dirty="0">
                <a:solidFill>
                  <a:srgbClr val="4D3A2F"/>
                </a:solidFill>
                <a:latin typeface="Calibri" panose="020F0502020204030204" pitchFamily="34" charset="0"/>
                <a:cs typeface="Franklin Gothic Book"/>
              </a:rPr>
              <a:t> </a:t>
            </a:r>
            <a:r>
              <a:rPr sz="2400" spc="-60" dirty="0">
                <a:solidFill>
                  <a:srgbClr val="4D3A2F"/>
                </a:solidFill>
                <a:latin typeface="Calibri" panose="020F0502020204030204" pitchFamily="34" charset="0"/>
                <a:cs typeface="Franklin Gothic Book"/>
              </a:rPr>
              <a:t>f</a:t>
            </a:r>
            <a:r>
              <a:rPr sz="2400" spc="-20" dirty="0">
                <a:solidFill>
                  <a:srgbClr val="4D3A2F"/>
                </a:solidFill>
                <a:latin typeface="Calibri" panose="020F0502020204030204" pitchFamily="34" charset="0"/>
                <a:cs typeface="Franklin Gothic Book"/>
              </a:rPr>
              <a:t>o</a:t>
            </a:r>
            <a:r>
              <a:rPr sz="2400" spc="-10" dirty="0">
                <a:solidFill>
                  <a:srgbClr val="4D3A2F"/>
                </a:solidFill>
                <a:latin typeface="Calibri" panose="020F0502020204030204" pitchFamily="34" charset="0"/>
                <a:cs typeface="Franklin Gothic Book"/>
              </a:rPr>
              <a:t>r</a:t>
            </a:r>
            <a:r>
              <a:rPr sz="2400" spc="5" dirty="0">
                <a:solidFill>
                  <a:srgbClr val="4D3A2F"/>
                </a:solidFill>
                <a:latin typeface="Calibri" panose="020F0502020204030204" pitchFamily="34" charset="0"/>
                <a:cs typeface="Franklin Gothic Book"/>
              </a:rPr>
              <a:t> </a:t>
            </a:r>
            <a:r>
              <a:rPr sz="2400" spc="-20" dirty="0">
                <a:solidFill>
                  <a:srgbClr val="4D3A2F"/>
                </a:solidFill>
                <a:latin typeface="Calibri" panose="020F0502020204030204" pitchFamily="34" charset="0"/>
                <a:cs typeface="Franklin Gothic Book"/>
              </a:rPr>
              <a:t>me</a:t>
            </a:r>
            <a:r>
              <a:rPr sz="2400" spc="-30" dirty="0">
                <a:solidFill>
                  <a:srgbClr val="4D3A2F"/>
                </a:solidFill>
                <a:latin typeface="Calibri" panose="020F0502020204030204" pitchFamily="34" charset="0"/>
                <a:cs typeface="Franklin Gothic Book"/>
              </a:rPr>
              <a:t>e</a:t>
            </a:r>
            <a:r>
              <a:rPr sz="2400" spc="-10" dirty="0">
                <a:solidFill>
                  <a:srgbClr val="4D3A2F"/>
                </a:solidFill>
                <a:latin typeface="Calibri" panose="020F0502020204030204" pitchFamily="34" charset="0"/>
                <a:cs typeface="Franklin Gothic Book"/>
              </a:rPr>
              <a:t>ti</a:t>
            </a:r>
            <a:r>
              <a:rPr sz="2400" spc="-15" dirty="0">
                <a:solidFill>
                  <a:srgbClr val="4D3A2F"/>
                </a:solidFill>
                <a:latin typeface="Calibri" panose="020F0502020204030204" pitchFamily="34" charset="0"/>
                <a:cs typeface="Franklin Gothic Book"/>
              </a:rPr>
              <a:t>n</a:t>
            </a:r>
            <a:r>
              <a:rPr sz="2400" spc="5" dirty="0">
                <a:solidFill>
                  <a:srgbClr val="4D3A2F"/>
                </a:solidFill>
                <a:latin typeface="Calibri" panose="020F0502020204030204" pitchFamily="34" charset="0"/>
                <a:cs typeface="Franklin Gothic Book"/>
              </a:rPr>
              <a:t>g</a:t>
            </a:r>
            <a:r>
              <a:rPr sz="2400" spc="-10" dirty="0">
                <a:solidFill>
                  <a:srgbClr val="4D3A2F"/>
                </a:solidFill>
                <a:latin typeface="Calibri" panose="020F0502020204030204" pitchFamily="34" charset="0"/>
                <a:cs typeface="Franklin Gothic Book"/>
              </a:rPr>
              <a:t>s</a:t>
            </a:r>
            <a:r>
              <a:rPr sz="2400" dirty="0">
                <a:solidFill>
                  <a:srgbClr val="4D3A2F"/>
                </a:solidFill>
                <a:latin typeface="Calibri" panose="020F0502020204030204" pitchFamily="34" charset="0"/>
                <a:cs typeface="Franklin Gothic Book"/>
              </a:rPr>
              <a:t> </a:t>
            </a:r>
            <a:r>
              <a:rPr sz="2400" spc="-25" dirty="0">
                <a:solidFill>
                  <a:srgbClr val="4D3A2F"/>
                </a:solidFill>
                <a:latin typeface="Calibri" panose="020F0502020204030204" pitchFamily="34" charset="0"/>
                <a:cs typeface="Franklin Gothic Book"/>
              </a:rPr>
              <a:t>a</a:t>
            </a:r>
            <a:r>
              <a:rPr sz="2400" spc="-15" dirty="0">
                <a:solidFill>
                  <a:srgbClr val="4D3A2F"/>
                </a:solidFill>
                <a:latin typeface="Calibri" panose="020F0502020204030204" pitchFamily="34" charset="0"/>
                <a:cs typeface="Franklin Gothic Book"/>
              </a:rPr>
              <a:t>nd</a:t>
            </a:r>
            <a:r>
              <a:rPr sz="2400" spc="5" dirty="0">
                <a:solidFill>
                  <a:srgbClr val="4D3A2F"/>
                </a:solidFill>
                <a:latin typeface="Calibri" panose="020F0502020204030204" pitchFamily="34" charset="0"/>
                <a:cs typeface="Franklin Gothic Book"/>
              </a:rPr>
              <a:t> </a:t>
            </a:r>
            <a:r>
              <a:rPr sz="2400" spc="-15" dirty="0">
                <a:solidFill>
                  <a:srgbClr val="4D3A2F"/>
                </a:solidFill>
                <a:latin typeface="Calibri" panose="020F0502020204030204" pitchFamily="34" charset="0"/>
                <a:cs typeface="Franklin Gothic Book"/>
              </a:rPr>
              <a:t>c</a:t>
            </a:r>
            <a:r>
              <a:rPr sz="2400" spc="-10" dirty="0">
                <a:solidFill>
                  <a:srgbClr val="4D3A2F"/>
                </a:solidFill>
                <a:latin typeface="Calibri" panose="020F0502020204030204" pitchFamily="34" charset="0"/>
                <a:cs typeface="Franklin Gothic Book"/>
              </a:rPr>
              <a:t>o</a:t>
            </a:r>
            <a:r>
              <a:rPr sz="2400" spc="-60" dirty="0">
                <a:solidFill>
                  <a:srgbClr val="4D3A2F"/>
                </a:solidFill>
                <a:latin typeface="Calibri" panose="020F0502020204030204" pitchFamily="34" charset="0"/>
                <a:cs typeface="Franklin Gothic Book"/>
              </a:rPr>
              <a:t>n</a:t>
            </a:r>
            <a:r>
              <a:rPr sz="2400" spc="-35" dirty="0">
                <a:solidFill>
                  <a:srgbClr val="4D3A2F"/>
                </a:solidFill>
                <a:latin typeface="Calibri" panose="020F0502020204030204" pitchFamily="34" charset="0"/>
                <a:cs typeface="Franklin Gothic Book"/>
              </a:rPr>
              <a:t>v</a:t>
            </a:r>
            <a:r>
              <a:rPr sz="2400" spc="-20" dirty="0">
                <a:solidFill>
                  <a:srgbClr val="4D3A2F"/>
                </a:solidFill>
                <a:latin typeface="Calibri" panose="020F0502020204030204" pitchFamily="34" charset="0"/>
                <a:cs typeface="Franklin Gothic Book"/>
              </a:rPr>
              <a:t>e</a:t>
            </a:r>
            <a:r>
              <a:rPr sz="2400" spc="-5" dirty="0">
                <a:solidFill>
                  <a:srgbClr val="4D3A2F"/>
                </a:solidFill>
                <a:latin typeface="Calibri" panose="020F0502020204030204" pitchFamily="34" charset="0"/>
                <a:cs typeface="Franklin Gothic Book"/>
              </a:rPr>
              <a:t>r</a:t>
            </a:r>
            <a:r>
              <a:rPr sz="2400" spc="-10" dirty="0">
                <a:solidFill>
                  <a:srgbClr val="4D3A2F"/>
                </a:solidFill>
                <a:latin typeface="Calibri" panose="020F0502020204030204" pitchFamily="34" charset="0"/>
                <a:cs typeface="Franklin Gothic Book"/>
              </a:rPr>
              <a:t>s</a:t>
            </a:r>
            <a:r>
              <a:rPr sz="2400" spc="-25" dirty="0">
                <a:solidFill>
                  <a:srgbClr val="4D3A2F"/>
                </a:solidFill>
                <a:latin typeface="Calibri" panose="020F0502020204030204" pitchFamily="34" charset="0"/>
                <a:cs typeface="Franklin Gothic Book"/>
              </a:rPr>
              <a:t>a</a:t>
            </a:r>
            <a:r>
              <a:rPr sz="2400" spc="-10" dirty="0">
                <a:solidFill>
                  <a:srgbClr val="4D3A2F"/>
                </a:solidFill>
                <a:latin typeface="Calibri" panose="020F0502020204030204" pitchFamily="34" charset="0"/>
                <a:cs typeface="Franklin Gothic Book"/>
              </a:rPr>
              <a:t>ti</a:t>
            </a:r>
            <a:r>
              <a:rPr sz="2400" spc="-20" dirty="0">
                <a:solidFill>
                  <a:srgbClr val="4D3A2F"/>
                </a:solidFill>
                <a:latin typeface="Calibri" panose="020F0502020204030204" pitchFamily="34" charset="0"/>
                <a:cs typeface="Franklin Gothic Book"/>
              </a:rPr>
              <a:t>o</a:t>
            </a:r>
            <a:r>
              <a:rPr sz="2400" spc="-5" dirty="0">
                <a:solidFill>
                  <a:srgbClr val="4D3A2F"/>
                </a:solidFill>
                <a:latin typeface="Calibri" panose="020F0502020204030204" pitchFamily="34" charset="0"/>
                <a:cs typeface="Franklin Gothic Book"/>
              </a:rPr>
              <a:t>n</a:t>
            </a:r>
            <a:r>
              <a:rPr sz="2400" spc="-20" dirty="0">
                <a:solidFill>
                  <a:srgbClr val="4D3A2F"/>
                </a:solidFill>
                <a:latin typeface="Calibri" panose="020F0502020204030204" pitchFamily="34" charset="0"/>
                <a:cs typeface="Franklin Gothic Book"/>
              </a:rPr>
              <a:t>s</a:t>
            </a:r>
            <a:r>
              <a:rPr sz="2400" dirty="0">
                <a:solidFill>
                  <a:srgbClr val="4D3A2F"/>
                </a:solidFill>
                <a:latin typeface="Calibri" panose="020F0502020204030204" pitchFamily="34" charset="0"/>
                <a:cs typeface="Franklin Gothic Book"/>
              </a:rPr>
              <a:t>.</a:t>
            </a:r>
            <a:endParaRPr sz="2400" dirty="0">
              <a:solidFill>
                <a:prstClr val="black"/>
              </a:solidFill>
              <a:latin typeface="Calibri" panose="020F0502020204030204" pitchFamily="34" charset="0"/>
              <a:cs typeface="Franklin Gothic Book"/>
            </a:endParaRPr>
          </a:p>
        </p:txBody>
      </p:sp>
      <p:sp>
        <p:nvSpPr>
          <p:cNvPr id="6" name="object 6"/>
          <p:cNvSpPr/>
          <p:nvPr/>
        </p:nvSpPr>
        <p:spPr>
          <a:xfrm>
            <a:off x="96519" y="6183629"/>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7" name="object 7"/>
          <p:cNvSpPr/>
          <p:nvPr/>
        </p:nvSpPr>
        <p:spPr>
          <a:xfrm>
            <a:off x="581659" y="6708140"/>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8"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a:p>
        </p:txBody>
      </p:sp>
      <p:sp>
        <p:nvSpPr>
          <p:cNvPr id="9" name="Footer Placeholder 8">
            <a:extLst>
              <a:ext uri="{FF2B5EF4-FFF2-40B4-BE49-F238E27FC236}">
                <a16:creationId xmlns:a16="http://schemas.microsoft.com/office/drawing/2014/main" id="{4B2F2DB2-054D-4523-B6F5-756E2E625619}"/>
              </a:ext>
            </a:extLst>
          </p:cNvPr>
          <p:cNvSpPr>
            <a:spLocks noGrp="1"/>
          </p:cNvSpPr>
          <p:nvPr>
            <p:ph type="ftr" sz="quarter" idx="11"/>
          </p:nvPr>
        </p:nvSpPr>
        <p:spPr/>
        <p:txBody>
          <a:bodyPr/>
          <a:lstStyle/>
          <a:p>
            <a:r>
              <a:rPr lang="en-US">
                <a:solidFill>
                  <a:prstClr val="black"/>
                </a:solidFill>
              </a:rPr>
              <a:t>LAWS 1038-23W</a:t>
            </a:r>
          </a:p>
        </p:txBody>
      </p:sp>
      <p:sp>
        <p:nvSpPr>
          <p:cNvPr id="10" name="Slide Number Placeholder 9">
            <a:extLst>
              <a:ext uri="{FF2B5EF4-FFF2-40B4-BE49-F238E27FC236}">
                <a16:creationId xmlns:a16="http://schemas.microsoft.com/office/drawing/2014/main" id="{423D8C87-1AB1-426B-A643-18135064CD9E}"/>
              </a:ext>
            </a:extLst>
          </p:cNvPr>
          <p:cNvSpPr>
            <a:spLocks noGrp="1"/>
          </p:cNvSpPr>
          <p:nvPr>
            <p:ph type="sldNum" sz="quarter" idx="12"/>
          </p:nvPr>
        </p:nvSpPr>
        <p:spPr/>
        <p:txBody>
          <a:bodyPr/>
          <a:lstStyle/>
          <a:p>
            <a:fld id="{E31375A4-56A4-47D6-9801-1991572033F7}" type="slidenum">
              <a:rPr lang="en-US" smtClean="0">
                <a:solidFill>
                  <a:prstClr val="black"/>
                </a:solidFill>
              </a:rPr>
              <a:pPr/>
              <a:t>38</a:t>
            </a:fld>
            <a:endParaRPr lang="en-US">
              <a:solidFill>
                <a:prstClr val="black"/>
              </a:solidFill>
            </a:endParaRPr>
          </a:p>
        </p:txBody>
      </p:sp>
      <p:sp>
        <p:nvSpPr>
          <p:cNvPr id="4" name="Date Placeholder 3">
            <a:extLst>
              <a:ext uri="{FF2B5EF4-FFF2-40B4-BE49-F238E27FC236}">
                <a16:creationId xmlns:a16="http://schemas.microsoft.com/office/drawing/2014/main" id="{20CC8E81-444C-5C7C-049C-1C9CE176B249}"/>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2994007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71550" y="599389"/>
            <a:ext cx="7200900" cy="924611"/>
          </a:xfrm>
          <a:prstGeom prst="rect">
            <a:avLst/>
          </a:prstGeom>
        </p:spPr>
        <p:txBody>
          <a:bodyPr vert="horz" wrap="square" lIns="0" tIns="306069" rIns="0" bIns="0" rtlCol="0">
            <a:spAutoFit/>
          </a:bodyPr>
          <a:lstStyle/>
          <a:p>
            <a:pPr marL="12700" algn="ctr">
              <a:lnSpc>
                <a:spcPct val="100000"/>
              </a:lnSpc>
            </a:pPr>
            <a:r>
              <a:rPr sz="4000" dirty="0">
                <a:latin typeface="Calibri" panose="020F0502020204030204" pitchFamily="34" charset="0"/>
              </a:rPr>
              <a:t>C</a:t>
            </a:r>
            <a:r>
              <a:rPr sz="4000" spc="-30" dirty="0">
                <a:latin typeface="Calibri" panose="020F0502020204030204" pitchFamily="34" charset="0"/>
              </a:rPr>
              <a:t>O</a:t>
            </a:r>
            <a:r>
              <a:rPr sz="4000" spc="-20" dirty="0">
                <a:latin typeface="Calibri" panose="020F0502020204030204" pitchFamily="34" charset="0"/>
              </a:rPr>
              <a:t>N</a:t>
            </a:r>
            <a:r>
              <a:rPr sz="4000" spc="-25" dirty="0">
                <a:latin typeface="Calibri" panose="020F0502020204030204" pitchFamily="34" charset="0"/>
              </a:rPr>
              <a:t>T</a:t>
            </a:r>
            <a:r>
              <a:rPr sz="4000" spc="-45" dirty="0">
                <a:latin typeface="Calibri" panose="020F0502020204030204" pitchFamily="34" charset="0"/>
              </a:rPr>
              <a:t>R</a:t>
            </a:r>
            <a:r>
              <a:rPr sz="4000" spc="-30" dirty="0">
                <a:latin typeface="Calibri" panose="020F0502020204030204" pitchFamily="34" charset="0"/>
              </a:rPr>
              <a:t>O</a:t>
            </a:r>
            <a:r>
              <a:rPr sz="4000" spc="-20" dirty="0">
                <a:latin typeface="Calibri" panose="020F0502020204030204" pitchFamily="34" charset="0"/>
              </a:rPr>
              <a:t>L</a:t>
            </a:r>
            <a:r>
              <a:rPr sz="4000" dirty="0">
                <a:latin typeface="Calibri" panose="020F0502020204030204" pitchFamily="34" charset="0"/>
              </a:rPr>
              <a:t> </a:t>
            </a:r>
            <a:r>
              <a:rPr sz="4000" spc="-20" dirty="0">
                <a:latin typeface="Calibri" panose="020F0502020204030204" pitchFamily="34" charset="0"/>
              </a:rPr>
              <a:t>OF</a:t>
            </a:r>
            <a:r>
              <a:rPr sz="4000" dirty="0">
                <a:latin typeface="Calibri" panose="020F0502020204030204" pitchFamily="34" charset="0"/>
              </a:rPr>
              <a:t> C</a:t>
            </a:r>
            <a:r>
              <a:rPr sz="4000" spc="-30" dirty="0">
                <a:latin typeface="Calibri" panose="020F0502020204030204" pitchFamily="34" charset="0"/>
              </a:rPr>
              <a:t>O</a:t>
            </a:r>
            <a:r>
              <a:rPr sz="4000" spc="-25" dirty="0">
                <a:latin typeface="Calibri" panose="020F0502020204030204" pitchFamily="34" charset="0"/>
              </a:rPr>
              <a:t>MMU</a:t>
            </a:r>
            <a:r>
              <a:rPr sz="4000" spc="-20" dirty="0">
                <a:latin typeface="Calibri" panose="020F0502020204030204" pitchFamily="34" charset="0"/>
              </a:rPr>
              <a:t>NIC</a:t>
            </a:r>
            <a:r>
              <a:rPr sz="4000" spc="-170" dirty="0">
                <a:latin typeface="Calibri" panose="020F0502020204030204" pitchFamily="34" charset="0"/>
              </a:rPr>
              <a:t>A</a:t>
            </a:r>
            <a:r>
              <a:rPr sz="4000" spc="-20" dirty="0">
                <a:latin typeface="Calibri" panose="020F0502020204030204" pitchFamily="34" charset="0"/>
              </a:rPr>
              <a:t>TION</a:t>
            </a:r>
            <a:r>
              <a:rPr sz="4000" dirty="0">
                <a:latin typeface="Calibri" panose="020F0502020204030204" pitchFamily="34" charset="0"/>
              </a:rPr>
              <a:t>S</a:t>
            </a:r>
          </a:p>
        </p:txBody>
      </p:sp>
      <p:sp>
        <p:nvSpPr>
          <p:cNvPr id="5" name="object 5"/>
          <p:cNvSpPr txBox="1">
            <a:spLocks noGrp="1"/>
          </p:cNvSpPr>
          <p:nvPr>
            <p:ph idx="1"/>
          </p:nvPr>
        </p:nvSpPr>
        <p:spPr>
          <a:xfrm>
            <a:off x="971550" y="1828800"/>
            <a:ext cx="7200900" cy="3739485"/>
          </a:xfrm>
          <a:prstGeom prst="rect">
            <a:avLst/>
          </a:prstGeom>
        </p:spPr>
        <p:txBody>
          <a:bodyPr vert="horz" wrap="square" lIns="0" tIns="0" rIns="0" bIns="0" rtlCol="0">
            <a:spAutoFit/>
          </a:bodyPr>
          <a:lstStyle/>
          <a:p>
            <a:pPr marL="491490" marR="6350">
              <a:lnSpc>
                <a:spcPct val="100000"/>
              </a:lnSpc>
            </a:pPr>
            <a:r>
              <a:rPr sz="2400" spc="-15" dirty="0">
                <a:latin typeface="Calibri" panose="020F0502020204030204" pitchFamily="34" charset="0"/>
              </a:rPr>
              <a:t>Should</a:t>
            </a:r>
            <a:r>
              <a:rPr sz="2400" dirty="0">
                <a:latin typeface="Calibri" panose="020F0502020204030204" pitchFamily="34" charset="0"/>
              </a:rPr>
              <a:t> </a:t>
            </a:r>
            <a:r>
              <a:rPr sz="2400" spc="-15" dirty="0">
                <a:latin typeface="Calibri" panose="020F0502020204030204" pitchFamily="34" charset="0"/>
              </a:rPr>
              <a:t>a</a:t>
            </a:r>
            <a:r>
              <a:rPr sz="2400" dirty="0">
                <a:latin typeface="Calibri" panose="020F0502020204030204" pitchFamily="34" charset="0"/>
              </a:rPr>
              <a:t> </a:t>
            </a:r>
            <a:r>
              <a:rPr lang="en-US" sz="2400" spc="-20" dirty="0">
                <a:latin typeface="Calibri" panose="020F0502020204030204" pitchFamily="34" charset="0"/>
              </a:rPr>
              <a:t>P</a:t>
            </a:r>
            <a:r>
              <a:rPr sz="2400" spc="-50" dirty="0">
                <a:latin typeface="Calibri" panose="020F0502020204030204" pitchFamily="34" charset="0"/>
              </a:rPr>
              <a:t>r</a:t>
            </a:r>
            <a:r>
              <a:rPr sz="2400" spc="-10" dirty="0">
                <a:latin typeface="Calibri" panose="020F0502020204030204" pitchFamily="34" charset="0"/>
              </a:rPr>
              <a:t>oject</a:t>
            </a:r>
            <a:r>
              <a:rPr sz="2400" dirty="0">
                <a:latin typeface="Calibri" panose="020F0502020204030204" pitchFamily="34" charset="0"/>
              </a:rPr>
              <a:t> </a:t>
            </a:r>
            <a:r>
              <a:rPr lang="en-US" sz="2400" spc="-15" dirty="0">
                <a:latin typeface="Calibri" panose="020F0502020204030204" pitchFamily="34" charset="0"/>
              </a:rPr>
              <a:t>M</a:t>
            </a:r>
            <a:r>
              <a:rPr sz="2400" spc="-15" dirty="0">
                <a:latin typeface="Calibri" panose="020F0502020204030204" pitchFamily="34" charset="0"/>
              </a:rPr>
              <a:t>ana</a:t>
            </a:r>
            <a:r>
              <a:rPr sz="2400" spc="-5" dirty="0">
                <a:latin typeface="Calibri" panose="020F0502020204030204" pitchFamily="34" charset="0"/>
              </a:rPr>
              <a:t>g</a:t>
            </a:r>
            <a:r>
              <a:rPr sz="2400" spc="-20" dirty="0">
                <a:latin typeface="Calibri" panose="020F0502020204030204" pitchFamily="34" charset="0"/>
              </a:rPr>
              <a:t>e</a:t>
            </a:r>
            <a:r>
              <a:rPr sz="2400" spc="-10" dirty="0">
                <a:latin typeface="Calibri" panose="020F0502020204030204" pitchFamily="34" charset="0"/>
              </a:rPr>
              <a:t>r</a:t>
            </a:r>
            <a:r>
              <a:rPr sz="2400" spc="5" dirty="0">
                <a:latin typeface="Calibri" panose="020F0502020204030204" pitchFamily="34" charset="0"/>
              </a:rPr>
              <a:t> </a:t>
            </a:r>
            <a:r>
              <a:rPr sz="2400" spc="-20" dirty="0">
                <a:latin typeface="Calibri" panose="020F0502020204030204" pitchFamily="34" charset="0"/>
              </a:rPr>
              <a:t>t</a:t>
            </a:r>
            <a:r>
              <a:rPr sz="2400" spc="45" dirty="0">
                <a:latin typeface="Calibri" panose="020F0502020204030204" pitchFamily="34" charset="0"/>
              </a:rPr>
              <a:t>r</a:t>
            </a:r>
            <a:r>
              <a:rPr sz="2400" dirty="0">
                <a:latin typeface="Calibri" panose="020F0502020204030204" pitchFamily="34" charset="0"/>
              </a:rPr>
              <a:t>y </a:t>
            </a:r>
            <a:r>
              <a:rPr sz="2400" spc="-50" dirty="0">
                <a:latin typeface="Calibri" panose="020F0502020204030204" pitchFamily="34" charset="0"/>
              </a:rPr>
              <a:t>t</a:t>
            </a:r>
            <a:r>
              <a:rPr sz="2400" spc="-15" dirty="0">
                <a:latin typeface="Calibri" panose="020F0502020204030204" pitchFamily="34" charset="0"/>
              </a:rPr>
              <a:t>o</a:t>
            </a:r>
            <a:r>
              <a:rPr sz="2400" spc="5" dirty="0">
                <a:latin typeface="Calibri" panose="020F0502020204030204" pitchFamily="34" charset="0"/>
              </a:rPr>
              <a:t> </a:t>
            </a:r>
            <a:r>
              <a:rPr sz="2400" spc="-15" dirty="0">
                <a:latin typeface="Calibri" panose="020F0502020204030204" pitchFamily="34" charset="0"/>
              </a:rPr>
              <a:t>co</a:t>
            </a:r>
            <a:r>
              <a:rPr sz="2400" spc="-5" dirty="0">
                <a:latin typeface="Calibri" panose="020F0502020204030204" pitchFamily="34" charset="0"/>
              </a:rPr>
              <a:t>n</a:t>
            </a:r>
            <a:r>
              <a:rPr sz="2400" spc="-20" dirty="0">
                <a:latin typeface="Calibri" panose="020F0502020204030204" pitchFamily="34" charset="0"/>
              </a:rPr>
              <a:t>t</a:t>
            </a:r>
            <a:r>
              <a:rPr sz="2400" spc="-40" dirty="0">
                <a:latin typeface="Calibri" panose="020F0502020204030204" pitchFamily="34" charset="0"/>
              </a:rPr>
              <a:t>r</a:t>
            </a:r>
            <a:r>
              <a:rPr sz="2400" spc="-20" dirty="0">
                <a:latin typeface="Calibri" panose="020F0502020204030204" pitchFamily="34" charset="0"/>
              </a:rPr>
              <a:t>o</a:t>
            </a:r>
            <a:r>
              <a:rPr sz="2400" spc="-5" dirty="0">
                <a:latin typeface="Calibri" panose="020F0502020204030204" pitchFamily="34" charset="0"/>
              </a:rPr>
              <a:t>l </a:t>
            </a:r>
            <a:r>
              <a:rPr sz="2400" spc="-25" dirty="0">
                <a:latin typeface="Calibri" panose="020F0502020204030204" pitchFamily="34" charset="0"/>
              </a:rPr>
              <a:t>a</a:t>
            </a:r>
            <a:r>
              <a:rPr sz="2400" spc="-10" dirty="0">
                <a:latin typeface="Calibri" panose="020F0502020204030204" pitchFamily="34" charset="0"/>
              </a:rPr>
              <a:t>l</a:t>
            </a:r>
            <a:r>
              <a:rPr sz="2400" spc="-5" dirty="0">
                <a:latin typeface="Calibri" panose="020F0502020204030204" pitchFamily="34" charset="0"/>
              </a:rPr>
              <a:t>l</a:t>
            </a:r>
            <a:r>
              <a:rPr sz="2400" dirty="0">
                <a:latin typeface="Calibri" panose="020F0502020204030204" pitchFamily="34" charset="0"/>
              </a:rPr>
              <a:t> </a:t>
            </a:r>
            <a:r>
              <a:rPr sz="2400" spc="-5" dirty="0">
                <a:latin typeface="Calibri" panose="020F0502020204030204" pitchFamily="34" charset="0"/>
              </a:rPr>
              <a:t>c</a:t>
            </a:r>
            <a:r>
              <a:rPr sz="2400" spc="-20" dirty="0">
                <a:latin typeface="Calibri" panose="020F0502020204030204" pitchFamily="34" charset="0"/>
              </a:rPr>
              <a:t>om</a:t>
            </a:r>
            <a:r>
              <a:rPr sz="2400" spc="-10" dirty="0">
                <a:latin typeface="Calibri" panose="020F0502020204030204" pitchFamily="34" charset="0"/>
              </a:rPr>
              <a:t>m</a:t>
            </a:r>
            <a:r>
              <a:rPr sz="2400" spc="-20" dirty="0">
                <a:latin typeface="Calibri" panose="020F0502020204030204" pitchFamily="34" charset="0"/>
              </a:rPr>
              <a:t>u</a:t>
            </a:r>
            <a:r>
              <a:rPr sz="2400" spc="-15" dirty="0">
                <a:latin typeface="Calibri" panose="020F0502020204030204" pitchFamily="34" charset="0"/>
              </a:rPr>
              <a:t>n</a:t>
            </a:r>
            <a:r>
              <a:rPr sz="2400" spc="-10" dirty="0">
                <a:latin typeface="Calibri" panose="020F0502020204030204" pitchFamily="34" charset="0"/>
              </a:rPr>
              <a:t>i</a:t>
            </a:r>
            <a:r>
              <a:rPr sz="2400" spc="-5" dirty="0">
                <a:latin typeface="Calibri" panose="020F0502020204030204" pitchFamily="34" charset="0"/>
              </a:rPr>
              <a:t>c</a:t>
            </a:r>
            <a:r>
              <a:rPr sz="2400" spc="-15" dirty="0">
                <a:latin typeface="Calibri" panose="020F0502020204030204" pitchFamily="34" charset="0"/>
              </a:rPr>
              <a:t>a</a:t>
            </a:r>
            <a:r>
              <a:rPr sz="2400" spc="-30" dirty="0">
                <a:latin typeface="Calibri" panose="020F0502020204030204" pitchFamily="34" charset="0"/>
              </a:rPr>
              <a:t>t</a:t>
            </a:r>
            <a:r>
              <a:rPr sz="2400" spc="-5" dirty="0">
                <a:latin typeface="Calibri" panose="020F0502020204030204" pitchFamily="34" charset="0"/>
              </a:rPr>
              <a:t>i</a:t>
            </a:r>
            <a:r>
              <a:rPr sz="2400" spc="5" dirty="0">
                <a:latin typeface="Calibri" panose="020F0502020204030204" pitchFamily="34" charset="0"/>
              </a:rPr>
              <a:t>o</a:t>
            </a:r>
            <a:r>
              <a:rPr sz="2400" spc="-10" dirty="0">
                <a:latin typeface="Calibri" panose="020F0502020204030204" pitchFamily="34" charset="0"/>
              </a:rPr>
              <a:t>ns</a:t>
            </a:r>
            <a:r>
              <a:rPr sz="2400" dirty="0">
                <a:latin typeface="Calibri" panose="020F0502020204030204" pitchFamily="34" charset="0"/>
              </a:rPr>
              <a:t> </a:t>
            </a:r>
            <a:r>
              <a:rPr sz="2400" dirty="0">
                <a:solidFill>
                  <a:srgbClr val="00B050"/>
                </a:solidFill>
                <a:latin typeface="Calibri" panose="020F0502020204030204" pitchFamily="34" charset="0"/>
              </a:rPr>
              <a:t>b</a:t>
            </a:r>
            <a:r>
              <a:rPr sz="2400" spc="-30" dirty="0">
                <a:solidFill>
                  <a:srgbClr val="00B050"/>
                </a:solidFill>
                <a:latin typeface="Calibri" panose="020F0502020204030204" pitchFamily="34" charset="0"/>
              </a:rPr>
              <a:t>e</a:t>
            </a:r>
            <a:r>
              <a:rPr sz="2400" spc="-20" dirty="0">
                <a:solidFill>
                  <a:srgbClr val="00B050"/>
                </a:solidFill>
                <a:latin typeface="Calibri" panose="020F0502020204030204" pitchFamily="34" charset="0"/>
              </a:rPr>
              <a:t>twe</a:t>
            </a:r>
            <a:r>
              <a:rPr sz="2400" spc="-10" dirty="0">
                <a:solidFill>
                  <a:srgbClr val="00B050"/>
                </a:solidFill>
                <a:latin typeface="Calibri" panose="020F0502020204030204" pitchFamily="34" charset="0"/>
              </a:rPr>
              <a:t>e</a:t>
            </a:r>
            <a:r>
              <a:rPr sz="2400" spc="-15" dirty="0">
                <a:solidFill>
                  <a:srgbClr val="00B050"/>
                </a:solidFill>
                <a:latin typeface="Calibri" panose="020F0502020204030204" pitchFamily="34" charset="0"/>
              </a:rPr>
              <a:t>n</a:t>
            </a:r>
            <a:r>
              <a:rPr sz="2400" dirty="0">
                <a:solidFill>
                  <a:srgbClr val="00B050"/>
                </a:solidFill>
                <a:latin typeface="Calibri" panose="020F0502020204030204" pitchFamily="34" charset="0"/>
              </a:rPr>
              <a:t> </a:t>
            </a:r>
            <a:r>
              <a:rPr sz="2400" spc="-50" dirty="0">
                <a:solidFill>
                  <a:srgbClr val="00B050"/>
                </a:solidFill>
                <a:latin typeface="Calibri" panose="020F0502020204030204" pitchFamily="34" charset="0"/>
              </a:rPr>
              <a:t>t</a:t>
            </a:r>
            <a:r>
              <a:rPr sz="2400" spc="-20" dirty="0">
                <a:solidFill>
                  <a:srgbClr val="00B050"/>
                </a:solidFill>
                <a:latin typeface="Calibri" panose="020F0502020204030204" pitchFamily="34" charset="0"/>
              </a:rPr>
              <a:t>e</a:t>
            </a:r>
            <a:r>
              <a:rPr sz="2400" spc="-15" dirty="0">
                <a:solidFill>
                  <a:srgbClr val="00B050"/>
                </a:solidFill>
                <a:latin typeface="Calibri" panose="020F0502020204030204" pitchFamily="34" charset="0"/>
              </a:rPr>
              <a:t>am m</a:t>
            </a:r>
            <a:r>
              <a:rPr sz="2400" spc="-20" dirty="0">
                <a:solidFill>
                  <a:srgbClr val="00B050"/>
                </a:solidFill>
                <a:latin typeface="Calibri" panose="020F0502020204030204" pitchFamily="34" charset="0"/>
              </a:rPr>
              <a:t>e</a:t>
            </a:r>
            <a:r>
              <a:rPr sz="2400" spc="-10" dirty="0">
                <a:solidFill>
                  <a:srgbClr val="00B050"/>
                </a:solidFill>
                <a:latin typeface="Calibri" panose="020F0502020204030204" pitchFamily="34" charset="0"/>
              </a:rPr>
              <a:t>m</a:t>
            </a:r>
            <a:r>
              <a:rPr sz="2400" dirty="0">
                <a:solidFill>
                  <a:srgbClr val="00B050"/>
                </a:solidFill>
                <a:latin typeface="Calibri" panose="020F0502020204030204" pitchFamily="34" charset="0"/>
              </a:rPr>
              <a:t>b</a:t>
            </a:r>
            <a:r>
              <a:rPr sz="2400" spc="-20" dirty="0">
                <a:solidFill>
                  <a:srgbClr val="00B050"/>
                </a:solidFill>
                <a:latin typeface="Calibri" panose="020F0502020204030204" pitchFamily="34" charset="0"/>
              </a:rPr>
              <a:t>e</a:t>
            </a:r>
            <a:r>
              <a:rPr sz="2400" spc="-5" dirty="0">
                <a:solidFill>
                  <a:srgbClr val="00B050"/>
                </a:solidFill>
                <a:latin typeface="Calibri" panose="020F0502020204030204" pitchFamily="34" charset="0"/>
              </a:rPr>
              <a:t>r</a:t>
            </a:r>
            <a:r>
              <a:rPr sz="2400" spc="-10" dirty="0">
                <a:solidFill>
                  <a:srgbClr val="00B050"/>
                </a:solidFill>
                <a:latin typeface="Calibri" panose="020F0502020204030204" pitchFamily="34" charset="0"/>
              </a:rPr>
              <a:t>s</a:t>
            </a:r>
            <a:r>
              <a:rPr sz="2400" dirty="0">
                <a:solidFill>
                  <a:srgbClr val="00B050"/>
                </a:solidFill>
                <a:latin typeface="Calibri" panose="020F0502020204030204" pitchFamily="34" charset="0"/>
              </a:rPr>
              <a:t> </a:t>
            </a:r>
            <a:r>
              <a:rPr sz="2400" spc="-25" dirty="0">
                <a:latin typeface="Calibri" panose="020F0502020204030204" pitchFamily="34" charset="0"/>
              </a:rPr>
              <a:t>a</a:t>
            </a:r>
            <a:r>
              <a:rPr sz="2400" spc="-5" dirty="0">
                <a:latin typeface="Calibri" panose="020F0502020204030204" pitchFamily="34" charset="0"/>
              </a:rPr>
              <a:t>n</a:t>
            </a:r>
            <a:r>
              <a:rPr sz="2400" spc="-15" dirty="0">
                <a:latin typeface="Calibri" panose="020F0502020204030204" pitchFamily="34" charset="0"/>
              </a:rPr>
              <a:t>d</a:t>
            </a:r>
            <a:r>
              <a:rPr sz="2400" dirty="0">
                <a:latin typeface="Calibri" panose="020F0502020204030204" pitchFamily="34" charset="0"/>
              </a:rPr>
              <a:t> </a:t>
            </a:r>
            <a:r>
              <a:rPr sz="2400" spc="-10" dirty="0">
                <a:solidFill>
                  <a:srgbClr val="00B050"/>
                </a:solidFill>
                <a:latin typeface="Calibri" panose="020F0502020204030204" pitchFamily="34" charset="0"/>
              </a:rPr>
              <a:t>o</a:t>
            </a:r>
            <a:r>
              <a:rPr sz="2400" spc="-20" dirty="0">
                <a:solidFill>
                  <a:srgbClr val="00B050"/>
                </a:solidFill>
                <a:latin typeface="Calibri" panose="020F0502020204030204" pitchFamily="34" charset="0"/>
              </a:rPr>
              <a:t>uts</a:t>
            </a:r>
            <a:r>
              <a:rPr sz="2400" spc="-5" dirty="0">
                <a:solidFill>
                  <a:srgbClr val="00B050"/>
                </a:solidFill>
                <a:latin typeface="Calibri" panose="020F0502020204030204" pitchFamily="34" charset="0"/>
              </a:rPr>
              <a:t>i</a:t>
            </a:r>
            <a:r>
              <a:rPr sz="2400" dirty="0">
                <a:solidFill>
                  <a:srgbClr val="00B050"/>
                </a:solidFill>
                <a:latin typeface="Calibri" panose="020F0502020204030204" pitchFamily="34" charset="0"/>
              </a:rPr>
              <a:t>d</a:t>
            </a:r>
            <a:r>
              <a:rPr sz="2400" spc="-15" dirty="0">
                <a:solidFill>
                  <a:srgbClr val="00B050"/>
                </a:solidFill>
                <a:latin typeface="Calibri" panose="020F0502020204030204" pitchFamily="34" charset="0"/>
              </a:rPr>
              <a:t>e</a:t>
            </a:r>
            <a:r>
              <a:rPr sz="2400" spc="5" dirty="0">
                <a:latin typeface="Calibri" panose="020F0502020204030204" pitchFamily="34" charset="0"/>
              </a:rPr>
              <a:t> </a:t>
            </a:r>
            <a:r>
              <a:rPr sz="2400" spc="-20" dirty="0">
                <a:latin typeface="Calibri" panose="020F0502020204030204" pitchFamily="34" charset="0"/>
              </a:rPr>
              <a:t>o</a:t>
            </a:r>
            <a:r>
              <a:rPr sz="2400" spc="-10" dirty="0">
                <a:latin typeface="Calibri" panose="020F0502020204030204" pitchFamily="34" charset="0"/>
              </a:rPr>
              <a:t>f</a:t>
            </a:r>
            <a:r>
              <a:rPr sz="2400" spc="-5" dirty="0">
                <a:latin typeface="Calibri" panose="020F0502020204030204" pitchFamily="34" charset="0"/>
              </a:rPr>
              <a:t> </a:t>
            </a:r>
            <a:r>
              <a:rPr sz="2400" spc="-10" dirty="0">
                <a:latin typeface="Calibri" panose="020F0502020204030204" pitchFamily="34" charset="0"/>
              </a:rPr>
              <a:t>t</a:t>
            </a:r>
            <a:r>
              <a:rPr sz="2400" spc="-20" dirty="0">
                <a:latin typeface="Calibri" panose="020F0502020204030204" pitchFamily="34" charset="0"/>
              </a:rPr>
              <a:t>h</a:t>
            </a:r>
            <a:r>
              <a:rPr sz="2400" spc="-15" dirty="0">
                <a:latin typeface="Calibri" panose="020F0502020204030204" pitchFamily="34" charset="0"/>
              </a:rPr>
              <a:t>e</a:t>
            </a:r>
            <a:r>
              <a:rPr sz="2400" spc="-5" dirty="0">
                <a:latin typeface="Calibri" panose="020F0502020204030204" pitchFamily="34" charset="0"/>
              </a:rPr>
              <a:t> </a:t>
            </a:r>
            <a:r>
              <a:rPr sz="2400" spc="-50" dirty="0">
                <a:latin typeface="Calibri" panose="020F0502020204030204" pitchFamily="34" charset="0"/>
              </a:rPr>
              <a:t>t</a:t>
            </a:r>
            <a:r>
              <a:rPr sz="2400" spc="-20" dirty="0">
                <a:latin typeface="Calibri" panose="020F0502020204030204" pitchFamily="34" charset="0"/>
              </a:rPr>
              <a:t>e</a:t>
            </a:r>
            <a:r>
              <a:rPr sz="2400" spc="-15" dirty="0">
                <a:latin typeface="Calibri" panose="020F0502020204030204" pitchFamily="34" charset="0"/>
              </a:rPr>
              <a:t>am</a:t>
            </a:r>
            <a:r>
              <a:rPr sz="2400" dirty="0">
                <a:latin typeface="Calibri" panose="020F0502020204030204" pitchFamily="34" charset="0"/>
              </a:rPr>
              <a:t>?</a:t>
            </a:r>
          </a:p>
          <a:p>
            <a:pPr marL="491490">
              <a:lnSpc>
                <a:spcPct val="100000"/>
              </a:lnSpc>
            </a:pPr>
            <a:r>
              <a:rPr sz="4400" b="1" spc="-125" dirty="0">
                <a:solidFill>
                  <a:srgbClr val="C00000"/>
                </a:solidFill>
                <a:latin typeface="Calibri" panose="020F0502020204030204" pitchFamily="34" charset="0"/>
              </a:rPr>
              <a:t>Y</a:t>
            </a:r>
            <a:r>
              <a:rPr sz="4400" b="1" spc="-20" dirty="0">
                <a:solidFill>
                  <a:srgbClr val="C00000"/>
                </a:solidFill>
                <a:latin typeface="Calibri" panose="020F0502020204030204" pitchFamily="34" charset="0"/>
              </a:rPr>
              <a:t>e</a:t>
            </a:r>
            <a:r>
              <a:rPr sz="4400" b="1" spc="-10" dirty="0">
                <a:solidFill>
                  <a:srgbClr val="C00000"/>
                </a:solidFill>
                <a:latin typeface="Calibri" panose="020F0502020204030204" pitchFamily="34" charset="0"/>
              </a:rPr>
              <a:t>s!</a:t>
            </a:r>
          </a:p>
          <a:p>
            <a:pPr marL="491490" marR="2400300">
              <a:lnSpc>
                <a:spcPct val="100000"/>
              </a:lnSpc>
            </a:pPr>
            <a:r>
              <a:rPr sz="2400" spc="-20" dirty="0">
                <a:solidFill>
                  <a:srgbClr val="00B050"/>
                </a:solidFill>
                <a:latin typeface="Calibri" panose="020F0502020204030204" pitchFamily="34" charset="0"/>
              </a:rPr>
              <a:t>C</a:t>
            </a:r>
            <a:r>
              <a:rPr sz="2400" spc="-15" dirty="0">
                <a:solidFill>
                  <a:srgbClr val="00B050"/>
                </a:solidFill>
                <a:latin typeface="Calibri" panose="020F0502020204030204" pitchFamily="34" charset="0"/>
              </a:rPr>
              <a:t>an</a:t>
            </a:r>
            <a:r>
              <a:rPr sz="2400" dirty="0">
                <a:latin typeface="Calibri" panose="020F0502020204030204" pitchFamily="34" charset="0"/>
              </a:rPr>
              <a:t> </a:t>
            </a:r>
            <a:r>
              <a:rPr sz="2400" spc="-15" dirty="0">
                <a:latin typeface="Calibri" panose="020F0502020204030204" pitchFamily="34" charset="0"/>
              </a:rPr>
              <a:t>a</a:t>
            </a:r>
            <a:r>
              <a:rPr sz="2400" spc="5" dirty="0">
                <a:latin typeface="Calibri" panose="020F0502020204030204" pitchFamily="34" charset="0"/>
              </a:rPr>
              <a:t> </a:t>
            </a:r>
            <a:r>
              <a:rPr lang="en-US" sz="2400" spc="-10" dirty="0">
                <a:latin typeface="Calibri" panose="020F0502020204030204" pitchFamily="34" charset="0"/>
              </a:rPr>
              <a:t>P</a:t>
            </a:r>
            <a:r>
              <a:rPr sz="2400" spc="-50" dirty="0">
                <a:latin typeface="Calibri" panose="020F0502020204030204" pitchFamily="34" charset="0"/>
              </a:rPr>
              <a:t>r</a:t>
            </a:r>
            <a:r>
              <a:rPr sz="2400" spc="-10" dirty="0">
                <a:latin typeface="Calibri" panose="020F0502020204030204" pitchFamily="34" charset="0"/>
              </a:rPr>
              <a:t>oje</a:t>
            </a:r>
            <a:r>
              <a:rPr sz="2400" spc="-5" dirty="0">
                <a:latin typeface="Calibri" panose="020F0502020204030204" pitchFamily="34" charset="0"/>
              </a:rPr>
              <a:t>c</a:t>
            </a:r>
            <a:r>
              <a:rPr sz="2400" spc="-10" dirty="0">
                <a:latin typeface="Calibri" panose="020F0502020204030204" pitchFamily="34" charset="0"/>
              </a:rPr>
              <a:t>t </a:t>
            </a:r>
            <a:r>
              <a:rPr lang="en-US" sz="2400" spc="-10" dirty="0">
                <a:latin typeface="Calibri" panose="020F0502020204030204" pitchFamily="34" charset="0"/>
              </a:rPr>
              <a:t>M</a:t>
            </a:r>
            <a:r>
              <a:rPr sz="2400" spc="-25" dirty="0">
                <a:latin typeface="Calibri" panose="020F0502020204030204" pitchFamily="34" charset="0"/>
              </a:rPr>
              <a:t>a</a:t>
            </a:r>
            <a:r>
              <a:rPr sz="2400" spc="-15" dirty="0">
                <a:latin typeface="Calibri" panose="020F0502020204030204" pitchFamily="34" charset="0"/>
              </a:rPr>
              <a:t>na</a:t>
            </a:r>
            <a:r>
              <a:rPr sz="2400" spc="-5" dirty="0">
                <a:latin typeface="Calibri" panose="020F0502020204030204" pitchFamily="34" charset="0"/>
              </a:rPr>
              <a:t>g</a:t>
            </a:r>
            <a:r>
              <a:rPr sz="2400" spc="-10" dirty="0">
                <a:latin typeface="Calibri" panose="020F0502020204030204" pitchFamily="34" charset="0"/>
              </a:rPr>
              <a:t>er</a:t>
            </a:r>
            <a:r>
              <a:rPr sz="2400" spc="-5" dirty="0">
                <a:latin typeface="Calibri" panose="020F0502020204030204" pitchFamily="34" charset="0"/>
              </a:rPr>
              <a:t> c</a:t>
            </a:r>
            <a:r>
              <a:rPr sz="2400" spc="-20" dirty="0">
                <a:latin typeface="Calibri" panose="020F0502020204030204" pitchFamily="34" charset="0"/>
              </a:rPr>
              <a:t>o</a:t>
            </a:r>
            <a:r>
              <a:rPr sz="2400" spc="-10" dirty="0">
                <a:latin typeface="Calibri" panose="020F0502020204030204" pitchFamily="34" charset="0"/>
              </a:rPr>
              <a:t>nt</a:t>
            </a:r>
            <a:r>
              <a:rPr sz="2400" spc="-50" dirty="0">
                <a:latin typeface="Calibri" panose="020F0502020204030204" pitchFamily="34" charset="0"/>
              </a:rPr>
              <a:t>r</a:t>
            </a:r>
            <a:r>
              <a:rPr sz="2400" spc="-20" dirty="0">
                <a:latin typeface="Calibri" panose="020F0502020204030204" pitchFamily="34" charset="0"/>
              </a:rPr>
              <a:t>o</a:t>
            </a:r>
            <a:r>
              <a:rPr sz="2400" spc="-5" dirty="0">
                <a:latin typeface="Calibri" panose="020F0502020204030204" pitchFamily="34" charset="0"/>
              </a:rPr>
              <a:t>l </a:t>
            </a:r>
            <a:r>
              <a:rPr sz="2400" spc="-15" dirty="0">
                <a:latin typeface="Calibri" panose="020F0502020204030204" pitchFamily="34" charset="0"/>
              </a:rPr>
              <a:t>al</a:t>
            </a:r>
            <a:r>
              <a:rPr sz="2400" spc="-5" dirty="0">
                <a:latin typeface="Calibri" panose="020F0502020204030204" pitchFamily="34" charset="0"/>
              </a:rPr>
              <a:t>l</a:t>
            </a:r>
            <a:r>
              <a:rPr lang="en-US" sz="2400" spc="-5" dirty="0">
                <a:latin typeface="Calibri" panose="020F0502020204030204" pitchFamily="34" charset="0"/>
              </a:rPr>
              <a:t> </a:t>
            </a:r>
            <a:r>
              <a:rPr sz="2400" spc="-15" dirty="0">
                <a:latin typeface="Calibri" panose="020F0502020204030204" pitchFamily="34" charset="0"/>
              </a:rPr>
              <a:t>communications</a:t>
            </a:r>
            <a:r>
              <a:rPr sz="2400" dirty="0">
                <a:latin typeface="Calibri" panose="020F0502020204030204" pitchFamily="34" charset="0"/>
              </a:rPr>
              <a:t>?</a:t>
            </a:r>
            <a:endParaRPr lang="en-US" sz="2400" dirty="0">
              <a:latin typeface="Calibri" panose="020F0502020204030204" pitchFamily="34" charset="0"/>
            </a:endParaRPr>
          </a:p>
          <a:p>
            <a:pPr marL="491490" marR="2400300">
              <a:lnSpc>
                <a:spcPct val="100000"/>
              </a:lnSpc>
            </a:pPr>
            <a:r>
              <a:rPr sz="4400" b="1" dirty="0">
                <a:solidFill>
                  <a:srgbClr val="C00000"/>
                </a:solidFill>
                <a:latin typeface="Calibri" panose="020F0502020204030204" pitchFamily="34" charset="0"/>
              </a:rPr>
              <a:t>N</a:t>
            </a:r>
            <a:r>
              <a:rPr sz="4400" b="1" spc="-15" dirty="0">
                <a:solidFill>
                  <a:srgbClr val="C00000"/>
                </a:solidFill>
                <a:latin typeface="Calibri" panose="020F0502020204030204" pitchFamily="34" charset="0"/>
              </a:rPr>
              <a:t>o!</a:t>
            </a:r>
          </a:p>
        </p:txBody>
      </p:sp>
      <p:sp>
        <p:nvSpPr>
          <p:cNvPr id="9" name="object 9"/>
          <p:cNvSpPr/>
          <p:nvPr/>
        </p:nvSpPr>
        <p:spPr>
          <a:xfrm>
            <a:off x="96519" y="6183629"/>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0" name="object 10"/>
          <p:cNvSpPr/>
          <p:nvPr/>
        </p:nvSpPr>
        <p:spPr>
          <a:xfrm>
            <a:off x="581659" y="6708140"/>
            <a:ext cx="0" cy="0"/>
          </a:xfrm>
          <a:custGeom>
            <a:avLst/>
            <a:gdLst/>
            <a:ahLst/>
            <a:cxnLst/>
            <a:rect l="l" t="t" r="r" b="b"/>
            <a:pathLst>
              <a:path>
                <a:moveTo>
                  <a:pt x="0" y="0"/>
                </a:moveTo>
                <a:lnTo>
                  <a:pt x="0" y="0"/>
                </a:lnTo>
              </a:path>
            </a:pathLst>
          </a:custGeom>
          <a:ln w="9344">
            <a:solidFill>
              <a:srgbClr val="000000"/>
            </a:solidFill>
          </a:ln>
        </p:spPr>
        <p:txBody>
          <a:bodyPr wrap="square" lIns="0" tIns="0" rIns="0" bIns="0" rtlCol="0">
            <a:spAutoFit/>
          </a:bodyPr>
          <a:lstStyle/>
          <a:p>
            <a:pPr fontAlgn="auto">
              <a:spcBef>
                <a:spcPts val="0"/>
              </a:spcBef>
              <a:spcAft>
                <a:spcPts val="0"/>
              </a:spcAft>
            </a:pPr>
            <a:endParaRPr>
              <a:solidFill>
                <a:prstClr val="black"/>
              </a:solidFill>
              <a:latin typeface="Calibri"/>
            </a:endParaRPr>
          </a:p>
        </p:txBody>
      </p:sp>
      <p:sp>
        <p:nvSpPr>
          <p:cNvPr id="11" name="Oval 8"/>
          <p:cNvSpPr>
            <a:spLocks noChangeArrowheads="1"/>
          </p:cNvSpPr>
          <p:nvPr/>
        </p:nvSpPr>
        <p:spPr bwMode="auto">
          <a:xfrm>
            <a:off x="179389" y="6381328"/>
            <a:ext cx="360164" cy="360785"/>
          </a:xfrm>
          <a:prstGeom prst="ellipse">
            <a:avLst/>
          </a:prstGeom>
          <a:solidFill>
            <a:srgbClr val="FF0000"/>
          </a:solidFill>
          <a:ln w="9525">
            <a:solidFill>
              <a:schemeClr val="tx1"/>
            </a:solidFill>
            <a:round/>
            <a:headEnd/>
            <a:tailEnd/>
          </a:ln>
        </p:spPr>
        <p:txBody>
          <a:bodyPr wrap="none" anchor="ctr"/>
          <a:lstStyle/>
          <a:p>
            <a:endParaRPr lang="en-CA"/>
          </a:p>
        </p:txBody>
      </p:sp>
      <p:sp>
        <p:nvSpPr>
          <p:cNvPr id="6" name="Footer Placeholder 5">
            <a:extLst>
              <a:ext uri="{FF2B5EF4-FFF2-40B4-BE49-F238E27FC236}">
                <a16:creationId xmlns:a16="http://schemas.microsoft.com/office/drawing/2014/main" id="{D838C849-5329-4D7B-963D-4F1840B7D260}"/>
              </a:ext>
            </a:extLst>
          </p:cNvPr>
          <p:cNvSpPr>
            <a:spLocks noGrp="1"/>
          </p:cNvSpPr>
          <p:nvPr>
            <p:ph type="ftr" sz="quarter" idx="11"/>
          </p:nvPr>
        </p:nvSpPr>
        <p:spPr/>
        <p:txBody>
          <a:bodyPr/>
          <a:lstStyle/>
          <a:p>
            <a:r>
              <a:rPr lang="en-US">
                <a:solidFill>
                  <a:prstClr val="black"/>
                </a:solidFill>
              </a:rPr>
              <a:t>LAWS 1038-23W</a:t>
            </a:r>
          </a:p>
        </p:txBody>
      </p:sp>
      <p:sp>
        <p:nvSpPr>
          <p:cNvPr id="7" name="Slide Number Placeholder 6">
            <a:extLst>
              <a:ext uri="{FF2B5EF4-FFF2-40B4-BE49-F238E27FC236}">
                <a16:creationId xmlns:a16="http://schemas.microsoft.com/office/drawing/2014/main" id="{4FE395E4-D014-4797-9DC0-8FEC229BB312}"/>
              </a:ext>
            </a:extLst>
          </p:cNvPr>
          <p:cNvSpPr>
            <a:spLocks noGrp="1"/>
          </p:cNvSpPr>
          <p:nvPr>
            <p:ph type="sldNum" sz="quarter" idx="12"/>
          </p:nvPr>
        </p:nvSpPr>
        <p:spPr/>
        <p:txBody>
          <a:bodyPr/>
          <a:lstStyle/>
          <a:p>
            <a:fld id="{E31375A4-56A4-47D6-9801-1991572033F7}" type="slidenum">
              <a:rPr lang="en-US" smtClean="0">
                <a:solidFill>
                  <a:prstClr val="black"/>
                </a:solidFill>
              </a:rPr>
              <a:pPr/>
              <a:t>39</a:t>
            </a:fld>
            <a:endParaRPr lang="en-US">
              <a:solidFill>
                <a:prstClr val="black"/>
              </a:solidFill>
            </a:endParaRPr>
          </a:p>
        </p:txBody>
      </p:sp>
      <p:sp>
        <p:nvSpPr>
          <p:cNvPr id="2" name="Date Placeholder 1">
            <a:extLst>
              <a:ext uri="{FF2B5EF4-FFF2-40B4-BE49-F238E27FC236}">
                <a16:creationId xmlns:a16="http://schemas.microsoft.com/office/drawing/2014/main" id="{FF12DB42-6C3A-AC35-29A4-4F9C0C224709}"/>
              </a:ext>
            </a:extLst>
          </p:cNvPr>
          <p:cNvSpPr>
            <a:spLocks noGrp="1"/>
          </p:cNvSpPr>
          <p:nvPr>
            <p:ph type="dt" sz="half" idx="10"/>
          </p:nvPr>
        </p:nvSpPr>
        <p:spPr/>
        <p:txBody>
          <a:bodyPr/>
          <a:lstStyle/>
          <a:p>
            <a:r>
              <a:rPr lang="en-US">
                <a:solidFill>
                  <a:prstClr val="black"/>
                </a:solidFill>
              </a:rPr>
              <a:t>G.R. Labbé</a:t>
            </a:r>
          </a:p>
        </p:txBody>
      </p:sp>
    </p:spTree>
    <p:extLst>
      <p:ext uri="{BB962C8B-B14F-4D97-AF65-F5344CB8AC3E}">
        <p14:creationId xmlns:p14="http://schemas.microsoft.com/office/powerpoint/2010/main" val="3159339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wipe(down)">
                                      <p:cBhvr>
                                        <p:cTn id="7" dur="580">
                                          <p:stCondLst>
                                            <p:cond delay="0"/>
                                          </p:stCondLst>
                                        </p:cTn>
                                        <p:tgtEl>
                                          <p:spTgt spid="5">
                                            <p:txEl>
                                              <p:pRg st="1" end="1"/>
                                            </p:txEl>
                                          </p:spTgt>
                                        </p:tgtEl>
                                      </p:cBhvr>
                                    </p:animEffect>
                                    <p:anim calcmode="lin" valueType="num">
                                      <p:cBhvr>
                                        <p:cTn id="8" dur="1822" tmFilter="0,0; 0.14,0.36; 0.43,0.73; 0.71,0.91; 1.0,1.0">
                                          <p:stCondLst>
                                            <p:cond delay="0"/>
                                          </p:stCondLst>
                                        </p:cTn>
                                        <p:tgtEl>
                                          <p:spTgt spid="5">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xEl>
                                              <p:pRg st="1" end="1"/>
                                            </p:txEl>
                                          </p:spTgt>
                                        </p:tgtEl>
                                      </p:cBhvr>
                                      <p:to x="100000" y="60000"/>
                                    </p:animScale>
                                    <p:animScale>
                                      <p:cBhvr>
                                        <p:cTn id="14" dur="166" decel="50000">
                                          <p:stCondLst>
                                            <p:cond delay="676"/>
                                          </p:stCondLst>
                                        </p:cTn>
                                        <p:tgtEl>
                                          <p:spTgt spid="5">
                                            <p:txEl>
                                              <p:pRg st="1" end="1"/>
                                            </p:txEl>
                                          </p:spTgt>
                                        </p:tgtEl>
                                      </p:cBhvr>
                                      <p:to x="100000" y="100000"/>
                                    </p:animScale>
                                    <p:animScale>
                                      <p:cBhvr>
                                        <p:cTn id="15" dur="26">
                                          <p:stCondLst>
                                            <p:cond delay="1312"/>
                                          </p:stCondLst>
                                        </p:cTn>
                                        <p:tgtEl>
                                          <p:spTgt spid="5">
                                            <p:txEl>
                                              <p:pRg st="1" end="1"/>
                                            </p:txEl>
                                          </p:spTgt>
                                        </p:tgtEl>
                                      </p:cBhvr>
                                      <p:to x="100000" y="80000"/>
                                    </p:animScale>
                                    <p:animScale>
                                      <p:cBhvr>
                                        <p:cTn id="16" dur="166" decel="50000">
                                          <p:stCondLst>
                                            <p:cond delay="1338"/>
                                          </p:stCondLst>
                                        </p:cTn>
                                        <p:tgtEl>
                                          <p:spTgt spid="5">
                                            <p:txEl>
                                              <p:pRg st="1" end="1"/>
                                            </p:txEl>
                                          </p:spTgt>
                                        </p:tgtEl>
                                      </p:cBhvr>
                                      <p:to x="100000" y="100000"/>
                                    </p:animScale>
                                    <p:animScale>
                                      <p:cBhvr>
                                        <p:cTn id="17" dur="26">
                                          <p:stCondLst>
                                            <p:cond delay="1642"/>
                                          </p:stCondLst>
                                        </p:cTn>
                                        <p:tgtEl>
                                          <p:spTgt spid="5">
                                            <p:txEl>
                                              <p:pRg st="1" end="1"/>
                                            </p:txEl>
                                          </p:spTgt>
                                        </p:tgtEl>
                                      </p:cBhvr>
                                      <p:to x="100000" y="90000"/>
                                    </p:animScale>
                                    <p:animScale>
                                      <p:cBhvr>
                                        <p:cTn id="18" dur="166" decel="50000">
                                          <p:stCondLst>
                                            <p:cond delay="1668"/>
                                          </p:stCondLst>
                                        </p:cTn>
                                        <p:tgtEl>
                                          <p:spTgt spid="5">
                                            <p:txEl>
                                              <p:pRg st="1" end="1"/>
                                            </p:txEl>
                                          </p:spTgt>
                                        </p:tgtEl>
                                      </p:cBhvr>
                                      <p:to x="100000" y="100000"/>
                                    </p:animScale>
                                    <p:animScale>
                                      <p:cBhvr>
                                        <p:cTn id="19" dur="26">
                                          <p:stCondLst>
                                            <p:cond delay="1808"/>
                                          </p:stCondLst>
                                        </p:cTn>
                                        <p:tgtEl>
                                          <p:spTgt spid="5">
                                            <p:txEl>
                                              <p:pRg st="1" end="1"/>
                                            </p:txEl>
                                          </p:spTgt>
                                        </p:tgtEl>
                                      </p:cBhvr>
                                      <p:to x="100000" y="95000"/>
                                    </p:animScale>
                                    <p:animScale>
                                      <p:cBhvr>
                                        <p:cTn id="20" dur="166" decel="50000">
                                          <p:stCondLst>
                                            <p:cond delay="1834"/>
                                          </p:stCondLst>
                                        </p:cTn>
                                        <p:tgtEl>
                                          <p:spTgt spid="5">
                                            <p:txEl>
                                              <p:pRg st="1" end="1"/>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Effect transition="in" filter="fade">
                                      <p:cBhvr>
                                        <p:cTn id="25" dur="1000"/>
                                        <p:tgtEl>
                                          <p:spTgt spid="5">
                                            <p:txEl>
                                              <p:pRg st="3" end="3"/>
                                            </p:txEl>
                                          </p:spTgt>
                                        </p:tgtEl>
                                      </p:cBhvr>
                                    </p:animEffect>
                                    <p:anim calcmode="lin" valueType="num">
                                      <p:cBhvr>
                                        <p:cTn id="26"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Red Line Business 16x9">
  <a:themeElements>
    <a:clrScheme name="Ray 2">
      <a:dk1>
        <a:sysClr val="windowText" lastClr="000000"/>
      </a:dk1>
      <a:lt1>
        <a:sysClr val="window" lastClr="FFFFFF"/>
      </a:lt1>
      <a:dk2>
        <a:srgbClr val="444D26"/>
      </a:dk2>
      <a:lt2>
        <a:srgbClr val="D8D8D8"/>
      </a:lt2>
      <a:accent1>
        <a:srgbClr val="6B3D8C"/>
      </a:accent1>
      <a:accent2>
        <a:srgbClr val="DD7E0E"/>
      </a:accent2>
      <a:accent3>
        <a:srgbClr val="E7BC29"/>
      </a:accent3>
      <a:accent4>
        <a:srgbClr val="B55475"/>
      </a:accent4>
      <a:accent5>
        <a:srgbClr val="9C85C0"/>
      </a:accent5>
      <a:accent6>
        <a:srgbClr val="4E74A3"/>
      </a:accent6>
      <a:hlink>
        <a:srgbClr val="00B0F0"/>
      </a:hlink>
      <a:folHlink>
        <a:srgbClr val="7F6F6F"/>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15_4109default" id="{E728D685-11FC-4812-BA85-57AC6F9C9F40}" vid="{BC4E008B-95FF-4815-904E-143A8EDFC1D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12861</TotalTime>
  <Words>5651</Words>
  <Application>Microsoft Office PowerPoint</Application>
  <PresentationFormat>On-screen Show (4:3)</PresentationFormat>
  <Paragraphs>682</Paragraphs>
  <Slides>39</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39</vt:i4>
      </vt:variant>
    </vt:vector>
  </HeadingPairs>
  <TitlesOfParts>
    <vt:vector size="49" baseType="lpstr">
      <vt:lpstr>Arial</vt:lpstr>
      <vt:lpstr>Calibri</vt:lpstr>
      <vt:lpstr>Cambria</vt:lpstr>
      <vt:lpstr>Cambria Math</vt:lpstr>
      <vt:lpstr>Franklin Gothic Book</vt:lpstr>
      <vt:lpstr>Segoe UI</vt:lpstr>
      <vt:lpstr>Times New Roman</vt:lpstr>
      <vt:lpstr>Wingdings</vt:lpstr>
      <vt:lpstr>Wingdings 2</vt:lpstr>
      <vt:lpstr>Red Line Business 16x9</vt:lpstr>
      <vt:lpstr>MGMT 3105</vt:lpstr>
      <vt:lpstr>Why are we studying Project Management at Fanshawe?</vt:lpstr>
      <vt:lpstr>Definitions</vt:lpstr>
      <vt:lpstr>What is:</vt:lpstr>
      <vt:lpstr>Why are projects important?</vt:lpstr>
      <vt:lpstr>Primary and Secondary Challenge of Project Management</vt:lpstr>
      <vt:lpstr>Project Management Governing Bodies</vt:lpstr>
      <vt:lpstr>Project Constraints</vt:lpstr>
      <vt:lpstr>The Triple Constraint</vt:lpstr>
      <vt:lpstr>The 5 main phases in a project</vt:lpstr>
      <vt:lpstr>Project Management Process Life Cycle</vt:lpstr>
      <vt:lpstr>Initiating the Project</vt:lpstr>
      <vt:lpstr>Planning the Project</vt:lpstr>
      <vt:lpstr>EXECUTIon</vt:lpstr>
      <vt:lpstr>Controlling</vt:lpstr>
      <vt:lpstr>Closing</vt:lpstr>
      <vt:lpstr>The Hierarchy of Consideration FOR Important Decision Making for Project Managers</vt:lpstr>
      <vt:lpstr>Code of Ethics for Project Managers</vt:lpstr>
      <vt:lpstr>PMI Code of Ethics – Key Aspects</vt:lpstr>
      <vt:lpstr>PROJECT COMMUNICATIONS</vt:lpstr>
      <vt:lpstr>What do we communicate?</vt:lpstr>
      <vt:lpstr>HOW DO WE COMMUNICATE</vt:lpstr>
      <vt:lpstr>Performance reporting</vt:lpstr>
      <vt:lpstr>HOW OFTEN WE COMMUNICATE</vt:lpstr>
      <vt:lpstr>Project communications management</vt:lpstr>
      <vt:lpstr>Manage communications</vt:lpstr>
      <vt:lpstr>Communication model</vt:lpstr>
      <vt:lpstr>Communication model</vt:lpstr>
      <vt:lpstr>Three elements of communication</vt:lpstr>
      <vt:lpstr>Four modes of communication</vt:lpstr>
      <vt:lpstr>Communication concepts</vt:lpstr>
      <vt:lpstr>Listening filters</vt:lpstr>
      <vt:lpstr>Selective attention</vt:lpstr>
      <vt:lpstr>WII-FM</vt:lpstr>
      <vt:lpstr>SELECTIVE INTERPRETATION</vt:lpstr>
      <vt:lpstr>Listening de-railers</vt:lpstr>
      <vt:lpstr>Tips to improve listening skills</vt:lpstr>
      <vt:lpstr>Communication methods</vt:lpstr>
      <vt:lpstr>CONTROL OF COMMUNICATIONS</vt:lpstr>
    </vt:vector>
  </TitlesOfParts>
  <Company>Siemens VDO Automotive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uid90235</dc:creator>
  <cp:lastModifiedBy>Ozlu, Sinan</cp:lastModifiedBy>
  <cp:revision>216</cp:revision>
  <dcterms:created xsi:type="dcterms:W3CDTF">2007-10-08T12:38:54Z</dcterms:created>
  <dcterms:modified xsi:type="dcterms:W3CDTF">2025-09-10T04:21:24Z</dcterms:modified>
</cp:coreProperties>
</file>